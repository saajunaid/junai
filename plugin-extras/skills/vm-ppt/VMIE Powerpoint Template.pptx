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26"/>
  </p:notesMasterIdLst>
  <p:handoutMasterIdLst>
    <p:handoutMasterId r:id="rId27"/>
  </p:handoutMasterIdLst>
  <p:sldIdLst>
    <p:sldId id="256" r:id="rId5"/>
    <p:sldId id="513" r:id="rId6"/>
    <p:sldId id="515" r:id="rId7"/>
    <p:sldId id="530" r:id="rId8"/>
    <p:sldId id="529" r:id="rId9"/>
    <p:sldId id="516" r:id="rId10"/>
    <p:sldId id="474" r:id="rId11"/>
    <p:sldId id="257" r:id="rId12"/>
    <p:sldId id="532" r:id="rId13"/>
    <p:sldId id="517" r:id="rId14"/>
    <p:sldId id="531" r:id="rId15"/>
    <p:sldId id="539" r:id="rId16"/>
    <p:sldId id="533" r:id="rId17"/>
    <p:sldId id="523" r:id="rId18"/>
    <p:sldId id="534" r:id="rId19"/>
    <p:sldId id="480" r:id="rId20"/>
    <p:sldId id="536" r:id="rId21"/>
    <p:sldId id="537" r:id="rId22"/>
    <p:sldId id="338" r:id="rId23"/>
    <p:sldId id="538" r:id="rId24"/>
    <p:sldId id="509" r:id="rId25"/>
  </p:sldIdLst>
  <p:sldSz cx="11703050" cy="6584950"/>
  <p:notesSz cx="6858000" cy="9144000"/>
  <p:defaultTextStyle>
    <a:defPPr>
      <a:defRPr lang="en-US"/>
    </a:defPPr>
    <a:lvl1pPr marL="0" algn="l" defTabSz="877824" rtl="0" eaLnBrk="1" latinLnBrk="0" hangingPunct="1">
      <a:defRPr sz="1728" kern="1200">
        <a:solidFill>
          <a:schemeClr val="tx1"/>
        </a:solidFill>
        <a:latin typeface="+mn-lt"/>
        <a:ea typeface="+mn-ea"/>
        <a:cs typeface="+mn-cs"/>
      </a:defRPr>
    </a:lvl1pPr>
    <a:lvl2pPr marL="438912" algn="l" defTabSz="877824" rtl="0" eaLnBrk="1" latinLnBrk="0" hangingPunct="1">
      <a:defRPr sz="1728" kern="1200">
        <a:solidFill>
          <a:schemeClr val="tx1"/>
        </a:solidFill>
        <a:latin typeface="+mn-lt"/>
        <a:ea typeface="+mn-ea"/>
        <a:cs typeface="+mn-cs"/>
      </a:defRPr>
    </a:lvl2pPr>
    <a:lvl3pPr marL="877824" algn="l" defTabSz="877824" rtl="0" eaLnBrk="1" latinLnBrk="0" hangingPunct="1">
      <a:defRPr sz="1728" kern="1200">
        <a:solidFill>
          <a:schemeClr val="tx1"/>
        </a:solidFill>
        <a:latin typeface="+mn-lt"/>
        <a:ea typeface="+mn-ea"/>
        <a:cs typeface="+mn-cs"/>
      </a:defRPr>
    </a:lvl3pPr>
    <a:lvl4pPr marL="1316736" algn="l" defTabSz="877824" rtl="0" eaLnBrk="1" latinLnBrk="0" hangingPunct="1">
      <a:defRPr sz="1728" kern="1200">
        <a:solidFill>
          <a:schemeClr val="tx1"/>
        </a:solidFill>
        <a:latin typeface="+mn-lt"/>
        <a:ea typeface="+mn-ea"/>
        <a:cs typeface="+mn-cs"/>
      </a:defRPr>
    </a:lvl4pPr>
    <a:lvl5pPr marL="1755648" algn="l" defTabSz="877824" rtl="0" eaLnBrk="1" latinLnBrk="0" hangingPunct="1">
      <a:defRPr sz="1728" kern="1200">
        <a:solidFill>
          <a:schemeClr val="tx1"/>
        </a:solidFill>
        <a:latin typeface="+mn-lt"/>
        <a:ea typeface="+mn-ea"/>
        <a:cs typeface="+mn-cs"/>
      </a:defRPr>
    </a:lvl5pPr>
    <a:lvl6pPr marL="2194560" algn="l" defTabSz="877824" rtl="0" eaLnBrk="1" latinLnBrk="0" hangingPunct="1">
      <a:defRPr sz="1728" kern="1200">
        <a:solidFill>
          <a:schemeClr val="tx1"/>
        </a:solidFill>
        <a:latin typeface="+mn-lt"/>
        <a:ea typeface="+mn-ea"/>
        <a:cs typeface="+mn-cs"/>
      </a:defRPr>
    </a:lvl6pPr>
    <a:lvl7pPr marL="2633472" algn="l" defTabSz="877824" rtl="0" eaLnBrk="1" latinLnBrk="0" hangingPunct="1">
      <a:defRPr sz="1728" kern="1200">
        <a:solidFill>
          <a:schemeClr val="tx1"/>
        </a:solidFill>
        <a:latin typeface="+mn-lt"/>
        <a:ea typeface="+mn-ea"/>
        <a:cs typeface="+mn-cs"/>
      </a:defRPr>
    </a:lvl7pPr>
    <a:lvl8pPr marL="3072384" algn="l" defTabSz="877824" rtl="0" eaLnBrk="1" latinLnBrk="0" hangingPunct="1">
      <a:defRPr sz="1728" kern="1200">
        <a:solidFill>
          <a:schemeClr val="tx1"/>
        </a:solidFill>
        <a:latin typeface="+mn-lt"/>
        <a:ea typeface="+mn-ea"/>
        <a:cs typeface="+mn-cs"/>
      </a:defRPr>
    </a:lvl8pPr>
    <a:lvl9pPr marL="3511296" algn="l" defTabSz="877824" rtl="0" eaLnBrk="1" latinLnBrk="0" hangingPunct="1">
      <a:defRPr sz="172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4">
          <p15:clr>
            <a:srgbClr val="A4A3A4"/>
          </p15:clr>
        </p15:guide>
        <p15:guide id="2" pos="368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A0A"/>
    <a:srgbClr val="3C0C3B"/>
    <a:srgbClr val="322332"/>
    <a:srgbClr val="901000"/>
    <a:srgbClr val="7B0C02"/>
    <a:srgbClr val="C80A0A"/>
    <a:srgbClr val="D11C00"/>
    <a:srgbClr val="9B1478"/>
    <a:srgbClr val="9B1414"/>
    <a:srgbClr val="C89B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97"/>
    <p:restoredTop sz="86377"/>
  </p:normalViewPr>
  <p:slideViewPr>
    <p:cSldViewPr snapToGrid="0" snapToObjects="1" showGuides="1">
      <p:cViewPr varScale="1">
        <p:scale>
          <a:sx n="87" d="100"/>
          <a:sy n="87" d="100"/>
        </p:scale>
        <p:origin x="1066" y="62"/>
      </p:cViewPr>
      <p:guideLst>
        <p:guide orient="horz" pos="2074"/>
        <p:guide pos="3686"/>
      </p:guideLst>
    </p:cSldViewPr>
  </p:slideViewPr>
  <p:outlineViewPr>
    <p:cViewPr>
      <p:scale>
        <a:sx n="33" d="100"/>
        <a:sy n="33" d="100"/>
      </p:scale>
      <p:origin x="0" y="-2880"/>
    </p:cViewPr>
  </p:outlineViewPr>
  <p:notesTextViewPr>
    <p:cViewPr>
      <p:scale>
        <a:sx n="1" d="1"/>
        <a:sy n="1" d="1"/>
      </p:scale>
      <p:origin x="0" y="0"/>
    </p:cViewPr>
  </p:notesTextViewPr>
  <p:sorterViewPr>
    <p:cViewPr varScale="1">
      <p:scale>
        <a:sx n="100" d="100"/>
        <a:sy n="100" d="100"/>
      </p:scale>
      <p:origin x="0" y="0"/>
    </p:cViewPr>
  </p:sorterViewPr>
  <p:notesViewPr>
    <p:cSldViewPr snapToGrid="0" snapToObjects="1">
      <p:cViewPr varScale="1">
        <p:scale>
          <a:sx n="165" d="100"/>
          <a:sy n="165" d="100"/>
        </p:scale>
        <p:origin x="440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rgbClr val="322332"/>
                </a:solidFill>
                <a:latin typeface="VM Circular Chat Book" panose="020B0604020101020102" pitchFamily="34" charset="77"/>
                <a:ea typeface="+mn-ea"/>
                <a:cs typeface="VM Circular Chat Book" panose="020B0604020101020102" pitchFamily="34" charset="77"/>
              </a:defRPr>
            </a:pPr>
            <a:r>
              <a:rPr lang="en-US" b="0" i="0" dirty="0">
                <a:latin typeface="Arial Regular"/>
              </a:rPr>
              <a:t>EXAMPLE CHART</a:t>
            </a:r>
          </a:p>
        </c:rich>
      </c:tx>
      <c:overlay val="0"/>
      <c:spPr>
        <a:noFill/>
        <a:ln>
          <a:noFill/>
        </a:ln>
        <a:effectLst/>
      </c:spPr>
      <c:txPr>
        <a:bodyPr rot="0" spcFirstLastPara="1" vertOverflow="ellipsis" vert="horz" wrap="square" anchor="ctr" anchorCtr="1"/>
        <a:lstStyle/>
        <a:p>
          <a:pPr>
            <a:defRPr sz="1862" b="0" i="0" u="none" strike="noStrike" kern="1200" spc="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107-F641-9AC5-D1ED074C6989}"/>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107-F641-9AC5-D1ED074C6989}"/>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107-F641-9AC5-D1ED074C6989}"/>
            </c:ext>
          </c:extLst>
        </c:ser>
        <c:dLbls>
          <c:showLegendKey val="0"/>
          <c:showVal val="0"/>
          <c:showCatName val="0"/>
          <c:showSerName val="0"/>
          <c:showPercent val="0"/>
          <c:showBubbleSize val="0"/>
        </c:dLbls>
        <c:gapWidth val="219"/>
        <c:overlap val="-27"/>
        <c:axId val="466177024"/>
        <c:axId val="466182912"/>
      </c:barChart>
      <c:catAx>
        <c:axId val="466177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crossAx val="466182912"/>
        <c:crosses val="autoZero"/>
        <c:auto val="1"/>
        <c:lblAlgn val="ctr"/>
        <c:lblOffset val="100"/>
        <c:noMultiLvlLbl val="0"/>
      </c:catAx>
      <c:valAx>
        <c:axId val="466182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crossAx val="4661770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322332"/>
          </a:solidFill>
          <a:latin typeface="VM Circular Chat Book" panose="020B0604020101020102" pitchFamily="34" charset="77"/>
          <a:cs typeface="VM Circular Chat Book" panose="020B0604020101020102" pitchFamily="34" charset="77"/>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all" spc="50" baseline="0">
                <a:solidFill>
                  <a:srgbClr val="322332"/>
                </a:solidFill>
                <a:latin typeface="VM Circular Chat Book" panose="020B0604020101020102" pitchFamily="34" charset="77"/>
                <a:ea typeface="+mn-ea"/>
                <a:cs typeface="VM Circular Chat Book" panose="020B0604020101020102" pitchFamily="34" charset="77"/>
              </a:defRPr>
            </a:pPr>
            <a:r>
              <a:rPr lang="en-US" b="0" i="0" dirty="0">
                <a:solidFill>
                  <a:srgbClr val="322332"/>
                </a:solidFill>
                <a:latin typeface="Arial Regular"/>
              </a:rPr>
              <a:t>Example chart</a:t>
            </a:r>
          </a:p>
        </c:rich>
      </c:tx>
      <c:overlay val="0"/>
      <c:spPr>
        <a:noFill/>
        <a:ln>
          <a:noFill/>
        </a:ln>
        <a:effectLst/>
      </c:spPr>
      <c:txPr>
        <a:bodyPr rot="0" spcFirstLastPara="1" vertOverflow="ellipsis" vert="horz" wrap="square" anchor="ctr" anchorCtr="1"/>
        <a:lstStyle/>
        <a:p>
          <a:pPr>
            <a:defRPr sz="1862" b="1" i="0" u="none" strike="noStrike" kern="1200" cap="all" spc="5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AAE0-7241-BD09-8EAD4515C127}"/>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AAE0-7241-BD09-8EAD4515C127}"/>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AAE0-7241-BD09-8EAD4515C127}"/>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AAE0-7241-BD09-8EAD4515C127}"/>
              </c:ext>
            </c:extLst>
          </c:dPt>
          <c:dLbls>
            <c:spPr>
              <a:noFill/>
              <a:ln>
                <a:noFill/>
              </a:ln>
              <a:effectLst/>
            </c:spPr>
            <c:txPr>
              <a:bodyPr rot="0" spcFirstLastPara="1" vertOverflow="ellipsis" vert="horz" wrap="square" anchor="ctr" anchorCtr="1"/>
              <a:lstStyle/>
              <a:p>
                <a:pPr>
                  <a:defRPr sz="1197" b="1" i="0" u="none" strike="noStrike" kern="1200" baseline="0">
                    <a:solidFill>
                      <a:schemeClr val="bg1"/>
                    </a:solidFill>
                    <a:latin typeface="VM Circular Chat Book" panose="020B0604020101020102" pitchFamily="34" charset="77"/>
                    <a:ea typeface="+mn-ea"/>
                    <a:cs typeface="VM Circular Chat Book" panose="020B0604020101020102" pitchFamily="34" charset="77"/>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0.57999999999999996</c:v>
                </c:pt>
                <c:pt idx="1">
                  <c:v>0.23</c:v>
                </c:pt>
                <c:pt idx="2">
                  <c:v>0.1</c:v>
                </c:pt>
                <c:pt idx="3">
                  <c:v>0.09</c:v>
                </c:pt>
              </c:numCache>
            </c:numRef>
          </c:val>
          <c:extLst>
            <c:ext xmlns:c16="http://schemas.microsoft.com/office/drawing/2014/chart" uri="{C3380CC4-5D6E-409C-BE32-E72D297353CC}">
              <c16:uniqueId val="{00000000-6439-C943-9A71-DA113106605C}"/>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latin typeface="VM Circular Chat Book" panose="020B0604020101020102" pitchFamily="34" charset="77"/>
          <a:cs typeface="VM Circular Chat Book" panose="020B0604020101020102" pitchFamily="34" charset="77"/>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rgbClr val="322332"/>
                </a:solidFill>
                <a:latin typeface="VM Circular Chat Book" panose="020B0604020101020102" pitchFamily="34" charset="77"/>
                <a:ea typeface="+mn-ea"/>
                <a:cs typeface="VM Circular Chat Book" panose="020B0604020101020102" pitchFamily="34" charset="77"/>
              </a:defRPr>
            </a:pPr>
            <a:r>
              <a:rPr lang="en-US" b="0" i="0" spc="0" dirty="0">
                <a:solidFill>
                  <a:srgbClr val="322332"/>
                </a:solidFill>
                <a:latin typeface="Arial Regular"/>
              </a:rPr>
              <a:t>example chart</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title>
    <c:autoTitleDeleted val="0"/>
    <c:plotArea>
      <c:layout/>
      <c:lineChart>
        <c:grouping val="stacked"/>
        <c:varyColors val="0"/>
        <c:ser>
          <c:idx val="0"/>
          <c:order val="0"/>
          <c:tx>
            <c:strRef>
              <c:f>Sheet1!$B$1</c:f>
              <c:strCache>
                <c:ptCount val="1"/>
                <c:pt idx="0">
                  <c:v>Series 1</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6668-B94F-A941-3B8BAAA4351C}"/>
            </c:ext>
          </c:extLst>
        </c:ser>
        <c:ser>
          <c:idx val="1"/>
          <c:order val="1"/>
          <c:tx>
            <c:strRef>
              <c:f>Sheet1!$C$1</c:f>
              <c:strCache>
                <c:ptCount val="1"/>
                <c:pt idx="0">
                  <c:v>Series 2</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6668-B94F-A941-3B8BAAA4351C}"/>
            </c:ext>
          </c:extLst>
        </c:ser>
        <c:ser>
          <c:idx val="2"/>
          <c:order val="2"/>
          <c:tx>
            <c:strRef>
              <c:f>Sheet1!$D$1</c:f>
              <c:strCache>
                <c:ptCount val="1"/>
                <c:pt idx="0">
                  <c:v>Series 3</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668-B94F-A941-3B8BAAA4351C}"/>
            </c:ext>
          </c:extLst>
        </c:ser>
        <c:dLbls>
          <c:showLegendKey val="0"/>
          <c:showVal val="0"/>
          <c:showCatName val="0"/>
          <c:showSerName val="0"/>
          <c:showPercent val="0"/>
          <c:showBubbleSize val="0"/>
        </c:dLbls>
        <c:marker val="1"/>
        <c:smooth val="0"/>
        <c:axId val="467607552"/>
        <c:axId val="467609472"/>
      </c:lineChart>
      <c:catAx>
        <c:axId val="467607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none" spc="0" normalizeH="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crossAx val="467609472"/>
        <c:crosses val="autoZero"/>
        <c:auto val="1"/>
        <c:lblAlgn val="ctr"/>
        <c:lblOffset val="100"/>
        <c:noMultiLvlLbl val="0"/>
      </c:catAx>
      <c:valAx>
        <c:axId val="467609472"/>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crossAx val="4676075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rgbClr val="322332"/>
              </a:solidFill>
              <a:latin typeface="VM Circular Chat Book" panose="020B0604020101020102" pitchFamily="34" charset="77"/>
              <a:ea typeface="+mn-ea"/>
              <a:cs typeface="VM Circular Chat Book" panose="020B0604020101020102" pitchFamily="34" charset="77"/>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latin typeface="VM Circular Chat Book" panose="020B0604020101020102" pitchFamily="34" charset="77"/>
          <a:cs typeface="VM Circular Chat Book" panose="020B0604020101020102" pitchFamily="34"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08922F-D3F9-C04C-94E0-9524871E3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818099-BE02-2842-BC19-34EB288E2B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17D4A3-C034-7F44-92D3-95ED9A7AF889}" type="datetimeFigureOut">
              <a:rPr lang="en-US" smtClean="0"/>
              <a:t>2/6/2026</a:t>
            </a:fld>
            <a:endParaRPr lang="en-US"/>
          </a:p>
        </p:txBody>
      </p:sp>
      <p:sp>
        <p:nvSpPr>
          <p:cNvPr id="4" name="Footer Placeholder 3">
            <a:extLst>
              <a:ext uri="{FF2B5EF4-FFF2-40B4-BE49-F238E27FC236}">
                <a16:creationId xmlns:a16="http://schemas.microsoft.com/office/drawing/2014/main" id="{590E87DB-FEE6-3F4B-9718-C449ACCACA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77CD9CB-E0AF-9E4D-904C-160E6D547E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3BF7B2-40B1-E945-8887-3A339A335966}" type="slidenum">
              <a:rPr lang="en-US" smtClean="0"/>
              <a:t>‹#›</a:t>
            </a:fld>
            <a:endParaRPr lang="en-US"/>
          </a:p>
        </p:txBody>
      </p:sp>
    </p:spTree>
    <p:extLst>
      <p:ext uri="{BB962C8B-B14F-4D97-AF65-F5344CB8AC3E}">
        <p14:creationId xmlns:p14="http://schemas.microsoft.com/office/powerpoint/2010/main" val="3674778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8255F9-FCC3-3A45-824E-9A73559FCF9E}" type="datetimeFigureOut">
              <a:rPr lang="en-US" smtClean="0"/>
              <a:t>2/6/2026</a:t>
            </a:fld>
            <a:endParaRPr lang="en-US"/>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BF66F3-DCA0-FE43-BE02-9987B36BE488}" type="slidenum">
              <a:rPr lang="en-US" smtClean="0"/>
              <a:t>‹#›</a:t>
            </a:fld>
            <a:endParaRPr lang="en-US"/>
          </a:p>
        </p:txBody>
      </p:sp>
    </p:spTree>
    <p:extLst>
      <p:ext uri="{BB962C8B-B14F-4D97-AF65-F5344CB8AC3E}">
        <p14:creationId xmlns:p14="http://schemas.microsoft.com/office/powerpoint/2010/main" val="1647403186"/>
      </p:ext>
    </p:extLst>
  </p:cSld>
  <p:clrMap bg1="lt1" tx1="dk1" bg2="lt2" tx2="dk2" accent1="accent1" accent2="accent2" accent3="accent3" accent4="accent4" accent5="accent5" accent6="accent6" hlink="hlink" folHlink="folHlink"/>
  <p:notesStyle>
    <a:lvl1pPr marL="0" algn="l" defTabSz="877824" rtl="0" eaLnBrk="1" latinLnBrk="0" hangingPunct="1">
      <a:defRPr sz="1152" kern="1200">
        <a:solidFill>
          <a:schemeClr val="tx1"/>
        </a:solidFill>
        <a:latin typeface="+mn-lt"/>
        <a:ea typeface="+mn-ea"/>
        <a:cs typeface="+mn-cs"/>
      </a:defRPr>
    </a:lvl1pPr>
    <a:lvl2pPr marL="438912" algn="l" defTabSz="877824" rtl="0" eaLnBrk="1" latinLnBrk="0" hangingPunct="1">
      <a:defRPr sz="1152" kern="1200">
        <a:solidFill>
          <a:schemeClr val="tx1"/>
        </a:solidFill>
        <a:latin typeface="+mn-lt"/>
        <a:ea typeface="+mn-ea"/>
        <a:cs typeface="+mn-cs"/>
      </a:defRPr>
    </a:lvl2pPr>
    <a:lvl3pPr marL="877824" algn="l" defTabSz="877824" rtl="0" eaLnBrk="1" latinLnBrk="0" hangingPunct="1">
      <a:defRPr sz="1152" kern="1200">
        <a:solidFill>
          <a:schemeClr val="tx1"/>
        </a:solidFill>
        <a:latin typeface="+mn-lt"/>
        <a:ea typeface="+mn-ea"/>
        <a:cs typeface="+mn-cs"/>
      </a:defRPr>
    </a:lvl3pPr>
    <a:lvl4pPr marL="1316736" algn="l" defTabSz="877824" rtl="0" eaLnBrk="1" latinLnBrk="0" hangingPunct="1">
      <a:defRPr sz="1152" kern="1200">
        <a:solidFill>
          <a:schemeClr val="tx1"/>
        </a:solidFill>
        <a:latin typeface="+mn-lt"/>
        <a:ea typeface="+mn-ea"/>
        <a:cs typeface="+mn-cs"/>
      </a:defRPr>
    </a:lvl4pPr>
    <a:lvl5pPr marL="1755648" algn="l" defTabSz="877824" rtl="0" eaLnBrk="1" latinLnBrk="0" hangingPunct="1">
      <a:defRPr sz="1152" kern="1200">
        <a:solidFill>
          <a:schemeClr val="tx1"/>
        </a:solidFill>
        <a:latin typeface="+mn-lt"/>
        <a:ea typeface="+mn-ea"/>
        <a:cs typeface="+mn-cs"/>
      </a:defRPr>
    </a:lvl5pPr>
    <a:lvl6pPr marL="2194560" algn="l" defTabSz="877824" rtl="0" eaLnBrk="1" latinLnBrk="0" hangingPunct="1">
      <a:defRPr sz="1152" kern="1200">
        <a:solidFill>
          <a:schemeClr val="tx1"/>
        </a:solidFill>
        <a:latin typeface="+mn-lt"/>
        <a:ea typeface="+mn-ea"/>
        <a:cs typeface="+mn-cs"/>
      </a:defRPr>
    </a:lvl6pPr>
    <a:lvl7pPr marL="2633472" algn="l" defTabSz="877824" rtl="0" eaLnBrk="1" latinLnBrk="0" hangingPunct="1">
      <a:defRPr sz="1152" kern="1200">
        <a:solidFill>
          <a:schemeClr val="tx1"/>
        </a:solidFill>
        <a:latin typeface="+mn-lt"/>
        <a:ea typeface="+mn-ea"/>
        <a:cs typeface="+mn-cs"/>
      </a:defRPr>
    </a:lvl7pPr>
    <a:lvl8pPr marL="3072384" algn="l" defTabSz="877824" rtl="0" eaLnBrk="1" latinLnBrk="0" hangingPunct="1">
      <a:defRPr sz="1152" kern="1200">
        <a:solidFill>
          <a:schemeClr val="tx1"/>
        </a:solidFill>
        <a:latin typeface="+mn-lt"/>
        <a:ea typeface="+mn-ea"/>
        <a:cs typeface="+mn-cs"/>
      </a:defRPr>
    </a:lvl8pPr>
    <a:lvl9pPr marL="3511296" algn="l" defTabSz="877824" rtl="0" eaLnBrk="1" latinLnBrk="0" hangingPunct="1">
      <a:defRPr sz="115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BF66F3-DCA0-FE43-BE02-9987B36BE488}" type="slidenum">
              <a:rPr lang="en-US" smtClean="0"/>
              <a:t>12</a:t>
            </a:fld>
            <a:endParaRPr lang="en-US"/>
          </a:p>
        </p:txBody>
      </p:sp>
    </p:spTree>
    <p:extLst>
      <p:ext uri="{BB962C8B-B14F-4D97-AF65-F5344CB8AC3E}">
        <p14:creationId xmlns:p14="http://schemas.microsoft.com/office/powerpoint/2010/main" val="2154326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BF66F3-DCA0-FE43-BE02-9987B36BE488}" type="slidenum">
              <a:rPr lang="en-US" smtClean="0"/>
              <a:t>19</a:t>
            </a:fld>
            <a:endParaRPr lang="en-US"/>
          </a:p>
        </p:txBody>
      </p:sp>
    </p:spTree>
    <p:extLst>
      <p:ext uri="{BB962C8B-B14F-4D97-AF65-F5344CB8AC3E}">
        <p14:creationId xmlns:p14="http://schemas.microsoft.com/office/powerpoint/2010/main" val="13394662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Re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59D7E9-58FE-0B41-B794-1C05A5B3B679}"/>
              </a:ext>
            </a:extLst>
          </p:cNvPr>
          <p:cNvSpPr/>
          <p:nvPr userDrawn="1"/>
        </p:nvSpPr>
        <p:spPr>
          <a:xfrm>
            <a:off x="0" y="0"/>
            <a:ext cx="11703050" cy="6584950"/>
          </a:xfrm>
          <a:prstGeom prst="rect">
            <a:avLst/>
          </a:prstGeom>
          <a:gradFill flip="none" rotWithShape="1">
            <a:gsLst>
              <a:gs pos="20000">
                <a:srgbClr val="FF0A0A"/>
              </a:gs>
              <a:gs pos="100000">
                <a:srgbClr val="901000"/>
              </a:gs>
            </a:gsLst>
            <a:lin ang="2700000" scaled="1"/>
            <a:tileRect/>
          </a:gra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 name="Title 1"/>
          <p:cNvSpPr>
            <a:spLocks noGrp="1"/>
          </p:cNvSpPr>
          <p:nvPr>
            <p:ph type="ctrTitle"/>
          </p:nvPr>
        </p:nvSpPr>
        <p:spPr>
          <a:xfrm>
            <a:off x="1213178" y="3462381"/>
            <a:ext cx="9185275" cy="664797"/>
          </a:xfrm>
          <a:prstGeom prst="rect">
            <a:avLst/>
          </a:prstGeom>
        </p:spPr>
        <p:txBody>
          <a:bodyPr anchor="b"/>
          <a:lstStyle>
            <a:lvl1pPr algn="ctr">
              <a:defRPr sz="4800" b="1" i="0">
                <a:solidFill>
                  <a:schemeClr val="bg1"/>
                </a:solidFill>
              </a:defRPr>
            </a:lvl1pPr>
          </a:lstStyle>
          <a:p>
            <a:r>
              <a:rPr lang="en-US" dirty="0"/>
              <a:t>Click to edit Master title style</a:t>
            </a:r>
          </a:p>
        </p:txBody>
      </p:sp>
      <p:pic>
        <p:nvPicPr>
          <p:cNvPr id="8" name="Picture 1">
            <a:extLst>
              <a:ext uri="{FF2B5EF4-FFF2-40B4-BE49-F238E27FC236}">
                <a16:creationId xmlns:a16="http://schemas.microsoft.com/office/drawing/2014/main" id="{8C67E633-32A7-684D-9CBD-FE540D154B2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72414" y="1162560"/>
            <a:ext cx="3295669" cy="2075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Subtitle 2">
            <a:extLst>
              <a:ext uri="{FF2B5EF4-FFF2-40B4-BE49-F238E27FC236}">
                <a16:creationId xmlns:a16="http://schemas.microsoft.com/office/drawing/2014/main" id="{5B58DE87-CCAB-DE41-BD25-75AB1F7BD65E}"/>
              </a:ext>
            </a:extLst>
          </p:cNvPr>
          <p:cNvSpPr>
            <a:spLocks noGrp="1"/>
          </p:cNvSpPr>
          <p:nvPr>
            <p:ph type="subTitle" idx="1"/>
          </p:nvPr>
        </p:nvSpPr>
        <p:spPr>
          <a:xfrm>
            <a:off x="1213178" y="4138511"/>
            <a:ext cx="9185275" cy="430887"/>
          </a:xfrm>
        </p:spPr>
        <p:txBody>
          <a:bodyPr/>
          <a:lstStyle>
            <a:lvl1pPr marL="0" indent="0" algn="ctr">
              <a:buNone/>
              <a:defRPr sz="2800" b="0" i="0">
                <a:solidFill>
                  <a:schemeClr val="bg2"/>
                </a:solidFill>
                <a:latin typeface="Arial Regular"/>
                <a:ea typeface="Arial Regular"/>
                <a:cs typeface="VM Circular Natter Medium" panose="020B0604020101010102" pitchFamily="34" charset="77"/>
              </a:defRPr>
            </a:lvl1pPr>
            <a:lvl2pPr marL="438866" indent="0" algn="ctr">
              <a:buNone/>
              <a:defRPr sz="1920"/>
            </a:lvl2pPr>
            <a:lvl3pPr marL="877733" indent="0" algn="ctr">
              <a:buNone/>
              <a:defRPr sz="1728"/>
            </a:lvl3pPr>
            <a:lvl4pPr marL="1316599" indent="0" algn="ctr">
              <a:buNone/>
              <a:defRPr sz="1536"/>
            </a:lvl4pPr>
            <a:lvl5pPr marL="1755465" indent="0" algn="ctr">
              <a:buNone/>
              <a:defRPr sz="1536"/>
            </a:lvl5pPr>
            <a:lvl6pPr marL="2194331" indent="0" algn="ctr">
              <a:buNone/>
              <a:defRPr sz="1536"/>
            </a:lvl6pPr>
            <a:lvl7pPr marL="2633198" indent="0" algn="ctr">
              <a:buNone/>
              <a:defRPr sz="1536"/>
            </a:lvl7pPr>
            <a:lvl8pPr marL="3072064" indent="0" algn="ctr">
              <a:buNone/>
              <a:defRPr sz="1536"/>
            </a:lvl8pPr>
            <a:lvl9pPr marL="3510930" indent="0" algn="ctr">
              <a:buNone/>
              <a:defRPr sz="1536"/>
            </a:lvl9pPr>
          </a:lstStyle>
          <a:p>
            <a:r>
              <a:rPr lang="en-US" dirty="0"/>
              <a:t>Click to edit Master subtitle style</a:t>
            </a:r>
          </a:p>
        </p:txBody>
      </p:sp>
      <p:sp>
        <p:nvSpPr>
          <p:cNvPr id="9" name="Text Placeholder 3">
            <a:extLst>
              <a:ext uri="{FF2B5EF4-FFF2-40B4-BE49-F238E27FC236}">
                <a16:creationId xmlns:a16="http://schemas.microsoft.com/office/drawing/2014/main" id="{12D381F3-7499-0F4F-9191-2DAC205502D9}"/>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spTree>
    <p:extLst>
      <p:ext uri="{BB962C8B-B14F-4D97-AF65-F5344CB8AC3E}">
        <p14:creationId xmlns:p14="http://schemas.microsoft.com/office/powerpoint/2010/main" val="361637094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Plu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0E29D7-57B5-E54D-A234-E4D5D1ED7DB5}"/>
              </a:ext>
            </a:extLst>
          </p:cNvPr>
          <p:cNvSpPr/>
          <p:nvPr userDrawn="1"/>
        </p:nvSpPr>
        <p:spPr>
          <a:xfrm>
            <a:off x="0" y="0"/>
            <a:ext cx="11703050" cy="6584950"/>
          </a:xfrm>
          <a:prstGeom prst="rect">
            <a:avLst/>
          </a:prstGeom>
          <a:gradFill flip="none" rotWithShape="1">
            <a:gsLst>
              <a:gs pos="20000">
                <a:srgbClr val="230722"/>
              </a:gs>
              <a:gs pos="100000">
                <a:srgbClr val="230722">
                  <a:lumMod val="90000"/>
                  <a:lumOff val="10000"/>
                </a:srgbClr>
              </a:gs>
            </a:gsLst>
            <a:lin ang="13500000" scaled="1"/>
            <a:tileRect/>
          </a:gradFill>
          <a:ln w="63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ctrTitle"/>
          </p:nvPr>
        </p:nvSpPr>
        <p:spPr>
          <a:xfrm>
            <a:off x="1213178" y="3460091"/>
            <a:ext cx="9185275" cy="664797"/>
          </a:xfrm>
          <a:prstGeom prst="rect">
            <a:avLst/>
          </a:prstGeom>
        </p:spPr>
        <p:txBody>
          <a:bodyPr anchor="b"/>
          <a:lstStyle>
            <a:lvl1pPr algn="ctr">
              <a:defRPr sz="4800" b="1" i="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213178" y="4136221"/>
            <a:ext cx="9185275" cy="430887"/>
          </a:xfrm>
        </p:spPr>
        <p:txBody>
          <a:bodyPr/>
          <a:lstStyle>
            <a:lvl1pPr marL="0" indent="0" algn="ctr">
              <a:buNone/>
              <a:defRPr sz="2800" b="0" i="0">
                <a:solidFill>
                  <a:schemeClr val="bg2"/>
                </a:solidFill>
                <a:latin typeface="Arial Regular"/>
                <a:ea typeface="Arial Regular"/>
                <a:cs typeface="VM Circular Natter Medium" panose="020B0604020101010102" pitchFamily="34" charset="77"/>
              </a:defRPr>
            </a:lvl1pPr>
            <a:lvl2pPr marL="438866" indent="0" algn="ctr">
              <a:buNone/>
              <a:defRPr sz="1920"/>
            </a:lvl2pPr>
            <a:lvl3pPr marL="877733" indent="0" algn="ctr">
              <a:buNone/>
              <a:defRPr sz="1728"/>
            </a:lvl3pPr>
            <a:lvl4pPr marL="1316599" indent="0" algn="ctr">
              <a:buNone/>
              <a:defRPr sz="1536"/>
            </a:lvl4pPr>
            <a:lvl5pPr marL="1755465" indent="0" algn="ctr">
              <a:buNone/>
              <a:defRPr sz="1536"/>
            </a:lvl5pPr>
            <a:lvl6pPr marL="2194331" indent="0" algn="ctr">
              <a:buNone/>
              <a:defRPr sz="1536"/>
            </a:lvl6pPr>
            <a:lvl7pPr marL="2633198" indent="0" algn="ctr">
              <a:buNone/>
              <a:defRPr sz="1536"/>
            </a:lvl7pPr>
            <a:lvl8pPr marL="3072064" indent="0" algn="ctr">
              <a:buNone/>
              <a:defRPr sz="1536"/>
            </a:lvl8pPr>
            <a:lvl9pPr marL="3510930" indent="0" algn="ctr">
              <a:buNone/>
              <a:defRPr sz="1536"/>
            </a:lvl9pPr>
          </a:lstStyle>
          <a:p>
            <a:r>
              <a:rPr lang="en-US" dirty="0"/>
              <a:t>Click to edit Master subtitle style</a:t>
            </a:r>
          </a:p>
        </p:txBody>
      </p:sp>
      <p:pic>
        <p:nvPicPr>
          <p:cNvPr id="9" name="Picture 1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7758" y="1173784"/>
            <a:ext cx="3274213" cy="20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3">
            <a:extLst>
              <a:ext uri="{FF2B5EF4-FFF2-40B4-BE49-F238E27FC236}">
                <a16:creationId xmlns:a16="http://schemas.microsoft.com/office/drawing/2014/main" id="{56A1BF19-D62F-7340-8421-0AC19EC56EAD}"/>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spTree>
    <p:extLst>
      <p:ext uri="{BB962C8B-B14F-4D97-AF65-F5344CB8AC3E}">
        <p14:creationId xmlns:p14="http://schemas.microsoft.com/office/powerpoint/2010/main" val="2883427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Re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78537DC-9D07-D147-A566-B38F6A426806}"/>
              </a:ext>
            </a:extLst>
          </p:cNvPr>
          <p:cNvSpPr/>
          <p:nvPr userDrawn="1"/>
        </p:nvSpPr>
        <p:spPr>
          <a:xfrm>
            <a:off x="0" y="0"/>
            <a:ext cx="11703050" cy="6584950"/>
          </a:xfrm>
          <a:prstGeom prst="rect">
            <a:avLst/>
          </a:prstGeom>
          <a:gradFill flip="none" rotWithShape="1">
            <a:gsLst>
              <a:gs pos="20000">
                <a:srgbClr val="FF0A0A"/>
              </a:gs>
              <a:gs pos="100000">
                <a:srgbClr val="901000"/>
              </a:gs>
            </a:gsLst>
            <a:lin ang="2700000" scaled="1"/>
            <a:tileRect/>
          </a:gra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 name="Title 1"/>
          <p:cNvSpPr>
            <a:spLocks noGrp="1"/>
          </p:cNvSpPr>
          <p:nvPr>
            <p:ph type="ctrTitle"/>
          </p:nvPr>
        </p:nvSpPr>
        <p:spPr>
          <a:xfrm>
            <a:off x="1213178" y="2709724"/>
            <a:ext cx="9185275" cy="664797"/>
          </a:xfrm>
          <a:prstGeom prst="rect">
            <a:avLst/>
          </a:prstGeom>
        </p:spPr>
        <p:txBody>
          <a:bodyPr anchor="b"/>
          <a:lstStyle>
            <a:lvl1pPr algn="ctr">
              <a:defRPr sz="4800" b="1" i="0">
                <a:solidFill>
                  <a:schemeClr val="bg1"/>
                </a:solidFill>
              </a:defRPr>
            </a:lvl1pPr>
          </a:lstStyle>
          <a:p>
            <a:r>
              <a:rPr lang="en-US" dirty="0"/>
              <a:t>Click to edit Master title style</a:t>
            </a:r>
          </a:p>
        </p:txBody>
      </p:sp>
      <p:sp>
        <p:nvSpPr>
          <p:cNvPr id="27" name="TextBox 26">
            <a:extLst>
              <a:ext uri="{FF2B5EF4-FFF2-40B4-BE49-F238E27FC236}">
                <a16:creationId xmlns:a16="http://schemas.microsoft.com/office/drawing/2014/main" id="{D66091E0-4D0B-E541-A52A-B4D34CBFC1B7}"/>
              </a:ext>
            </a:extLst>
          </p:cNvPr>
          <p:cNvSpPr txBox="1"/>
          <p:nvPr userDrawn="1"/>
        </p:nvSpPr>
        <p:spPr>
          <a:xfrm>
            <a:off x="11319734" y="6135597"/>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bg1"/>
                </a:solidFill>
                <a:latin typeface="Arial Regular"/>
                <a:ea typeface="VM Circular Whisper TT Light" charset="0"/>
                <a:cs typeface="VM Circular Whisper Light" panose="020B0404020101020102" pitchFamily="34" charset="77"/>
              </a:rPr>
              <a:t>‹#›</a:t>
            </a:fld>
            <a:endParaRPr lang="en-US" sz="800" b="0" i="0" dirty="0">
              <a:solidFill>
                <a:schemeClr val="bg1"/>
              </a:solidFill>
              <a:latin typeface="Arial Regular"/>
              <a:ea typeface="VM Circular Whisper TT Light" charset="0"/>
              <a:cs typeface="VM Circular Whisper Light" panose="020B0404020101020102" pitchFamily="34" charset="77"/>
            </a:endParaRPr>
          </a:p>
        </p:txBody>
      </p:sp>
      <p:sp>
        <p:nvSpPr>
          <p:cNvPr id="30" name="Subtitle 2">
            <a:extLst>
              <a:ext uri="{FF2B5EF4-FFF2-40B4-BE49-F238E27FC236}">
                <a16:creationId xmlns:a16="http://schemas.microsoft.com/office/drawing/2014/main" id="{82B08F88-4602-E74C-965F-BF4C50B038C7}"/>
              </a:ext>
            </a:extLst>
          </p:cNvPr>
          <p:cNvSpPr>
            <a:spLocks noGrp="1"/>
          </p:cNvSpPr>
          <p:nvPr>
            <p:ph type="subTitle" idx="1"/>
          </p:nvPr>
        </p:nvSpPr>
        <p:spPr>
          <a:xfrm>
            <a:off x="1213178" y="3398031"/>
            <a:ext cx="9185275" cy="430887"/>
          </a:xfrm>
        </p:spPr>
        <p:txBody>
          <a:bodyPr/>
          <a:lstStyle>
            <a:lvl1pPr marL="0" indent="0" algn="ctr">
              <a:buNone/>
              <a:defRPr sz="2800" b="0" i="0">
                <a:solidFill>
                  <a:schemeClr val="bg2"/>
                </a:solidFill>
                <a:latin typeface="Arial Regular"/>
                <a:ea typeface="Arial Regular"/>
                <a:cs typeface="VM Circular Natter Medium" panose="020B0604020101010102" pitchFamily="34" charset="77"/>
              </a:defRPr>
            </a:lvl1pPr>
            <a:lvl2pPr marL="438866" indent="0" algn="ctr">
              <a:buNone/>
              <a:defRPr sz="1920"/>
            </a:lvl2pPr>
            <a:lvl3pPr marL="877733" indent="0" algn="ctr">
              <a:buNone/>
              <a:defRPr sz="1728"/>
            </a:lvl3pPr>
            <a:lvl4pPr marL="1316599" indent="0" algn="ctr">
              <a:buNone/>
              <a:defRPr sz="1536"/>
            </a:lvl4pPr>
            <a:lvl5pPr marL="1755465" indent="0" algn="ctr">
              <a:buNone/>
              <a:defRPr sz="1536"/>
            </a:lvl5pPr>
            <a:lvl6pPr marL="2194331" indent="0" algn="ctr">
              <a:buNone/>
              <a:defRPr sz="1536"/>
            </a:lvl6pPr>
            <a:lvl7pPr marL="2633198" indent="0" algn="ctr">
              <a:buNone/>
              <a:defRPr sz="1536"/>
            </a:lvl7pPr>
            <a:lvl8pPr marL="3072064" indent="0" algn="ctr">
              <a:buNone/>
              <a:defRPr sz="1536"/>
            </a:lvl8pPr>
            <a:lvl9pPr marL="3510930" indent="0" algn="ctr">
              <a:buNone/>
              <a:defRPr sz="1536"/>
            </a:lvl9pPr>
          </a:lstStyle>
          <a:p>
            <a:r>
              <a:rPr lang="en-US" dirty="0"/>
              <a:t>Click to edit Master subtitle style</a:t>
            </a:r>
          </a:p>
        </p:txBody>
      </p:sp>
      <p:sp>
        <p:nvSpPr>
          <p:cNvPr id="11" name="Text Placeholder 3">
            <a:extLst>
              <a:ext uri="{FF2B5EF4-FFF2-40B4-BE49-F238E27FC236}">
                <a16:creationId xmlns:a16="http://schemas.microsoft.com/office/drawing/2014/main" id="{2BD97A4B-3B96-BD44-A42C-67C929ACFAAE}"/>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grpSp>
        <p:nvGrpSpPr>
          <p:cNvPr id="3" name="Group 2">
            <a:extLst>
              <a:ext uri="{FF2B5EF4-FFF2-40B4-BE49-F238E27FC236}">
                <a16:creationId xmlns:a16="http://schemas.microsoft.com/office/drawing/2014/main" id="{9E236299-60CB-CD41-B410-414A498A6D58}"/>
              </a:ext>
            </a:extLst>
          </p:cNvPr>
          <p:cNvGrpSpPr/>
          <p:nvPr userDrawn="1"/>
        </p:nvGrpSpPr>
        <p:grpSpPr>
          <a:xfrm>
            <a:off x="8890875" y="5962271"/>
            <a:ext cx="2370447" cy="473075"/>
            <a:chOff x="8890875" y="5962271"/>
            <a:chExt cx="2370447" cy="473075"/>
          </a:xfrm>
        </p:grpSpPr>
        <p:pic>
          <p:nvPicPr>
            <p:cNvPr id="17" name="Picture 13">
              <a:extLst>
                <a:ext uri="{FF2B5EF4-FFF2-40B4-BE49-F238E27FC236}">
                  <a16:creationId xmlns:a16="http://schemas.microsoft.com/office/drawing/2014/main" id="{BC71FF32-DF89-3A41-BEEC-887008DEBB3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18" name="Picture 17">
              <a:extLst>
                <a:ext uri="{FF2B5EF4-FFF2-40B4-BE49-F238E27FC236}">
                  <a16:creationId xmlns:a16="http://schemas.microsoft.com/office/drawing/2014/main" id="{2C720DA9-FC37-E545-905C-1612974A5EFE}"/>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19" name="Straight Connector 18">
              <a:extLst>
                <a:ext uri="{FF2B5EF4-FFF2-40B4-BE49-F238E27FC236}">
                  <a16:creationId xmlns:a16="http://schemas.microsoft.com/office/drawing/2014/main" id="{4182F9DF-1C92-6440-A6D3-38FB10B48BF0}"/>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22A0FA5-916F-2748-9B0E-0FE4ABFF85A6}"/>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98607BF1-638D-E840-9A05-FE9EF4C594CE}"/>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340537532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lum">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A507BEC-6817-884E-8931-4D707FC1A919}"/>
              </a:ext>
            </a:extLst>
          </p:cNvPr>
          <p:cNvSpPr/>
          <p:nvPr userDrawn="1"/>
        </p:nvSpPr>
        <p:spPr>
          <a:xfrm>
            <a:off x="0" y="0"/>
            <a:ext cx="11703050" cy="6584950"/>
          </a:xfrm>
          <a:prstGeom prst="rect">
            <a:avLst/>
          </a:prstGeom>
          <a:gradFill flip="none" rotWithShape="1">
            <a:gsLst>
              <a:gs pos="20000">
                <a:srgbClr val="230722"/>
              </a:gs>
              <a:gs pos="100000">
                <a:srgbClr val="230722">
                  <a:lumMod val="90000"/>
                  <a:lumOff val="10000"/>
                </a:srgbClr>
              </a:gs>
            </a:gsLst>
            <a:lin ang="13500000" scaled="1"/>
            <a:tileRect/>
          </a:gradFill>
          <a:ln w="63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ctrTitle"/>
          </p:nvPr>
        </p:nvSpPr>
        <p:spPr>
          <a:xfrm>
            <a:off x="1213178" y="2709724"/>
            <a:ext cx="9185275" cy="664797"/>
          </a:xfrm>
          <a:prstGeom prst="rect">
            <a:avLst/>
          </a:prstGeom>
        </p:spPr>
        <p:txBody>
          <a:bodyPr anchor="b"/>
          <a:lstStyle>
            <a:lvl1pPr algn="ctr">
              <a:defRPr sz="4800" b="1" i="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213178" y="3398031"/>
            <a:ext cx="9185275" cy="430887"/>
          </a:xfrm>
        </p:spPr>
        <p:txBody>
          <a:bodyPr/>
          <a:lstStyle>
            <a:lvl1pPr marL="0" indent="0" algn="ctr">
              <a:buNone/>
              <a:defRPr sz="2800" b="0" i="0">
                <a:solidFill>
                  <a:schemeClr val="bg2"/>
                </a:solidFill>
                <a:latin typeface="Arial Regular"/>
                <a:ea typeface="Arial Regular"/>
                <a:cs typeface="VM Circular Natter Medium" panose="020B0604020101010102" pitchFamily="34" charset="77"/>
              </a:defRPr>
            </a:lvl1pPr>
            <a:lvl2pPr marL="438866" indent="0" algn="ctr">
              <a:buNone/>
              <a:defRPr sz="1920"/>
            </a:lvl2pPr>
            <a:lvl3pPr marL="877733" indent="0" algn="ctr">
              <a:buNone/>
              <a:defRPr sz="1728"/>
            </a:lvl3pPr>
            <a:lvl4pPr marL="1316599" indent="0" algn="ctr">
              <a:buNone/>
              <a:defRPr sz="1536"/>
            </a:lvl4pPr>
            <a:lvl5pPr marL="1755465" indent="0" algn="ctr">
              <a:buNone/>
              <a:defRPr sz="1536"/>
            </a:lvl5pPr>
            <a:lvl6pPr marL="2194331" indent="0" algn="ctr">
              <a:buNone/>
              <a:defRPr sz="1536"/>
            </a:lvl6pPr>
            <a:lvl7pPr marL="2633198" indent="0" algn="ctr">
              <a:buNone/>
              <a:defRPr sz="1536"/>
            </a:lvl7pPr>
            <a:lvl8pPr marL="3072064" indent="0" algn="ctr">
              <a:buNone/>
              <a:defRPr sz="1536"/>
            </a:lvl8pPr>
            <a:lvl9pPr marL="3510930" indent="0" algn="ctr">
              <a:buNone/>
              <a:defRPr sz="1536"/>
            </a:lvl9pPr>
          </a:lstStyle>
          <a:p>
            <a:r>
              <a:rPr lang="en-US" dirty="0"/>
              <a:t>Click to edit Master subtitle style</a:t>
            </a:r>
          </a:p>
        </p:txBody>
      </p:sp>
      <p:sp>
        <p:nvSpPr>
          <p:cNvPr id="41" name="TextBox 40">
            <a:extLst>
              <a:ext uri="{FF2B5EF4-FFF2-40B4-BE49-F238E27FC236}">
                <a16:creationId xmlns:a16="http://schemas.microsoft.com/office/drawing/2014/main" id="{24AB1CE1-8FA4-694D-B321-2FDA2C8FC21D}"/>
              </a:ext>
            </a:extLst>
          </p:cNvPr>
          <p:cNvSpPr txBox="1"/>
          <p:nvPr userDrawn="1"/>
        </p:nvSpPr>
        <p:spPr>
          <a:xfrm>
            <a:off x="11319734" y="6146230"/>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accent1"/>
                </a:solidFill>
                <a:latin typeface="Arial Regular"/>
                <a:ea typeface="VM Circular Whisper TT Light" charset="0"/>
                <a:cs typeface="VM Circular Whisper Light" panose="020B0404020101020102" pitchFamily="34" charset="77"/>
              </a:rPr>
              <a:t>‹#›</a:t>
            </a:fld>
            <a:endParaRPr lang="en-US" sz="1000" b="0" i="0" dirty="0">
              <a:solidFill>
                <a:schemeClr val="accent1"/>
              </a:solidFill>
              <a:latin typeface="Arial Regular"/>
              <a:ea typeface="VM Circular Whisper TT Light" charset="0"/>
              <a:cs typeface="VM Circular Whisper Light" panose="020B0404020101020102" pitchFamily="34" charset="77"/>
            </a:endParaRPr>
          </a:p>
        </p:txBody>
      </p:sp>
      <p:sp>
        <p:nvSpPr>
          <p:cNvPr id="40" name="Text Placeholder 3">
            <a:extLst>
              <a:ext uri="{FF2B5EF4-FFF2-40B4-BE49-F238E27FC236}">
                <a16:creationId xmlns:a16="http://schemas.microsoft.com/office/drawing/2014/main" id="{D2D242EA-366B-6C43-AC62-C8B1663C5A90}"/>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grpSp>
        <p:nvGrpSpPr>
          <p:cNvPr id="19" name="Group 18">
            <a:extLst>
              <a:ext uri="{FF2B5EF4-FFF2-40B4-BE49-F238E27FC236}">
                <a16:creationId xmlns:a16="http://schemas.microsoft.com/office/drawing/2014/main" id="{F02499F2-8597-2347-8C67-9E9014D6EF42}"/>
              </a:ext>
            </a:extLst>
          </p:cNvPr>
          <p:cNvGrpSpPr/>
          <p:nvPr userDrawn="1"/>
        </p:nvGrpSpPr>
        <p:grpSpPr>
          <a:xfrm>
            <a:off x="8890875" y="5962271"/>
            <a:ext cx="2370447" cy="473075"/>
            <a:chOff x="8890875" y="5962271"/>
            <a:chExt cx="2370447" cy="473075"/>
          </a:xfrm>
        </p:grpSpPr>
        <p:pic>
          <p:nvPicPr>
            <p:cNvPr id="20" name="Picture 13">
              <a:extLst>
                <a:ext uri="{FF2B5EF4-FFF2-40B4-BE49-F238E27FC236}">
                  <a16:creationId xmlns:a16="http://schemas.microsoft.com/office/drawing/2014/main" id="{5BC03D75-911E-C942-B7E1-A346626166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21" name="Picture 20">
              <a:extLst>
                <a:ext uri="{FF2B5EF4-FFF2-40B4-BE49-F238E27FC236}">
                  <a16:creationId xmlns:a16="http://schemas.microsoft.com/office/drawing/2014/main" id="{E70F10D0-934E-974F-B463-4BCF9788F64A}"/>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22" name="Straight Connector 21">
              <a:extLst>
                <a:ext uri="{FF2B5EF4-FFF2-40B4-BE49-F238E27FC236}">
                  <a16:creationId xmlns:a16="http://schemas.microsoft.com/office/drawing/2014/main" id="{C2651D8C-D030-3540-966F-59D5C917E44F}"/>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57919A-F364-3046-AB81-5037D77456D2}"/>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1989C2E-5B71-3E4E-B1CD-8947AA741202}"/>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301979045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Content - One Column">
    <p:spTree>
      <p:nvGrpSpPr>
        <p:cNvPr id="1" name=""/>
        <p:cNvGrpSpPr/>
        <p:nvPr/>
      </p:nvGrpSpPr>
      <p:grpSpPr>
        <a:xfrm>
          <a:off x="0" y="0"/>
          <a:ext cx="0" cy="0"/>
          <a:chOff x="0" y="0"/>
          <a:chExt cx="0" cy="0"/>
        </a:xfrm>
      </p:grpSpPr>
      <p:sp>
        <p:nvSpPr>
          <p:cNvPr id="2" name="Title 1"/>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5" name="Text Placeholder 3"/>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6" name="Content Placeholder 2">
            <a:extLst>
              <a:ext uri="{FF2B5EF4-FFF2-40B4-BE49-F238E27FC236}">
                <a16:creationId xmlns:a16="http://schemas.microsoft.com/office/drawing/2014/main" id="{B69529B2-BDC5-7A4E-9CFC-E4B2987EB0A4}"/>
              </a:ext>
            </a:extLst>
          </p:cNvPr>
          <p:cNvSpPr>
            <a:spLocks noGrp="1"/>
          </p:cNvSpPr>
          <p:nvPr>
            <p:ph idx="1"/>
          </p:nvPr>
        </p:nvSpPr>
        <p:spPr>
          <a:xfrm>
            <a:off x="587374" y="1784550"/>
            <a:ext cx="10550525" cy="1184940"/>
          </a:xfrm>
        </p:spPr>
        <p:txBody>
          <a:bodyPr/>
          <a:lstStyle>
            <a:lvl1pPr marL="0" indent="0">
              <a:lnSpc>
                <a:spcPct val="100000"/>
              </a:lnSpc>
              <a:spcBef>
                <a:spcPts val="0"/>
              </a:spcBef>
              <a:spcAft>
                <a:spcPts val="600"/>
              </a:spcAft>
              <a:buFont typeface="Arial" panose="020B0604020202020204" pitchFamily="34" charset="0"/>
              <a:buNone/>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9">
            <a:extLst>
              <a:ext uri="{FF2B5EF4-FFF2-40B4-BE49-F238E27FC236}">
                <a16:creationId xmlns:a16="http://schemas.microsoft.com/office/drawing/2014/main" id="{FF20A27F-30F3-E64C-A3A5-7D5B20C6F35F}"/>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spTree>
    <p:extLst>
      <p:ext uri="{BB962C8B-B14F-4D97-AF65-F5344CB8AC3E}">
        <p14:creationId xmlns:p14="http://schemas.microsoft.com/office/powerpoint/2010/main" val="357690052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Content - Two Columns">
    <p:spTree>
      <p:nvGrpSpPr>
        <p:cNvPr id="1" name=""/>
        <p:cNvGrpSpPr/>
        <p:nvPr/>
      </p:nvGrpSpPr>
      <p:grpSpPr>
        <a:xfrm>
          <a:off x="0" y="0"/>
          <a:ext cx="0" cy="0"/>
          <a:chOff x="0" y="0"/>
          <a:chExt cx="0" cy="0"/>
        </a:xfrm>
      </p:grpSpPr>
      <p:sp>
        <p:nvSpPr>
          <p:cNvPr id="5" name="Text Placeholder 3"/>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8" name="Content Placeholder 2">
            <a:extLst>
              <a:ext uri="{FF2B5EF4-FFF2-40B4-BE49-F238E27FC236}">
                <a16:creationId xmlns:a16="http://schemas.microsoft.com/office/drawing/2014/main" id="{501C809B-266F-0C47-8045-35F7BBC7A9C7}"/>
              </a:ext>
            </a:extLst>
          </p:cNvPr>
          <p:cNvSpPr>
            <a:spLocks noGrp="1"/>
          </p:cNvSpPr>
          <p:nvPr>
            <p:ph idx="1"/>
          </p:nvPr>
        </p:nvSpPr>
        <p:spPr>
          <a:xfrm>
            <a:off x="587375" y="1784548"/>
            <a:ext cx="5143500" cy="1184940"/>
          </a:xfrm>
        </p:spPr>
        <p:txBody>
          <a:bodyPr/>
          <a:lstStyle>
            <a:lvl1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Content Placeholder 2">
            <a:extLst>
              <a:ext uri="{FF2B5EF4-FFF2-40B4-BE49-F238E27FC236}">
                <a16:creationId xmlns:a16="http://schemas.microsoft.com/office/drawing/2014/main" id="{9C1F8D1F-8CF4-F446-ACAC-1CD7DA919017}"/>
              </a:ext>
            </a:extLst>
          </p:cNvPr>
          <p:cNvSpPr>
            <a:spLocks noGrp="1"/>
          </p:cNvSpPr>
          <p:nvPr>
            <p:ph idx="10"/>
          </p:nvPr>
        </p:nvSpPr>
        <p:spPr>
          <a:xfrm>
            <a:off x="5972175" y="1784549"/>
            <a:ext cx="5143500" cy="1184940"/>
          </a:xfrm>
        </p:spPr>
        <p:txBody>
          <a:bodyPr/>
          <a:lstStyle>
            <a:lvl1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itle 1">
            <a:extLst>
              <a:ext uri="{FF2B5EF4-FFF2-40B4-BE49-F238E27FC236}">
                <a16:creationId xmlns:a16="http://schemas.microsoft.com/office/drawing/2014/main" id="{C29711BC-45DC-D74A-80D3-539863A76473}"/>
              </a:ext>
            </a:extLst>
          </p:cNvPr>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11" name="Text Placeholder 9">
            <a:extLst>
              <a:ext uri="{FF2B5EF4-FFF2-40B4-BE49-F238E27FC236}">
                <a16:creationId xmlns:a16="http://schemas.microsoft.com/office/drawing/2014/main" id="{FBA6C511-C189-394A-883C-C96B311E49FA}"/>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spTree>
    <p:extLst>
      <p:ext uri="{BB962C8B-B14F-4D97-AF65-F5344CB8AC3E}">
        <p14:creationId xmlns:p14="http://schemas.microsoft.com/office/powerpoint/2010/main" val="207146655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Content - Three Columns">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501C809B-266F-0C47-8045-35F7BBC7A9C7}"/>
              </a:ext>
            </a:extLst>
          </p:cNvPr>
          <p:cNvSpPr>
            <a:spLocks noGrp="1"/>
          </p:cNvSpPr>
          <p:nvPr>
            <p:ph idx="1"/>
          </p:nvPr>
        </p:nvSpPr>
        <p:spPr>
          <a:xfrm>
            <a:off x="587375" y="1784549"/>
            <a:ext cx="3348000" cy="1184940"/>
          </a:xfrm>
        </p:spPr>
        <p:txBody>
          <a:bodyPr/>
          <a:lstStyle>
            <a:lvl1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6" name="Content Placeholder 2">
            <a:extLst>
              <a:ext uri="{FF2B5EF4-FFF2-40B4-BE49-F238E27FC236}">
                <a16:creationId xmlns:a16="http://schemas.microsoft.com/office/drawing/2014/main" id="{4AF30D05-6117-8040-9BA2-5CFF143E7F6B}"/>
              </a:ext>
            </a:extLst>
          </p:cNvPr>
          <p:cNvSpPr>
            <a:spLocks noGrp="1"/>
          </p:cNvSpPr>
          <p:nvPr>
            <p:ph idx="15"/>
          </p:nvPr>
        </p:nvSpPr>
        <p:spPr>
          <a:xfrm>
            <a:off x="7767675" y="1784550"/>
            <a:ext cx="3348000" cy="1184940"/>
          </a:xfrm>
        </p:spPr>
        <p:txBody>
          <a:bodyPr/>
          <a:lstStyle>
            <a:lvl1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7" name="Content Placeholder 2">
            <a:extLst>
              <a:ext uri="{FF2B5EF4-FFF2-40B4-BE49-F238E27FC236}">
                <a16:creationId xmlns:a16="http://schemas.microsoft.com/office/drawing/2014/main" id="{E1508B3D-CF91-1D48-8714-BAF35C2E1F0D}"/>
              </a:ext>
            </a:extLst>
          </p:cNvPr>
          <p:cNvSpPr>
            <a:spLocks noGrp="1"/>
          </p:cNvSpPr>
          <p:nvPr>
            <p:ph idx="16"/>
          </p:nvPr>
        </p:nvSpPr>
        <p:spPr>
          <a:xfrm>
            <a:off x="4177525" y="1784549"/>
            <a:ext cx="3348000" cy="1184940"/>
          </a:xfrm>
        </p:spPr>
        <p:txBody>
          <a:bodyPr/>
          <a:lstStyle>
            <a:lvl1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3">
            <a:extLst>
              <a:ext uri="{FF2B5EF4-FFF2-40B4-BE49-F238E27FC236}">
                <a16:creationId xmlns:a16="http://schemas.microsoft.com/office/drawing/2014/main" id="{595ED2C1-B299-E149-9758-BC443E244ED5}"/>
              </a:ext>
            </a:extLst>
          </p:cNvPr>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14" name="Title 1">
            <a:extLst>
              <a:ext uri="{FF2B5EF4-FFF2-40B4-BE49-F238E27FC236}">
                <a16:creationId xmlns:a16="http://schemas.microsoft.com/office/drawing/2014/main" id="{D0A21A6A-7E49-B341-AEE3-73F289C002DB}"/>
              </a:ext>
            </a:extLst>
          </p:cNvPr>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1552883-6159-504C-9377-C6ED5F9B2961}"/>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spTree>
    <p:extLst>
      <p:ext uri="{BB962C8B-B14F-4D97-AF65-F5344CB8AC3E}">
        <p14:creationId xmlns:p14="http://schemas.microsoft.com/office/powerpoint/2010/main" val="266198067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200F7F-AB80-254D-9EB2-67AC973366F3}"/>
              </a:ext>
            </a:extLst>
          </p:cNvPr>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DFE9F440-432C-5C42-A333-E0F2524CF2B9}"/>
              </a:ext>
            </a:extLst>
          </p:cNvPr>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7" name="Text Placeholder 9">
            <a:extLst>
              <a:ext uri="{FF2B5EF4-FFF2-40B4-BE49-F238E27FC236}">
                <a16:creationId xmlns:a16="http://schemas.microsoft.com/office/drawing/2014/main" id="{2F71B668-25F6-FC46-BDE5-224FB7C8A8BA}"/>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spTree>
    <p:extLst>
      <p:ext uri="{BB962C8B-B14F-4D97-AF65-F5344CB8AC3E}">
        <p14:creationId xmlns:p14="http://schemas.microsoft.com/office/powerpoint/2010/main" val="79606486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 Placeholder 9">
            <a:extLst>
              <a:ext uri="{FF2B5EF4-FFF2-40B4-BE49-F238E27FC236}">
                <a16:creationId xmlns:a16="http://schemas.microsoft.com/office/drawing/2014/main" id="{E9B62230-4B99-0F4A-8C85-6074C710E119}"/>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spTree>
    <p:extLst>
      <p:ext uri="{BB962C8B-B14F-4D97-AF65-F5344CB8AC3E}">
        <p14:creationId xmlns:p14="http://schemas.microsoft.com/office/powerpoint/2010/main" val="63901482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on Re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8369680-FDE3-9248-9361-14E580EF85AE}"/>
              </a:ext>
            </a:extLst>
          </p:cNvPr>
          <p:cNvSpPr/>
          <p:nvPr userDrawn="1"/>
        </p:nvSpPr>
        <p:spPr>
          <a:xfrm>
            <a:off x="0" y="0"/>
            <a:ext cx="11703050" cy="6584950"/>
          </a:xfrm>
          <a:prstGeom prst="rect">
            <a:avLst/>
          </a:prstGeom>
          <a:gradFill flip="none" rotWithShape="1">
            <a:gsLst>
              <a:gs pos="20000">
                <a:srgbClr val="FF0A0A"/>
              </a:gs>
              <a:gs pos="100000">
                <a:srgbClr val="901000"/>
              </a:gs>
            </a:gsLst>
            <a:lin ang="2700000" scaled="1"/>
            <a:tileRect/>
          </a:gra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5" name="Text Placeholder 3"/>
          <p:cNvSpPr>
            <a:spLocks noGrp="1"/>
          </p:cNvSpPr>
          <p:nvPr>
            <p:ph type="body" sz="half" idx="2"/>
          </p:nvPr>
        </p:nvSpPr>
        <p:spPr>
          <a:xfrm>
            <a:off x="570944" y="936000"/>
            <a:ext cx="10566956" cy="276999"/>
          </a:xfrm>
        </p:spPr>
        <p:txBody>
          <a:bodyPr/>
          <a:lstStyle>
            <a:lvl1pPr marL="0" indent="0">
              <a:buNone/>
              <a:defRPr sz="1800" b="0" i="0">
                <a:solidFill>
                  <a:schemeClr val="bg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41" name="TextBox 40">
            <a:extLst>
              <a:ext uri="{FF2B5EF4-FFF2-40B4-BE49-F238E27FC236}">
                <a16:creationId xmlns:a16="http://schemas.microsoft.com/office/drawing/2014/main" id="{AF0F96CB-4693-A740-82A7-365D33BD2748}"/>
              </a:ext>
            </a:extLst>
          </p:cNvPr>
          <p:cNvSpPr txBox="1"/>
          <p:nvPr userDrawn="1"/>
        </p:nvSpPr>
        <p:spPr>
          <a:xfrm>
            <a:off x="11319734" y="6135597"/>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bg1"/>
                </a:solidFill>
                <a:latin typeface="Arial Regular"/>
                <a:ea typeface="VM Circular Whisper TT Light" charset="0"/>
                <a:cs typeface="VM Circular Whisper Light" panose="020B0404020101020102" pitchFamily="34" charset="77"/>
              </a:rPr>
              <a:t>‹#›</a:t>
            </a:fld>
            <a:endParaRPr lang="en-US" sz="800" b="0" i="0" dirty="0">
              <a:solidFill>
                <a:schemeClr val="bg1"/>
              </a:solidFill>
              <a:latin typeface="Arial Regular"/>
              <a:ea typeface="VM Circular Whisper TT Light" charset="0"/>
              <a:cs typeface="VM Circular Whisper Light" panose="020B0404020101020102" pitchFamily="34" charset="77"/>
            </a:endParaRPr>
          </a:p>
        </p:txBody>
      </p:sp>
      <p:sp>
        <p:nvSpPr>
          <p:cNvPr id="40" name="Content Placeholder 2">
            <a:extLst>
              <a:ext uri="{FF2B5EF4-FFF2-40B4-BE49-F238E27FC236}">
                <a16:creationId xmlns:a16="http://schemas.microsoft.com/office/drawing/2014/main" id="{BE5372C7-7B5B-BF47-85E1-AB41856DC287}"/>
              </a:ext>
            </a:extLst>
          </p:cNvPr>
          <p:cNvSpPr>
            <a:spLocks noGrp="1"/>
          </p:cNvSpPr>
          <p:nvPr>
            <p:ph idx="1"/>
          </p:nvPr>
        </p:nvSpPr>
        <p:spPr>
          <a:xfrm>
            <a:off x="570944" y="1784547"/>
            <a:ext cx="10566956" cy="1261884"/>
          </a:xfrm>
        </p:spPr>
        <p:txBody>
          <a:bodyPr/>
          <a:lstStyle>
            <a:lvl1pPr marL="0" indent="0">
              <a:buClr>
                <a:schemeClr val="bg2"/>
              </a:buClr>
              <a:buFont typeface="Arial" panose="020B0604020202020204" pitchFamily="34" charset="0"/>
              <a:buNone/>
              <a:defRPr b="0" i="0">
                <a:solidFill>
                  <a:schemeClr val="bg1"/>
                </a:solidFill>
              </a:defRPr>
            </a:lvl1pPr>
            <a:lvl2pPr>
              <a:buClr>
                <a:schemeClr val="bg2"/>
              </a:buClr>
              <a:defRPr b="0" i="0">
                <a:solidFill>
                  <a:schemeClr val="bg1"/>
                </a:solidFill>
              </a:defRPr>
            </a:lvl2pPr>
            <a:lvl3pPr marL="360000" indent="-180000">
              <a:buClr>
                <a:schemeClr val="bg2"/>
              </a:buClr>
              <a:buFont typeface="Arial" panose="020B0604020202020204" pitchFamily="34" charset="0"/>
              <a:buChar char="•"/>
              <a:defRPr b="0" i="0">
                <a:solidFill>
                  <a:schemeClr val="bg1"/>
                </a:solidFill>
              </a:defRPr>
            </a:lvl3pPr>
            <a:lvl4pPr marL="534988" indent="-173038">
              <a:buClr>
                <a:schemeClr val="bg2"/>
              </a:buClr>
              <a:defRPr sz="1400" b="0" i="0">
                <a:solidFill>
                  <a:schemeClr val="bg1"/>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8" name="Title 1">
            <a:extLst>
              <a:ext uri="{FF2B5EF4-FFF2-40B4-BE49-F238E27FC236}">
                <a16:creationId xmlns:a16="http://schemas.microsoft.com/office/drawing/2014/main" id="{D10D025F-9C1A-DC43-8F70-9BABFBB98999}"/>
              </a:ext>
            </a:extLst>
          </p:cNvPr>
          <p:cNvSpPr>
            <a:spLocks noGrp="1"/>
          </p:cNvSpPr>
          <p:nvPr>
            <p:ph type="title"/>
          </p:nvPr>
        </p:nvSpPr>
        <p:spPr>
          <a:xfrm>
            <a:off x="558244" y="417996"/>
            <a:ext cx="10579656" cy="498598"/>
          </a:xfrm>
          <a:prstGeom prst="rect">
            <a:avLst/>
          </a:prstGeom>
        </p:spPr>
        <p:txBody>
          <a:bodyPr/>
          <a:lstStyle>
            <a:lvl1pPr>
              <a:defRPr b="1" i="0">
                <a:solidFill>
                  <a:schemeClr val="bg1"/>
                </a:solidFill>
              </a:defRPr>
            </a:lvl1pPr>
          </a:lstStyle>
          <a:p>
            <a:r>
              <a:rPr lang="en-US" dirty="0"/>
              <a:t>Click to edit Master title style</a:t>
            </a:r>
          </a:p>
        </p:txBody>
      </p:sp>
      <p:sp>
        <p:nvSpPr>
          <p:cNvPr id="42" name="Text Placeholder 3">
            <a:extLst>
              <a:ext uri="{FF2B5EF4-FFF2-40B4-BE49-F238E27FC236}">
                <a16:creationId xmlns:a16="http://schemas.microsoft.com/office/drawing/2014/main" id="{698C3BA4-E321-A340-8055-83921916E09D}"/>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grpSp>
        <p:nvGrpSpPr>
          <p:cNvPr id="20" name="Group 19">
            <a:extLst>
              <a:ext uri="{FF2B5EF4-FFF2-40B4-BE49-F238E27FC236}">
                <a16:creationId xmlns:a16="http://schemas.microsoft.com/office/drawing/2014/main" id="{625AD12B-A68A-1546-BDD2-1BA893B57FEA}"/>
              </a:ext>
            </a:extLst>
          </p:cNvPr>
          <p:cNvGrpSpPr/>
          <p:nvPr userDrawn="1"/>
        </p:nvGrpSpPr>
        <p:grpSpPr>
          <a:xfrm>
            <a:off x="8890875" y="5962271"/>
            <a:ext cx="2370447" cy="473075"/>
            <a:chOff x="8890875" y="5962271"/>
            <a:chExt cx="2370447" cy="473075"/>
          </a:xfrm>
        </p:grpSpPr>
        <p:pic>
          <p:nvPicPr>
            <p:cNvPr id="21" name="Picture 13">
              <a:extLst>
                <a:ext uri="{FF2B5EF4-FFF2-40B4-BE49-F238E27FC236}">
                  <a16:creationId xmlns:a16="http://schemas.microsoft.com/office/drawing/2014/main" id="{EC79D0C6-4A2F-1841-8F90-7E2BC33517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22" name="Picture 21">
              <a:extLst>
                <a:ext uri="{FF2B5EF4-FFF2-40B4-BE49-F238E27FC236}">
                  <a16:creationId xmlns:a16="http://schemas.microsoft.com/office/drawing/2014/main" id="{3BC2D758-F1A4-2D49-B69A-29F0CCAB1B55}"/>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23" name="Straight Connector 22">
              <a:extLst>
                <a:ext uri="{FF2B5EF4-FFF2-40B4-BE49-F238E27FC236}">
                  <a16:creationId xmlns:a16="http://schemas.microsoft.com/office/drawing/2014/main" id="{09B35BC6-EFF2-E649-8427-150808407349}"/>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E0A8F46-16DD-4B43-A0B6-8D63D95F1FC1}"/>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B413CE4-66E3-1B44-95D1-24185471892B}"/>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222152264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on Plum">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0C9E34D-09E2-4E4F-82DD-54908905E2A5}"/>
              </a:ext>
            </a:extLst>
          </p:cNvPr>
          <p:cNvSpPr/>
          <p:nvPr userDrawn="1"/>
        </p:nvSpPr>
        <p:spPr>
          <a:xfrm>
            <a:off x="0" y="0"/>
            <a:ext cx="11703050" cy="6584950"/>
          </a:xfrm>
          <a:prstGeom prst="rect">
            <a:avLst/>
          </a:prstGeom>
          <a:gradFill flip="none" rotWithShape="1">
            <a:gsLst>
              <a:gs pos="20000">
                <a:srgbClr val="230722"/>
              </a:gs>
              <a:gs pos="100000">
                <a:srgbClr val="230722">
                  <a:lumMod val="90000"/>
                  <a:lumOff val="10000"/>
                </a:srgbClr>
              </a:gs>
            </a:gsLst>
            <a:lin ang="13500000" scaled="1"/>
            <a:tileRect/>
          </a:gradFill>
          <a:ln w="63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3"/>
          <p:cNvSpPr>
            <a:spLocks noGrp="1"/>
          </p:cNvSpPr>
          <p:nvPr>
            <p:ph type="body" sz="half" idx="2"/>
          </p:nvPr>
        </p:nvSpPr>
        <p:spPr>
          <a:xfrm>
            <a:off x="570944" y="936000"/>
            <a:ext cx="10566956" cy="276999"/>
          </a:xfrm>
        </p:spPr>
        <p:txBody>
          <a:bodyPr/>
          <a:lstStyle>
            <a:lvl1pPr marL="0" indent="0">
              <a:buNone/>
              <a:defRPr sz="1800" b="0" i="0">
                <a:solidFill>
                  <a:schemeClr val="bg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56" name="TextBox 55">
            <a:extLst>
              <a:ext uri="{FF2B5EF4-FFF2-40B4-BE49-F238E27FC236}">
                <a16:creationId xmlns:a16="http://schemas.microsoft.com/office/drawing/2014/main" id="{34CD6B26-3AE5-EA42-B3F3-FE9547D4B3B3}"/>
              </a:ext>
            </a:extLst>
          </p:cNvPr>
          <p:cNvSpPr txBox="1"/>
          <p:nvPr userDrawn="1"/>
        </p:nvSpPr>
        <p:spPr>
          <a:xfrm>
            <a:off x="11319734" y="6146230"/>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accent1"/>
                </a:solidFill>
                <a:latin typeface="Arial Regular"/>
                <a:ea typeface="VM Circular Whisper TT Light" charset="0"/>
                <a:cs typeface="VM Circular Whisper Light" panose="020B0404020101020102" pitchFamily="34" charset="77"/>
              </a:rPr>
              <a:t>‹#›</a:t>
            </a:fld>
            <a:endParaRPr lang="en-US" sz="1000" b="0" i="0" dirty="0">
              <a:solidFill>
                <a:schemeClr val="accent1"/>
              </a:solidFill>
              <a:latin typeface="Arial Regular"/>
              <a:ea typeface="VM Circular Whisper TT Light" charset="0"/>
              <a:cs typeface="VM Circular Whisper Light" panose="020B0404020101020102" pitchFamily="34" charset="77"/>
            </a:endParaRPr>
          </a:p>
        </p:txBody>
      </p:sp>
      <p:sp>
        <p:nvSpPr>
          <p:cNvPr id="23" name="Content Placeholder 2">
            <a:extLst>
              <a:ext uri="{FF2B5EF4-FFF2-40B4-BE49-F238E27FC236}">
                <a16:creationId xmlns:a16="http://schemas.microsoft.com/office/drawing/2014/main" id="{44E2A902-8BF7-ED46-882F-26DB99940E99}"/>
              </a:ext>
            </a:extLst>
          </p:cNvPr>
          <p:cNvSpPr>
            <a:spLocks noGrp="1"/>
          </p:cNvSpPr>
          <p:nvPr>
            <p:ph idx="1"/>
          </p:nvPr>
        </p:nvSpPr>
        <p:spPr>
          <a:xfrm>
            <a:off x="570944" y="1784548"/>
            <a:ext cx="10566956" cy="1261884"/>
          </a:xfrm>
        </p:spPr>
        <p:txBody>
          <a:bodyPr/>
          <a:lstStyle>
            <a:lvl1pPr marL="0" indent="0">
              <a:buClr>
                <a:schemeClr val="accent1"/>
              </a:buClr>
              <a:buFont typeface="Arial" panose="020B0604020202020204" pitchFamily="34" charset="0"/>
              <a:buNone/>
              <a:defRPr b="0" i="0">
                <a:solidFill>
                  <a:schemeClr val="bg1"/>
                </a:solidFill>
              </a:defRPr>
            </a:lvl1pPr>
            <a:lvl2pPr>
              <a:buClr>
                <a:schemeClr val="accent1"/>
              </a:buClr>
              <a:defRPr b="0" i="0">
                <a:solidFill>
                  <a:schemeClr val="bg1"/>
                </a:solidFill>
              </a:defRPr>
            </a:lvl2pPr>
            <a:lvl3pPr>
              <a:buClr>
                <a:schemeClr val="accent1"/>
              </a:buClr>
              <a:defRPr b="0" i="0">
                <a:solidFill>
                  <a:schemeClr val="bg1"/>
                </a:solidFill>
              </a:defRPr>
            </a:lvl3pPr>
            <a:lvl4pPr>
              <a:buClr>
                <a:schemeClr val="accent1"/>
              </a:buClr>
              <a:defRPr b="0" i="0">
                <a:solidFill>
                  <a:schemeClr val="bg1"/>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itle 1">
            <a:extLst>
              <a:ext uri="{FF2B5EF4-FFF2-40B4-BE49-F238E27FC236}">
                <a16:creationId xmlns:a16="http://schemas.microsoft.com/office/drawing/2014/main" id="{52BD46C3-64C1-E34B-A26E-190F7B7A857A}"/>
              </a:ext>
            </a:extLst>
          </p:cNvPr>
          <p:cNvSpPr>
            <a:spLocks noGrp="1"/>
          </p:cNvSpPr>
          <p:nvPr>
            <p:ph type="title"/>
          </p:nvPr>
        </p:nvSpPr>
        <p:spPr>
          <a:xfrm>
            <a:off x="558244" y="417996"/>
            <a:ext cx="10579656" cy="498598"/>
          </a:xfrm>
          <a:prstGeom prst="rect">
            <a:avLst/>
          </a:prstGeom>
        </p:spPr>
        <p:txBody>
          <a:bodyPr/>
          <a:lstStyle>
            <a:lvl1pPr>
              <a:defRPr b="1" i="0">
                <a:solidFill>
                  <a:schemeClr val="bg1"/>
                </a:solidFill>
              </a:defRPr>
            </a:lvl1pPr>
          </a:lstStyle>
          <a:p>
            <a:r>
              <a:rPr lang="en-US" dirty="0"/>
              <a:t>Click to edit Master title style</a:t>
            </a:r>
          </a:p>
        </p:txBody>
      </p:sp>
      <p:sp>
        <p:nvSpPr>
          <p:cNvPr id="27" name="Text Placeholder 3">
            <a:extLst>
              <a:ext uri="{FF2B5EF4-FFF2-40B4-BE49-F238E27FC236}">
                <a16:creationId xmlns:a16="http://schemas.microsoft.com/office/drawing/2014/main" id="{7D55F40F-BC50-1444-9389-2B6648606C03}"/>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grpSp>
        <p:nvGrpSpPr>
          <p:cNvPr id="20" name="Group 19">
            <a:extLst>
              <a:ext uri="{FF2B5EF4-FFF2-40B4-BE49-F238E27FC236}">
                <a16:creationId xmlns:a16="http://schemas.microsoft.com/office/drawing/2014/main" id="{0A44C6C7-9F2C-934E-A0D7-0434709E0638}"/>
              </a:ext>
            </a:extLst>
          </p:cNvPr>
          <p:cNvGrpSpPr/>
          <p:nvPr userDrawn="1"/>
        </p:nvGrpSpPr>
        <p:grpSpPr>
          <a:xfrm>
            <a:off x="8890875" y="5962271"/>
            <a:ext cx="2370447" cy="473075"/>
            <a:chOff x="8890875" y="5962271"/>
            <a:chExt cx="2370447" cy="473075"/>
          </a:xfrm>
        </p:grpSpPr>
        <p:pic>
          <p:nvPicPr>
            <p:cNvPr id="21" name="Picture 13">
              <a:extLst>
                <a:ext uri="{FF2B5EF4-FFF2-40B4-BE49-F238E27FC236}">
                  <a16:creationId xmlns:a16="http://schemas.microsoft.com/office/drawing/2014/main" id="{0AC69733-9537-9A49-B734-6736B8C6C2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22" name="Picture 21">
              <a:extLst>
                <a:ext uri="{FF2B5EF4-FFF2-40B4-BE49-F238E27FC236}">
                  <a16:creationId xmlns:a16="http://schemas.microsoft.com/office/drawing/2014/main" id="{7129FD24-1FBB-FC42-90FB-5A53326087E7}"/>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25" name="Straight Connector 24">
              <a:extLst>
                <a:ext uri="{FF2B5EF4-FFF2-40B4-BE49-F238E27FC236}">
                  <a16:creationId xmlns:a16="http://schemas.microsoft.com/office/drawing/2014/main" id="{47750EEC-F519-934A-87AE-BA5E6B728096}"/>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C5BCD84-61A6-6242-B658-1B2522A5A059}"/>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B2AAC66-1EDA-1F43-8B9B-C30158C4A3E9}"/>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416676942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on White and Re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1BB77FE0-D470-0543-AD9E-12099191E8E5}"/>
              </a:ext>
            </a:extLst>
          </p:cNvPr>
          <p:cNvSpPr/>
          <p:nvPr userDrawn="1"/>
        </p:nvSpPr>
        <p:spPr>
          <a:xfrm>
            <a:off x="5851524" y="0"/>
            <a:ext cx="5851526" cy="6584950"/>
          </a:xfrm>
          <a:prstGeom prst="rect">
            <a:avLst/>
          </a:prstGeom>
          <a:gradFill flip="none" rotWithShape="1">
            <a:gsLst>
              <a:gs pos="20000">
                <a:srgbClr val="FF0A0A"/>
              </a:gs>
              <a:gs pos="100000">
                <a:srgbClr val="901000"/>
              </a:gs>
            </a:gsLst>
            <a:lin ang="2700000" scaled="1"/>
            <a:tileRect/>
          </a:gra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43" name="TextBox 42">
            <a:extLst>
              <a:ext uri="{FF2B5EF4-FFF2-40B4-BE49-F238E27FC236}">
                <a16:creationId xmlns:a16="http://schemas.microsoft.com/office/drawing/2014/main" id="{16BC71DB-18E0-D347-815F-241FE717B955}"/>
              </a:ext>
            </a:extLst>
          </p:cNvPr>
          <p:cNvSpPr txBox="1"/>
          <p:nvPr userDrawn="1"/>
        </p:nvSpPr>
        <p:spPr>
          <a:xfrm>
            <a:off x="11319734" y="6135597"/>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bg1"/>
                </a:solidFill>
                <a:latin typeface="Arial Regular"/>
                <a:ea typeface="VM Circular Whisper TT Light" charset="0"/>
                <a:cs typeface="VM Circular Whisper Light" panose="020B0404020101020102" pitchFamily="34" charset="77"/>
              </a:rPr>
              <a:t>‹#›</a:t>
            </a:fld>
            <a:endParaRPr lang="en-US" sz="800" b="0" i="0" dirty="0">
              <a:solidFill>
                <a:schemeClr val="bg1"/>
              </a:solidFill>
              <a:latin typeface="Arial Regular"/>
              <a:ea typeface="VM Circular Whisper TT Light" charset="0"/>
              <a:cs typeface="VM Circular Whisper Light" panose="020B0404020101020102" pitchFamily="34" charset="77"/>
            </a:endParaRPr>
          </a:p>
        </p:txBody>
      </p:sp>
      <p:sp>
        <p:nvSpPr>
          <p:cNvPr id="38" name="Text Placeholder 3">
            <a:extLst>
              <a:ext uri="{FF2B5EF4-FFF2-40B4-BE49-F238E27FC236}">
                <a16:creationId xmlns:a16="http://schemas.microsoft.com/office/drawing/2014/main" id="{89091677-47DD-A74E-8BC3-09D76983567F}"/>
              </a:ext>
            </a:extLst>
          </p:cNvPr>
          <p:cNvSpPr>
            <a:spLocks noGrp="1"/>
          </p:cNvSpPr>
          <p:nvPr>
            <p:ph type="body" sz="half" idx="2"/>
          </p:nvPr>
        </p:nvSpPr>
        <p:spPr>
          <a:xfrm>
            <a:off x="6419572" y="480647"/>
            <a:ext cx="4680000" cy="369332"/>
          </a:xfrm>
        </p:spPr>
        <p:txBody>
          <a:bodyPr/>
          <a:lstStyle>
            <a:lvl1pPr marL="0" indent="0">
              <a:lnSpc>
                <a:spcPct val="100000"/>
              </a:lnSpc>
              <a:buNone/>
              <a:defRPr sz="2400" b="0" i="0">
                <a:solidFill>
                  <a:schemeClr val="bg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44" name="Title 1">
            <a:extLst>
              <a:ext uri="{FF2B5EF4-FFF2-40B4-BE49-F238E27FC236}">
                <a16:creationId xmlns:a16="http://schemas.microsoft.com/office/drawing/2014/main" id="{66FC806C-8B7E-3040-B5E0-C5857F421B41}"/>
              </a:ext>
            </a:extLst>
          </p:cNvPr>
          <p:cNvSpPr>
            <a:spLocks noGrp="1"/>
          </p:cNvSpPr>
          <p:nvPr>
            <p:ph type="title"/>
          </p:nvPr>
        </p:nvSpPr>
        <p:spPr>
          <a:xfrm>
            <a:off x="558244" y="426048"/>
            <a:ext cx="4727575" cy="997196"/>
          </a:xfrm>
          <a:prstGeom prst="rect">
            <a:avLst/>
          </a:prstGeom>
        </p:spPr>
        <p:txBody>
          <a:bodyPr/>
          <a:lstStyle>
            <a:lvl1pPr>
              <a:defRPr sz="3600" b="1" i="0">
                <a:solidFill>
                  <a:srgbClr val="FF0A0A"/>
                </a:solidFill>
              </a:defRPr>
            </a:lvl1pPr>
          </a:lstStyle>
          <a:p>
            <a:r>
              <a:rPr lang="en-US" dirty="0"/>
              <a:t>Click to edit Master title style</a:t>
            </a:r>
          </a:p>
        </p:txBody>
      </p:sp>
      <p:sp>
        <p:nvSpPr>
          <p:cNvPr id="40" name="Content Placeholder 2">
            <a:extLst>
              <a:ext uri="{FF2B5EF4-FFF2-40B4-BE49-F238E27FC236}">
                <a16:creationId xmlns:a16="http://schemas.microsoft.com/office/drawing/2014/main" id="{79199845-168A-3F4A-A120-F3EE709B4B8D}"/>
              </a:ext>
            </a:extLst>
          </p:cNvPr>
          <p:cNvSpPr>
            <a:spLocks noGrp="1"/>
          </p:cNvSpPr>
          <p:nvPr>
            <p:ph idx="1"/>
          </p:nvPr>
        </p:nvSpPr>
        <p:spPr>
          <a:xfrm>
            <a:off x="6410324" y="1310937"/>
            <a:ext cx="4727575" cy="1184940"/>
          </a:xfrm>
        </p:spPr>
        <p:txBody>
          <a:bodyPr/>
          <a:lstStyle>
            <a:lvl1pPr>
              <a:lnSpc>
                <a:spcPct val="100000"/>
              </a:lnSpc>
              <a:spcBef>
                <a:spcPts val="0"/>
              </a:spcBef>
              <a:spcAft>
                <a:spcPts val="600"/>
              </a:spcAft>
              <a:buClr>
                <a:schemeClr val="bg1"/>
              </a:buClr>
              <a:defRPr sz="1600" b="0" i="0" spc="0">
                <a:solidFill>
                  <a:schemeClr val="bg1"/>
                </a:solidFill>
                <a:latin typeface="Arial Regular"/>
                <a:cs typeface="VM Circular Chat Book" panose="020B0604020101020102" pitchFamily="34" charset="77"/>
              </a:defRPr>
            </a:lvl1pPr>
            <a:lvl2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2pPr>
            <a:lvl3pPr marL="360000" indent="-180000">
              <a:lnSpc>
                <a:spcPct val="100000"/>
              </a:lnSpc>
              <a:spcBef>
                <a:spcPts val="0"/>
              </a:spcBef>
              <a:spcAft>
                <a:spcPts val="600"/>
              </a:spcAft>
              <a:buClr>
                <a:schemeClr val="bg2"/>
              </a:buClr>
              <a:buFont typeface="Arial" panose="020B0604020202020204" pitchFamily="34" charset="0"/>
              <a:buChar char="•"/>
              <a:defRPr sz="1600" b="0" i="0" spc="0">
                <a:solidFill>
                  <a:schemeClr val="bg1"/>
                </a:solidFill>
                <a:latin typeface="Arial Regular"/>
                <a:cs typeface="VM Circular Chat Book" panose="020B0604020101020102" pitchFamily="34" charset="77"/>
              </a:defRPr>
            </a:lvl3pPr>
            <a:lvl4pPr marL="534988" indent="-173038">
              <a:lnSpc>
                <a:spcPct val="100000"/>
              </a:lnSpc>
              <a:spcBef>
                <a:spcPts val="0"/>
              </a:spcBef>
              <a:spcAft>
                <a:spcPts val="600"/>
              </a:spcAft>
              <a:buClr>
                <a:schemeClr val="bg2"/>
              </a:buClr>
              <a:defRPr sz="1400" b="0" i="0" spc="0">
                <a:solidFill>
                  <a:schemeClr val="bg1"/>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2" name="Text Placeholder 9">
            <a:extLst>
              <a:ext uri="{FF2B5EF4-FFF2-40B4-BE49-F238E27FC236}">
                <a16:creationId xmlns:a16="http://schemas.microsoft.com/office/drawing/2014/main" id="{7F66B4EB-5A50-3E42-BB3D-C9F97A042130}"/>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grpSp>
        <p:nvGrpSpPr>
          <p:cNvPr id="20" name="Group 19">
            <a:extLst>
              <a:ext uri="{FF2B5EF4-FFF2-40B4-BE49-F238E27FC236}">
                <a16:creationId xmlns:a16="http://schemas.microsoft.com/office/drawing/2014/main" id="{207BD61B-9D8F-B54E-92E1-564FBE4B523A}"/>
              </a:ext>
            </a:extLst>
          </p:cNvPr>
          <p:cNvGrpSpPr/>
          <p:nvPr userDrawn="1"/>
        </p:nvGrpSpPr>
        <p:grpSpPr>
          <a:xfrm>
            <a:off x="8890875" y="5962271"/>
            <a:ext cx="2370447" cy="473075"/>
            <a:chOff x="8890875" y="5962271"/>
            <a:chExt cx="2370447" cy="473075"/>
          </a:xfrm>
        </p:grpSpPr>
        <p:pic>
          <p:nvPicPr>
            <p:cNvPr id="21" name="Picture 13">
              <a:extLst>
                <a:ext uri="{FF2B5EF4-FFF2-40B4-BE49-F238E27FC236}">
                  <a16:creationId xmlns:a16="http://schemas.microsoft.com/office/drawing/2014/main" id="{1773DEA0-2646-BA43-8611-C7EFDC0FAC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22" name="Picture 21">
              <a:extLst>
                <a:ext uri="{FF2B5EF4-FFF2-40B4-BE49-F238E27FC236}">
                  <a16:creationId xmlns:a16="http://schemas.microsoft.com/office/drawing/2014/main" id="{79955D03-D7CB-6442-A182-2D8291C7DE28}"/>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23" name="Straight Connector 22">
              <a:extLst>
                <a:ext uri="{FF2B5EF4-FFF2-40B4-BE49-F238E27FC236}">
                  <a16:creationId xmlns:a16="http://schemas.microsoft.com/office/drawing/2014/main" id="{F5EFCB8A-432E-F246-B835-F97439454E27}"/>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8E5E441-0FD1-5E4D-A668-40080A2ECA3C}"/>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4D7EED2-5D01-7A48-907B-74619230E87E}"/>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318150108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 White and Plum">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66E2BB4-F955-A142-A6AB-A2AED594FD7A}"/>
              </a:ext>
            </a:extLst>
          </p:cNvPr>
          <p:cNvSpPr/>
          <p:nvPr userDrawn="1"/>
        </p:nvSpPr>
        <p:spPr>
          <a:xfrm>
            <a:off x="5851524" y="0"/>
            <a:ext cx="5851526" cy="6584950"/>
          </a:xfrm>
          <a:prstGeom prst="rect">
            <a:avLst/>
          </a:prstGeom>
          <a:gradFill flip="none" rotWithShape="1">
            <a:gsLst>
              <a:gs pos="20000">
                <a:srgbClr val="230722"/>
              </a:gs>
              <a:gs pos="100000">
                <a:srgbClr val="230722">
                  <a:lumMod val="90000"/>
                  <a:lumOff val="10000"/>
                </a:srgbClr>
              </a:gs>
            </a:gsLst>
            <a:lin ang="13500000" scaled="1"/>
            <a:tileRect/>
          </a:gradFill>
          <a:ln w="63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40" name="Content Placeholder 2">
            <a:extLst>
              <a:ext uri="{FF2B5EF4-FFF2-40B4-BE49-F238E27FC236}">
                <a16:creationId xmlns:a16="http://schemas.microsoft.com/office/drawing/2014/main" id="{6B94EC81-C6BD-484A-8713-30C1BB4EA87C}"/>
              </a:ext>
            </a:extLst>
          </p:cNvPr>
          <p:cNvSpPr>
            <a:spLocks noGrp="1"/>
          </p:cNvSpPr>
          <p:nvPr>
            <p:ph idx="1"/>
          </p:nvPr>
        </p:nvSpPr>
        <p:spPr>
          <a:xfrm>
            <a:off x="6410324" y="1310937"/>
            <a:ext cx="4727575" cy="1184940"/>
          </a:xfrm>
        </p:spPr>
        <p:txBody>
          <a:bodyPr/>
          <a:lstStyle>
            <a:lvl1pPr marL="0" indent="0">
              <a:lnSpc>
                <a:spcPct val="100000"/>
              </a:lnSpc>
              <a:spcBef>
                <a:spcPts val="0"/>
              </a:spcBef>
              <a:spcAft>
                <a:spcPts val="600"/>
              </a:spcAft>
              <a:buClr>
                <a:schemeClr val="accent1"/>
              </a:buClr>
              <a:buFont typeface="Arial" panose="020B0604020202020204" pitchFamily="34" charset="0"/>
              <a:buNone/>
              <a:defRPr sz="1600" b="0" i="0" spc="0">
                <a:solidFill>
                  <a:schemeClr val="bg1"/>
                </a:solidFill>
                <a:latin typeface="Arial Regular"/>
                <a:cs typeface="VM Circular Chat Book" panose="020B0604020101020102" pitchFamily="34" charset="77"/>
              </a:defRPr>
            </a:lvl1pPr>
            <a:lvl2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accent1"/>
              </a:buClr>
              <a:defRPr sz="1400" b="0" i="0" spc="0">
                <a:solidFill>
                  <a:schemeClr val="bg1"/>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6" name="TextBox 55">
            <a:extLst>
              <a:ext uri="{FF2B5EF4-FFF2-40B4-BE49-F238E27FC236}">
                <a16:creationId xmlns:a16="http://schemas.microsoft.com/office/drawing/2014/main" id="{D1021533-BFBA-E246-846A-E1B534004888}"/>
              </a:ext>
            </a:extLst>
          </p:cNvPr>
          <p:cNvSpPr txBox="1"/>
          <p:nvPr userDrawn="1"/>
        </p:nvSpPr>
        <p:spPr>
          <a:xfrm>
            <a:off x="11319734" y="6146230"/>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accent1"/>
                </a:solidFill>
                <a:latin typeface="Arial Regular"/>
                <a:ea typeface="VM Circular Whisper TT Light" charset="0"/>
                <a:cs typeface="VM Circular Whisper Light" panose="020B0404020101020102" pitchFamily="34" charset="77"/>
              </a:rPr>
              <a:t>‹#›</a:t>
            </a:fld>
            <a:endParaRPr lang="en-US" sz="1000" b="0" i="0" dirty="0">
              <a:solidFill>
                <a:schemeClr val="accent1"/>
              </a:solidFill>
              <a:latin typeface="Arial Regular"/>
              <a:ea typeface="VM Circular Whisper TT Light" charset="0"/>
              <a:cs typeface="VM Circular Whisper Light" panose="020B0404020101020102" pitchFamily="34" charset="77"/>
            </a:endParaRPr>
          </a:p>
        </p:txBody>
      </p:sp>
      <p:sp>
        <p:nvSpPr>
          <p:cNvPr id="22" name="Text Placeholder 3">
            <a:extLst>
              <a:ext uri="{FF2B5EF4-FFF2-40B4-BE49-F238E27FC236}">
                <a16:creationId xmlns:a16="http://schemas.microsoft.com/office/drawing/2014/main" id="{1C8BE990-42CB-184C-BE09-B72340B5E9B5}"/>
              </a:ext>
            </a:extLst>
          </p:cNvPr>
          <p:cNvSpPr>
            <a:spLocks noGrp="1"/>
          </p:cNvSpPr>
          <p:nvPr>
            <p:ph type="body" sz="half" idx="2"/>
          </p:nvPr>
        </p:nvSpPr>
        <p:spPr>
          <a:xfrm>
            <a:off x="6419572" y="480647"/>
            <a:ext cx="4680000" cy="369332"/>
          </a:xfrm>
        </p:spPr>
        <p:txBody>
          <a:bodyPr/>
          <a:lstStyle>
            <a:lvl1pPr marL="0" indent="0">
              <a:lnSpc>
                <a:spcPct val="100000"/>
              </a:lnSpc>
              <a:buNone/>
              <a:defRPr sz="2400" b="0" i="0">
                <a:solidFill>
                  <a:schemeClr val="bg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25" name="Title 1">
            <a:extLst>
              <a:ext uri="{FF2B5EF4-FFF2-40B4-BE49-F238E27FC236}">
                <a16:creationId xmlns:a16="http://schemas.microsoft.com/office/drawing/2014/main" id="{1738F34A-9043-3242-85E5-8F5248CF644E}"/>
              </a:ext>
            </a:extLst>
          </p:cNvPr>
          <p:cNvSpPr>
            <a:spLocks noGrp="1"/>
          </p:cNvSpPr>
          <p:nvPr>
            <p:ph type="title"/>
          </p:nvPr>
        </p:nvSpPr>
        <p:spPr>
          <a:xfrm>
            <a:off x="558244" y="426048"/>
            <a:ext cx="4727575" cy="997196"/>
          </a:xfrm>
          <a:prstGeom prst="rect">
            <a:avLst/>
          </a:prstGeom>
        </p:spPr>
        <p:txBody>
          <a:bodyPr/>
          <a:lstStyle>
            <a:lvl1pPr>
              <a:defRPr sz="3600" b="1" i="0">
                <a:solidFill>
                  <a:srgbClr val="FF0A0A"/>
                </a:solidFill>
              </a:defRPr>
            </a:lvl1pPr>
          </a:lstStyle>
          <a:p>
            <a:r>
              <a:rPr lang="en-US" dirty="0"/>
              <a:t>Click to edit Master title style</a:t>
            </a:r>
          </a:p>
        </p:txBody>
      </p:sp>
      <p:sp>
        <p:nvSpPr>
          <p:cNvPr id="28" name="Text Placeholder 9">
            <a:extLst>
              <a:ext uri="{FF2B5EF4-FFF2-40B4-BE49-F238E27FC236}">
                <a16:creationId xmlns:a16="http://schemas.microsoft.com/office/drawing/2014/main" id="{FE0A99B1-C4C2-C444-88D6-97AEA6E8D3F2}"/>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grpSp>
        <p:nvGrpSpPr>
          <p:cNvPr id="20" name="Group 19">
            <a:extLst>
              <a:ext uri="{FF2B5EF4-FFF2-40B4-BE49-F238E27FC236}">
                <a16:creationId xmlns:a16="http://schemas.microsoft.com/office/drawing/2014/main" id="{C17AB1F4-046F-6545-81F4-700EEA440038}"/>
              </a:ext>
            </a:extLst>
          </p:cNvPr>
          <p:cNvGrpSpPr/>
          <p:nvPr userDrawn="1"/>
        </p:nvGrpSpPr>
        <p:grpSpPr>
          <a:xfrm>
            <a:off x="8890875" y="5962271"/>
            <a:ext cx="2370447" cy="473075"/>
            <a:chOff x="8890875" y="5962271"/>
            <a:chExt cx="2370447" cy="473075"/>
          </a:xfrm>
        </p:grpSpPr>
        <p:pic>
          <p:nvPicPr>
            <p:cNvPr id="21" name="Picture 13">
              <a:extLst>
                <a:ext uri="{FF2B5EF4-FFF2-40B4-BE49-F238E27FC236}">
                  <a16:creationId xmlns:a16="http://schemas.microsoft.com/office/drawing/2014/main" id="{D00266C0-91E3-1B46-BDF5-BA58B27F62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24" name="Picture 23">
              <a:extLst>
                <a:ext uri="{FF2B5EF4-FFF2-40B4-BE49-F238E27FC236}">
                  <a16:creationId xmlns:a16="http://schemas.microsoft.com/office/drawing/2014/main" id="{5545F17C-EC23-464E-8579-C711EA11E77E}"/>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26" name="Straight Connector 25">
              <a:extLst>
                <a:ext uri="{FF2B5EF4-FFF2-40B4-BE49-F238E27FC236}">
                  <a16:creationId xmlns:a16="http://schemas.microsoft.com/office/drawing/2014/main" id="{446682D2-7ACC-854E-82B8-F69C1C523350}"/>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34B3852-48D6-744F-A97C-07EFE1718F24}"/>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3DF889E-0EEB-0A49-84C5-81ED09D3F9C7}"/>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206719389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White Half Red Conten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02FDF0F-DE2E-B145-8CC8-490B4BD1D5B5}"/>
              </a:ext>
            </a:extLst>
          </p:cNvPr>
          <p:cNvSpPr/>
          <p:nvPr userDrawn="1"/>
        </p:nvSpPr>
        <p:spPr>
          <a:xfrm>
            <a:off x="0" y="2849880"/>
            <a:ext cx="11703050" cy="3735070"/>
          </a:xfrm>
          <a:prstGeom prst="rect">
            <a:avLst/>
          </a:prstGeom>
          <a:gradFill flip="none" rotWithShape="1">
            <a:gsLst>
              <a:gs pos="20000">
                <a:srgbClr val="FF0A0A"/>
              </a:gs>
              <a:gs pos="100000">
                <a:srgbClr val="901000"/>
              </a:gs>
            </a:gsLst>
            <a:lin ang="2700000" scaled="1"/>
            <a:tileRect/>
          </a:gra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56" name="TextBox 55">
            <a:extLst>
              <a:ext uri="{FF2B5EF4-FFF2-40B4-BE49-F238E27FC236}">
                <a16:creationId xmlns:a16="http://schemas.microsoft.com/office/drawing/2014/main" id="{ED23655F-7FAA-D245-AC1F-F533B020C861}"/>
              </a:ext>
            </a:extLst>
          </p:cNvPr>
          <p:cNvSpPr txBox="1"/>
          <p:nvPr userDrawn="1"/>
        </p:nvSpPr>
        <p:spPr>
          <a:xfrm>
            <a:off x="11319734" y="6135597"/>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bg1"/>
                </a:solidFill>
                <a:latin typeface="Arial Regular"/>
                <a:ea typeface="VM Circular Whisper TT Light" charset="0"/>
                <a:cs typeface="VM Circular Whisper Light" panose="020B0404020101020102" pitchFamily="34" charset="77"/>
              </a:rPr>
              <a:t>‹#›</a:t>
            </a:fld>
            <a:endParaRPr lang="en-US" sz="800" b="0" i="0" dirty="0">
              <a:solidFill>
                <a:schemeClr val="bg1"/>
              </a:solidFill>
              <a:latin typeface="Arial Regular"/>
              <a:ea typeface="VM Circular Whisper TT Light" charset="0"/>
              <a:cs typeface="VM Circular Whisper Light" panose="020B0404020101020102" pitchFamily="34" charset="77"/>
            </a:endParaRPr>
          </a:p>
        </p:txBody>
      </p:sp>
      <p:sp>
        <p:nvSpPr>
          <p:cNvPr id="24" name="Content Placeholder 2">
            <a:extLst>
              <a:ext uri="{FF2B5EF4-FFF2-40B4-BE49-F238E27FC236}">
                <a16:creationId xmlns:a16="http://schemas.microsoft.com/office/drawing/2014/main" id="{989EE5D2-B5B7-7641-B802-0F2D08D8B3E7}"/>
              </a:ext>
            </a:extLst>
          </p:cNvPr>
          <p:cNvSpPr>
            <a:spLocks noGrp="1"/>
          </p:cNvSpPr>
          <p:nvPr>
            <p:ph idx="1"/>
          </p:nvPr>
        </p:nvSpPr>
        <p:spPr>
          <a:xfrm>
            <a:off x="587375" y="3457903"/>
            <a:ext cx="3348000" cy="1184940"/>
          </a:xfrm>
        </p:spPr>
        <p:txBody>
          <a:bodyPr/>
          <a:lstStyle>
            <a:lvl1pPr>
              <a:lnSpc>
                <a:spcPct val="100000"/>
              </a:lnSpc>
              <a:spcBef>
                <a:spcPts val="0"/>
              </a:spcBef>
              <a:spcAft>
                <a:spcPts val="600"/>
              </a:spcAft>
              <a:defRPr sz="1600" b="0" i="0" spc="0">
                <a:solidFill>
                  <a:schemeClr val="bg1"/>
                </a:solidFill>
                <a:latin typeface="Arial Regular"/>
                <a:cs typeface="VM Circular Chat Book" panose="020B0604020101020102" pitchFamily="34" charset="77"/>
              </a:defRPr>
            </a:lvl1pPr>
            <a:lvl2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bg2"/>
              </a:buClr>
              <a:defRPr sz="1400" b="0" i="0" spc="0">
                <a:solidFill>
                  <a:schemeClr val="bg1"/>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5" name="Content Placeholder 2">
            <a:extLst>
              <a:ext uri="{FF2B5EF4-FFF2-40B4-BE49-F238E27FC236}">
                <a16:creationId xmlns:a16="http://schemas.microsoft.com/office/drawing/2014/main" id="{BB972ED4-283F-2545-9471-F8E3920329F6}"/>
              </a:ext>
            </a:extLst>
          </p:cNvPr>
          <p:cNvSpPr>
            <a:spLocks noGrp="1"/>
          </p:cNvSpPr>
          <p:nvPr>
            <p:ph idx="15"/>
          </p:nvPr>
        </p:nvSpPr>
        <p:spPr>
          <a:xfrm>
            <a:off x="7767675" y="3457903"/>
            <a:ext cx="3348000" cy="1184940"/>
          </a:xfrm>
        </p:spPr>
        <p:txBody>
          <a:bodyPr/>
          <a:lstStyle>
            <a:lvl1pPr>
              <a:lnSpc>
                <a:spcPct val="100000"/>
              </a:lnSpc>
              <a:spcBef>
                <a:spcPts val="0"/>
              </a:spcBef>
              <a:spcAft>
                <a:spcPts val="600"/>
              </a:spcAft>
              <a:defRPr sz="1600" b="0" i="0" spc="0">
                <a:solidFill>
                  <a:schemeClr val="bg1"/>
                </a:solidFill>
                <a:latin typeface="Arial Regular"/>
                <a:cs typeface="VM Circular Chat Book" panose="020B0604020101020102" pitchFamily="34" charset="77"/>
              </a:defRPr>
            </a:lvl1pPr>
            <a:lvl2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bg2"/>
              </a:buClr>
              <a:defRPr sz="1400" b="0" i="0" spc="0">
                <a:solidFill>
                  <a:schemeClr val="bg1"/>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6" name="Content Placeholder 2">
            <a:extLst>
              <a:ext uri="{FF2B5EF4-FFF2-40B4-BE49-F238E27FC236}">
                <a16:creationId xmlns:a16="http://schemas.microsoft.com/office/drawing/2014/main" id="{54D08FD0-3036-CF4A-92E9-8CE6D4ECA7A3}"/>
              </a:ext>
            </a:extLst>
          </p:cNvPr>
          <p:cNvSpPr>
            <a:spLocks noGrp="1"/>
          </p:cNvSpPr>
          <p:nvPr>
            <p:ph idx="16"/>
          </p:nvPr>
        </p:nvSpPr>
        <p:spPr>
          <a:xfrm>
            <a:off x="4177525" y="3457903"/>
            <a:ext cx="3348000" cy="1215717"/>
          </a:xfrm>
        </p:spPr>
        <p:txBody>
          <a:bodyPr/>
          <a:lstStyle>
            <a:lvl1pPr>
              <a:lnSpc>
                <a:spcPct val="100000"/>
              </a:lnSpc>
              <a:spcBef>
                <a:spcPts val="0"/>
              </a:spcBef>
              <a:spcAft>
                <a:spcPts val="600"/>
              </a:spcAft>
              <a:defRPr sz="1600" b="0" i="0" spc="0">
                <a:solidFill>
                  <a:schemeClr val="bg1"/>
                </a:solidFill>
                <a:latin typeface="Arial Regular"/>
                <a:cs typeface="VM Circular Chat Book" panose="020B0604020101020102" pitchFamily="34" charset="77"/>
              </a:defRPr>
            </a:lvl1pPr>
            <a:lvl2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bg2"/>
              </a:buClr>
              <a:defRPr sz="1600" b="0" i="0" spc="0">
                <a:solidFill>
                  <a:schemeClr val="bg1"/>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7" name="Title 1">
            <a:extLst>
              <a:ext uri="{FF2B5EF4-FFF2-40B4-BE49-F238E27FC236}">
                <a16:creationId xmlns:a16="http://schemas.microsoft.com/office/drawing/2014/main" id="{3EAE2290-F3D6-1F4E-8B4F-E265B03B06B8}"/>
              </a:ext>
            </a:extLst>
          </p:cNvPr>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28" name="Text Placeholder 3">
            <a:extLst>
              <a:ext uri="{FF2B5EF4-FFF2-40B4-BE49-F238E27FC236}">
                <a16:creationId xmlns:a16="http://schemas.microsoft.com/office/drawing/2014/main" id="{033B80A6-A06E-1E43-BAAF-DCFF1AA9B4EF}"/>
              </a:ext>
            </a:extLst>
          </p:cNvPr>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34" name="Text Placeholder 3">
            <a:extLst>
              <a:ext uri="{FF2B5EF4-FFF2-40B4-BE49-F238E27FC236}">
                <a16:creationId xmlns:a16="http://schemas.microsoft.com/office/drawing/2014/main" id="{1E38DB2C-B7B0-044C-BD1B-8E207E19D688}"/>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grpSp>
        <p:nvGrpSpPr>
          <p:cNvPr id="23" name="Group 22">
            <a:extLst>
              <a:ext uri="{FF2B5EF4-FFF2-40B4-BE49-F238E27FC236}">
                <a16:creationId xmlns:a16="http://schemas.microsoft.com/office/drawing/2014/main" id="{F5D4F438-CA14-F249-867D-7827C999E845}"/>
              </a:ext>
            </a:extLst>
          </p:cNvPr>
          <p:cNvGrpSpPr/>
          <p:nvPr userDrawn="1"/>
        </p:nvGrpSpPr>
        <p:grpSpPr>
          <a:xfrm>
            <a:off x="8890875" y="5962271"/>
            <a:ext cx="2370447" cy="473075"/>
            <a:chOff x="8890875" y="5962271"/>
            <a:chExt cx="2370447" cy="473075"/>
          </a:xfrm>
        </p:grpSpPr>
        <p:pic>
          <p:nvPicPr>
            <p:cNvPr id="29" name="Picture 13">
              <a:extLst>
                <a:ext uri="{FF2B5EF4-FFF2-40B4-BE49-F238E27FC236}">
                  <a16:creationId xmlns:a16="http://schemas.microsoft.com/office/drawing/2014/main" id="{985877EB-6260-5141-9837-36917852C47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30" name="Picture 29">
              <a:extLst>
                <a:ext uri="{FF2B5EF4-FFF2-40B4-BE49-F238E27FC236}">
                  <a16:creationId xmlns:a16="http://schemas.microsoft.com/office/drawing/2014/main" id="{EF85404B-2F31-AF4F-B6D5-04C780DD56F3}"/>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31" name="Straight Connector 30">
              <a:extLst>
                <a:ext uri="{FF2B5EF4-FFF2-40B4-BE49-F238E27FC236}">
                  <a16:creationId xmlns:a16="http://schemas.microsoft.com/office/drawing/2014/main" id="{5408057C-D73D-DC41-862C-6867D04A3D30}"/>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2FF4A7C-EED0-2A46-A497-41A0D0F643A5}"/>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3996931-E748-3744-9925-381F9E75EE47}"/>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354313450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alf White Half Plum Conten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262B19E-6C8D-5B45-9988-8418394F1AD8}"/>
              </a:ext>
            </a:extLst>
          </p:cNvPr>
          <p:cNvSpPr/>
          <p:nvPr userDrawn="1"/>
        </p:nvSpPr>
        <p:spPr>
          <a:xfrm>
            <a:off x="0" y="2849880"/>
            <a:ext cx="11703050" cy="3735070"/>
          </a:xfrm>
          <a:prstGeom prst="rect">
            <a:avLst/>
          </a:prstGeom>
          <a:gradFill flip="none" rotWithShape="1">
            <a:gsLst>
              <a:gs pos="20000">
                <a:srgbClr val="230722"/>
              </a:gs>
              <a:gs pos="100000">
                <a:srgbClr val="230722">
                  <a:lumMod val="90000"/>
                  <a:lumOff val="10000"/>
                </a:srgbClr>
              </a:gs>
            </a:gsLst>
            <a:lin ang="13500000" scaled="1"/>
            <a:tileRect/>
          </a:gradFill>
          <a:ln w="63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55" name="TextBox 54">
            <a:extLst>
              <a:ext uri="{FF2B5EF4-FFF2-40B4-BE49-F238E27FC236}">
                <a16:creationId xmlns:a16="http://schemas.microsoft.com/office/drawing/2014/main" id="{CA62F928-F77A-B746-AF4B-DE47CDE9D0E8}"/>
              </a:ext>
            </a:extLst>
          </p:cNvPr>
          <p:cNvSpPr txBox="1"/>
          <p:nvPr userDrawn="1"/>
        </p:nvSpPr>
        <p:spPr>
          <a:xfrm>
            <a:off x="11319734" y="6146230"/>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accent1"/>
                </a:solidFill>
                <a:latin typeface="Arial Regular"/>
                <a:ea typeface="VM Circular Whisper TT Light" charset="0"/>
                <a:cs typeface="VM Circular Whisper Light" panose="020B0404020101020102" pitchFamily="34" charset="77"/>
              </a:rPr>
              <a:t>‹#›</a:t>
            </a:fld>
            <a:endParaRPr lang="en-US" sz="1000" b="0" i="0" dirty="0">
              <a:solidFill>
                <a:schemeClr val="accent1"/>
              </a:solidFill>
              <a:latin typeface="Arial Regular"/>
              <a:ea typeface="VM Circular Whisper TT Light" charset="0"/>
              <a:cs typeface="VM Circular Whisper Light" panose="020B0404020101020102" pitchFamily="34" charset="77"/>
            </a:endParaRPr>
          </a:p>
        </p:txBody>
      </p:sp>
      <p:sp>
        <p:nvSpPr>
          <p:cNvPr id="23" name="Content Placeholder 2">
            <a:extLst>
              <a:ext uri="{FF2B5EF4-FFF2-40B4-BE49-F238E27FC236}">
                <a16:creationId xmlns:a16="http://schemas.microsoft.com/office/drawing/2014/main" id="{8B3593B1-E554-7644-BB6E-4F2A62ADD217}"/>
              </a:ext>
            </a:extLst>
          </p:cNvPr>
          <p:cNvSpPr>
            <a:spLocks noGrp="1"/>
          </p:cNvSpPr>
          <p:nvPr>
            <p:ph idx="15"/>
          </p:nvPr>
        </p:nvSpPr>
        <p:spPr>
          <a:xfrm>
            <a:off x="7767675" y="3457902"/>
            <a:ext cx="3348000" cy="1184940"/>
          </a:xfrm>
        </p:spPr>
        <p:txBody>
          <a:bodyPr/>
          <a:lstStyle>
            <a:lvl1pPr marL="0" indent="0">
              <a:lnSpc>
                <a:spcPct val="100000"/>
              </a:lnSpc>
              <a:spcBef>
                <a:spcPts val="0"/>
              </a:spcBef>
              <a:spcAft>
                <a:spcPts val="600"/>
              </a:spcAft>
              <a:buClr>
                <a:schemeClr val="accent1"/>
              </a:buClr>
              <a:buFont typeface="Arial" panose="020B0604020202020204" pitchFamily="34" charset="0"/>
              <a:buNone/>
              <a:defRPr sz="1600" b="0" i="0" spc="0">
                <a:solidFill>
                  <a:schemeClr val="bg1"/>
                </a:solidFill>
                <a:latin typeface="Arial Regular"/>
                <a:cs typeface="VM Circular Chat Book" panose="020B0604020101020102" pitchFamily="34" charset="77"/>
              </a:defRPr>
            </a:lvl1pPr>
            <a:lvl2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accent1"/>
              </a:buClr>
              <a:defRPr sz="1400" b="0" i="0" spc="0">
                <a:solidFill>
                  <a:schemeClr val="bg1"/>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Content Placeholder 2">
            <a:extLst>
              <a:ext uri="{FF2B5EF4-FFF2-40B4-BE49-F238E27FC236}">
                <a16:creationId xmlns:a16="http://schemas.microsoft.com/office/drawing/2014/main" id="{4F8399CC-75E7-1347-9267-797A1216DFF7}"/>
              </a:ext>
            </a:extLst>
          </p:cNvPr>
          <p:cNvSpPr>
            <a:spLocks noGrp="1"/>
          </p:cNvSpPr>
          <p:nvPr>
            <p:ph idx="16" hasCustomPrompt="1"/>
          </p:nvPr>
        </p:nvSpPr>
        <p:spPr>
          <a:xfrm>
            <a:off x="4177525" y="3457902"/>
            <a:ext cx="3348000" cy="1184940"/>
          </a:xfrm>
        </p:spPr>
        <p:txBody>
          <a:bodyPr/>
          <a:lstStyle>
            <a:lvl1pPr marL="0" indent="0">
              <a:lnSpc>
                <a:spcPct val="100000"/>
              </a:lnSpc>
              <a:spcBef>
                <a:spcPts val="0"/>
              </a:spcBef>
              <a:spcAft>
                <a:spcPts val="600"/>
              </a:spcAft>
              <a:buFont typeface="Arial" panose="020B0604020202020204" pitchFamily="34" charset="0"/>
              <a:buNone/>
              <a:defRPr lang="en-US" sz="1600" b="0" i="0" kern="1200" spc="0" dirty="0">
                <a:solidFill>
                  <a:schemeClr val="bg1"/>
                </a:solidFill>
                <a:latin typeface="Arial Regular"/>
                <a:ea typeface="Arial Regular"/>
                <a:cs typeface="VM Circular Chat Book" panose="020B0604020101020102" pitchFamily="34" charset="77"/>
              </a:defRPr>
            </a:lvl1pPr>
            <a:lvl2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accent1"/>
              </a:buClr>
              <a:defRPr sz="1400" b="0" i="0" spc="0">
                <a:solidFill>
                  <a:schemeClr val="bg1"/>
                </a:solidFill>
                <a:latin typeface="Arial Regular"/>
                <a:cs typeface="VM Circular Chat Book" panose="020B0604020101020102" pitchFamily="34" charset="77"/>
              </a:defRPr>
            </a:lvl4pPr>
          </a:lstStyle>
          <a:p>
            <a:pPr marL="285750" lvl="0" indent="-285750" algn="l" defTabSz="877733" rtl="0" eaLnBrk="1" latinLnBrk="0" hangingPunct="1">
              <a:lnSpc>
                <a:spcPct val="100000"/>
              </a:lnSpc>
              <a:spcBef>
                <a:spcPts val="0"/>
              </a:spcBef>
              <a:spcAft>
                <a:spcPts val="600"/>
              </a:spcAft>
              <a:buClr>
                <a:schemeClr val="accent1"/>
              </a:buClr>
            </a:pPr>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5" name="Title 1">
            <a:extLst>
              <a:ext uri="{FF2B5EF4-FFF2-40B4-BE49-F238E27FC236}">
                <a16:creationId xmlns:a16="http://schemas.microsoft.com/office/drawing/2014/main" id="{F353F3F7-4424-6745-A3B1-7B7C15B40FEA}"/>
              </a:ext>
            </a:extLst>
          </p:cNvPr>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26" name="Text Placeholder 3">
            <a:extLst>
              <a:ext uri="{FF2B5EF4-FFF2-40B4-BE49-F238E27FC236}">
                <a16:creationId xmlns:a16="http://schemas.microsoft.com/office/drawing/2014/main" id="{3765C5CD-B84E-0C4F-8B9C-2A92D5447970}"/>
              </a:ext>
            </a:extLst>
          </p:cNvPr>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33" name="Content Placeholder 2">
            <a:extLst>
              <a:ext uri="{FF2B5EF4-FFF2-40B4-BE49-F238E27FC236}">
                <a16:creationId xmlns:a16="http://schemas.microsoft.com/office/drawing/2014/main" id="{1FE111A6-FE47-4B30-92BE-2740EA5D9C4C}"/>
              </a:ext>
            </a:extLst>
          </p:cNvPr>
          <p:cNvSpPr>
            <a:spLocks noGrp="1"/>
          </p:cNvSpPr>
          <p:nvPr>
            <p:ph idx="17" hasCustomPrompt="1"/>
          </p:nvPr>
        </p:nvSpPr>
        <p:spPr>
          <a:xfrm>
            <a:off x="587375" y="3457902"/>
            <a:ext cx="3348000" cy="1184940"/>
          </a:xfrm>
        </p:spPr>
        <p:txBody>
          <a:bodyPr/>
          <a:lstStyle>
            <a:lvl1pPr marL="0" indent="0">
              <a:lnSpc>
                <a:spcPct val="100000"/>
              </a:lnSpc>
              <a:spcBef>
                <a:spcPts val="0"/>
              </a:spcBef>
              <a:spcAft>
                <a:spcPts val="600"/>
              </a:spcAft>
              <a:buFont typeface="Arial" panose="020B0604020202020204" pitchFamily="34" charset="0"/>
              <a:buNone/>
              <a:defRPr lang="en-US" sz="1600" b="0" i="0" kern="1200" spc="0" dirty="0">
                <a:solidFill>
                  <a:schemeClr val="bg1"/>
                </a:solidFill>
                <a:latin typeface="Arial Regular"/>
                <a:ea typeface="Arial Regular"/>
                <a:cs typeface="VM Circular Chat Book" panose="020B0604020101020102" pitchFamily="34" charset="77"/>
              </a:defRPr>
            </a:lvl1pPr>
            <a:lvl2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2pPr>
            <a:lvl3pPr>
              <a:lnSpc>
                <a:spcPct val="100000"/>
              </a:lnSpc>
              <a:spcBef>
                <a:spcPts val="0"/>
              </a:spcBef>
              <a:spcAft>
                <a:spcPts val="600"/>
              </a:spcAft>
              <a:buClr>
                <a:schemeClr val="accent1"/>
              </a:buClr>
              <a:defRPr sz="1600" b="0" i="0" spc="0">
                <a:solidFill>
                  <a:schemeClr val="bg1"/>
                </a:solidFill>
                <a:latin typeface="Arial Regular"/>
                <a:cs typeface="VM Circular Chat Book" panose="020B0604020101020102" pitchFamily="34" charset="77"/>
              </a:defRPr>
            </a:lvl3pPr>
            <a:lvl4pPr>
              <a:lnSpc>
                <a:spcPct val="100000"/>
              </a:lnSpc>
              <a:spcBef>
                <a:spcPts val="0"/>
              </a:spcBef>
              <a:spcAft>
                <a:spcPts val="600"/>
              </a:spcAft>
              <a:buClr>
                <a:schemeClr val="accent1"/>
              </a:buClr>
              <a:defRPr sz="1400" b="0" i="0" spc="0">
                <a:solidFill>
                  <a:schemeClr val="bg1"/>
                </a:solidFill>
                <a:latin typeface="Arial Regular"/>
                <a:cs typeface="VM Circular Chat Book" panose="020B0604020101020102" pitchFamily="34" charset="77"/>
              </a:defRPr>
            </a:lvl4pPr>
          </a:lstStyle>
          <a:p>
            <a:pPr marL="285750" lvl="0" indent="-285750" algn="l" defTabSz="877733" rtl="0" eaLnBrk="1" latinLnBrk="0" hangingPunct="1">
              <a:lnSpc>
                <a:spcPct val="100000"/>
              </a:lnSpc>
              <a:spcBef>
                <a:spcPts val="0"/>
              </a:spcBef>
              <a:spcAft>
                <a:spcPts val="600"/>
              </a:spcAft>
              <a:buClr>
                <a:schemeClr val="accent1"/>
              </a:buClr>
            </a:pPr>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1" name="Text Placeholder 3">
            <a:extLst>
              <a:ext uri="{FF2B5EF4-FFF2-40B4-BE49-F238E27FC236}">
                <a16:creationId xmlns:a16="http://schemas.microsoft.com/office/drawing/2014/main" id="{750E9DBA-85F8-CD48-A0F1-8004D17A02BE}"/>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grpSp>
        <p:nvGrpSpPr>
          <p:cNvPr id="27" name="Group 26">
            <a:extLst>
              <a:ext uri="{FF2B5EF4-FFF2-40B4-BE49-F238E27FC236}">
                <a16:creationId xmlns:a16="http://schemas.microsoft.com/office/drawing/2014/main" id="{51B9673A-5D6A-164C-8AEE-DFA106B84441}"/>
              </a:ext>
            </a:extLst>
          </p:cNvPr>
          <p:cNvGrpSpPr/>
          <p:nvPr userDrawn="1"/>
        </p:nvGrpSpPr>
        <p:grpSpPr>
          <a:xfrm>
            <a:off x="8890875" y="5962271"/>
            <a:ext cx="2370447" cy="473075"/>
            <a:chOff x="8890875" y="5962271"/>
            <a:chExt cx="2370447" cy="473075"/>
          </a:xfrm>
        </p:grpSpPr>
        <p:pic>
          <p:nvPicPr>
            <p:cNvPr id="28" name="Picture 13">
              <a:extLst>
                <a:ext uri="{FF2B5EF4-FFF2-40B4-BE49-F238E27FC236}">
                  <a16:creationId xmlns:a16="http://schemas.microsoft.com/office/drawing/2014/main" id="{00C8A2C8-A581-D441-B178-0E1619E39A1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6211" y="5969343"/>
              <a:ext cx="380995" cy="430887"/>
            </a:xfrm>
            <a:prstGeom prst="rect">
              <a:avLst/>
            </a:prstGeom>
          </p:spPr>
        </p:pic>
        <p:pic>
          <p:nvPicPr>
            <p:cNvPr id="29" name="Picture 28">
              <a:extLst>
                <a:ext uri="{FF2B5EF4-FFF2-40B4-BE49-F238E27FC236}">
                  <a16:creationId xmlns:a16="http://schemas.microsoft.com/office/drawing/2014/main" id="{B475181E-038C-244F-9581-17E4213A3111}"/>
                </a:ext>
              </a:extLst>
            </p:cNvPr>
            <p:cNvPicPr>
              <a:picLocks noChangeAspect="1"/>
            </p:cNvPicPr>
            <p:nvPr userDrawn="1"/>
          </p:nvPicPr>
          <p:blipFill>
            <a:blip r:embed="rId4"/>
            <a:stretch>
              <a:fillRect/>
            </a:stretch>
          </p:blipFill>
          <p:spPr>
            <a:xfrm>
              <a:off x="8890875" y="6027326"/>
              <a:ext cx="682635" cy="396960"/>
            </a:xfrm>
            <a:prstGeom prst="rect">
              <a:avLst/>
            </a:prstGeom>
          </p:spPr>
        </p:pic>
        <p:cxnSp>
          <p:nvCxnSpPr>
            <p:cNvPr id="30" name="Straight Connector 29">
              <a:extLst>
                <a:ext uri="{FF2B5EF4-FFF2-40B4-BE49-F238E27FC236}">
                  <a16:creationId xmlns:a16="http://schemas.microsoft.com/office/drawing/2014/main" id="{018D5CDB-1157-5445-BF54-47EC99D8B9C8}"/>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9F9A275-D6FE-BC44-95F9-D6FA2BEAEF33}"/>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0FC4B57-898C-CF48-8C6E-74B43DF3296F}"/>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83436880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Image Re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6212A3E-35C0-A142-881B-06EE664A5150}"/>
              </a:ext>
            </a:extLst>
          </p:cNvPr>
          <p:cNvSpPr>
            <a:spLocks noGrp="1"/>
          </p:cNvSpPr>
          <p:nvPr>
            <p:ph type="pic" sz="quarter" idx="10"/>
          </p:nvPr>
        </p:nvSpPr>
        <p:spPr>
          <a:xfrm>
            <a:off x="5834439" y="0"/>
            <a:ext cx="5868611" cy="246221"/>
          </a:xfrm>
        </p:spPr>
        <p:txBody>
          <a:bodyPr/>
          <a:lstStyle>
            <a:lvl1pPr>
              <a:defRPr b="0" i="0"/>
            </a:lvl1pPr>
          </a:lstStyle>
          <a:p>
            <a:endParaRPr lang="en-US" dirty="0"/>
          </a:p>
        </p:txBody>
      </p:sp>
      <p:sp>
        <p:nvSpPr>
          <p:cNvPr id="7" name="Rectangle 6">
            <a:extLst>
              <a:ext uri="{FF2B5EF4-FFF2-40B4-BE49-F238E27FC236}">
                <a16:creationId xmlns:a16="http://schemas.microsoft.com/office/drawing/2014/main" id="{1F55E8D2-34A8-1649-BAB1-F2D7BD52ADC7}"/>
              </a:ext>
            </a:extLst>
          </p:cNvPr>
          <p:cNvSpPr/>
          <p:nvPr userDrawn="1"/>
        </p:nvSpPr>
        <p:spPr>
          <a:xfrm flipH="1">
            <a:off x="-2" y="0"/>
            <a:ext cx="5847551" cy="6584950"/>
          </a:xfrm>
          <a:prstGeom prst="rect">
            <a:avLst/>
          </a:prstGeom>
          <a:gradFill flip="none" rotWithShape="1">
            <a:gsLst>
              <a:gs pos="20000">
                <a:srgbClr val="FF0A0A"/>
              </a:gs>
              <a:gs pos="100000">
                <a:srgbClr val="901000"/>
              </a:gs>
            </a:gsLst>
            <a:lin ang="2700000" scaled="1"/>
            <a:tileRect/>
          </a:gra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0" name="Text Placeholder 3">
            <a:extLst>
              <a:ext uri="{FF2B5EF4-FFF2-40B4-BE49-F238E27FC236}">
                <a16:creationId xmlns:a16="http://schemas.microsoft.com/office/drawing/2014/main" id="{5D7380A5-2202-6D48-B4E4-9EC6F5AFD56C}"/>
              </a:ext>
            </a:extLst>
          </p:cNvPr>
          <p:cNvSpPr>
            <a:spLocks noGrp="1"/>
          </p:cNvSpPr>
          <p:nvPr>
            <p:ph type="body" sz="half" idx="2"/>
          </p:nvPr>
        </p:nvSpPr>
        <p:spPr>
          <a:xfrm>
            <a:off x="570944" y="1492466"/>
            <a:ext cx="4705249" cy="276999"/>
          </a:xfrm>
        </p:spPr>
        <p:txBody>
          <a:bodyPr/>
          <a:lstStyle>
            <a:lvl1pPr marL="0" indent="0">
              <a:buNone/>
              <a:defRPr sz="1800" b="0" i="0">
                <a:solidFill>
                  <a:schemeClr val="bg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13" name="Content Placeholder 2">
            <a:extLst>
              <a:ext uri="{FF2B5EF4-FFF2-40B4-BE49-F238E27FC236}">
                <a16:creationId xmlns:a16="http://schemas.microsoft.com/office/drawing/2014/main" id="{796C3DC7-17C5-8D4A-A07F-14408E3AE71B}"/>
              </a:ext>
            </a:extLst>
          </p:cNvPr>
          <p:cNvSpPr>
            <a:spLocks noGrp="1"/>
          </p:cNvSpPr>
          <p:nvPr>
            <p:ph idx="1"/>
          </p:nvPr>
        </p:nvSpPr>
        <p:spPr>
          <a:xfrm>
            <a:off x="570944" y="2341015"/>
            <a:ext cx="4705249" cy="1261884"/>
          </a:xfrm>
        </p:spPr>
        <p:txBody>
          <a:bodyPr/>
          <a:lstStyle>
            <a:lvl1pPr marL="0" indent="0">
              <a:buClr>
                <a:schemeClr val="bg2"/>
              </a:buClr>
              <a:buFont typeface="Arial" panose="020B0604020202020204" pitchFamily="34" charset="0"/>
              <a:buNone/>
              <a:defRPr b="0" i="0">
                <a:solidFill>
                  <a:schemeClr val="bg1"/>
                </a:solidFill>
              </a:defRPr>
            </a:lvl1pPr>
            <a:lvl2pPr>
              <a:buClr>
                <a:schemeClr val="bg2"/>
              </a:buClr>
              <a:defRPr b="0" i="0">
                <a:solidFill>
                  <a:schemeClr val="bg1"/>
                </a:solidFill>
              </a:defRPr>
            </a:lvl2pPr>
            <a:lvl3pPr>
              <a:buClr>
                <a:schemeClr val="bg2"/>
              </a:buClr>
              <a:defRPr b="0" i="0">
                <a:solidFill>
                  <a:schemeClr val="bg1"/>
                </a:solidFill>
              </a:defRPr>
            </a:lvl3pPr>
            <a:lvl4pPr>
              <a:buClr>
                <a:schemeClr val="bg2"/>
              </a:buClr>
              <a:defRPr b="0" i="0">
                <a:solidFill>
                  <a:schemeClr val="bg1"/>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1">
            <a:extLst>
              <a:ext uri="{FF2B5EF4-FFF2-40B4-BE49-F238E27FC236}">
                <a16:creationId xmlns:a16="http://schemas.microsoft.com/office/drawing/2014/main" id="{1F96B074-109F-4340-B7B5-AE613A1BDD2D}"/>
              </a:ext>
            </a:extLst>
          </p:cNvPr>
          <p:cNvSpPr>
            <a:spLocks noGrp="1"/>
          </p:cNvSpPr>
          <p:nvPr>
            <p:ph type="title"/>
          </p:nvPr>
        </p:nvSpPr>
        <p:spPr>
          <a:xfrm>
            <a:off x="558244" y="417995"/>
            <a:ext cx="4717949" cy="1021921"/>
          </a:xfrm>
          <a:prstGeom prst="rect">
            <a:avLst/>
          </a:prstGeom>
        </p:spPr>
        <p:txBody>
          <a:bodyPr/>
          <a:lstStyle>
            <a:lvl1pPr>
              <a:defRPr b="1" i="0">
                <a:solidFill>
                  <a:schemeClr val="bg1"/>
                </a:solidFill>
              </a:defRPr>
            </a:lvl1pPr>
          </a:lstStyle>
          <a:p>
            <a:r>
              <a:rPr lang="en-US" dirty="0"/>
              <a:t>Click to edit Master title style</a:t>
            </a:r>
          </a:p>
        </p:txBody>
      </p:sp>
      <p:sp>
        <p:nvSpPr>
          <p:cNvPr id="16" name="Text Placeholder 3">
            <a:extLst>
              <a:ext uri="{FF2B5EF4-FFF2-40B4-BE49-F238E27FC236}">
                <a16:creationId xmlns:a16="http://schemas.microsoft.com/office/drawing/2014/main" id="{2A5C67CA-E9D2-D74E-80F0-C5BCC0362CD5}"/>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spTree>
    <p:extLst>
      <p:ext uri="{BB962C8B-B14F-4D97-AF65-F5344CB8AC3E}">
        <p14:creationId xmlns:p14="http://schemas.microsoft.com/office/powerpoint/2010/main" val="311496109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Image Plum">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22DCD288-3D8B-A246-A475-1B72EF799568}"/>
              </a:ext>
            </a:extLst>
          </p:cNvPr>
          <p:cNvSpPr>
            <a:spLocks noGrp="1"/>
          </p:cNvSpPr>
          <p:nvPr>
            <p:ph type="pic" sz="quarter" idx="10"/>
          </p:nvPr>
        </p:nvSpPr>
        <p:spPr>
          <a:xfrm>
            <a:off x="5834439" y="0"/>
            <a:ext cx="5868611" cy="246221"/>
          </a:xfrm>
        </p:spPr>
        <p:txBody>
          <a:bodyPr/>
          <a:lstStyle>
            <a:lvl1pPr>
              <a:defRPr b="0" i="0"/>
            </a:lvl1pPr>
          </a:lstStyle>
          <a:p>
            <a:endParaRPr lang="en-US" dirty="0"/>
          </a:p>
        </p:txBody>
      </p:sp>
      <p:sp>
        <p:nvSpPr>
          <p:cNvPr id="11" name="Rectangle 10">
            <a:extLst>
              <a:ext uri="{FF2B5EF4-FFF2-40B4-BE49-F238E27FC236}">
                <a16:creationId xmlns:a16="http://schemas.microsoft.com/office/drawing/2014/main" id="{5B1EBB7F-CFD9-454D-A06E-AEE8C457FE0A}"/>
              </a:ext>
            </a:extLst>
          </p:cNvPr>
          <p:cNvSpPr/>
          <p:nvPr userDrawn="1"/>
        </p:nvSpPr>
        <p:spPr>
          <a:xfrm>
            <a:off x="0" y="0"/>
            <a:ext cx="5851526" cy="6584950"/>
          </a:xfrm>
          <a:prstGeom prst="rect">
            <a:avLst/>
          </a:prstGeom>
          <a:gradFill flip="none" rotWithShape="1">
            <a:gsLst>
              <a:gs pos="20000">
                <a:srgbClr val="230722"/>
              </a:gs>
              <a:gs pos="100000">
                <a:srgbClr val="230722">
                  <a:lumMod val="90000"/>
                  <a:lumOff val="10000"/>
                </a:srgbClr>
              </a:gs>
            </a:gsLst>
            <a:lin ang="18900000" scaled="1"/>
            <a:tileRect/>
          </a:gradFill>
          <a:ln w="63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9" name="Text Placeholder 3">
            <a:extLst>
              <a:ext uri="{FF2B5EF4-FFF2-40B4-BE49-F238E27FC236}">
                <a16:creationId xmlns:a16="http://schemas.microsoft.com/office/drawing/2014/main" id="{803A005D-9120-304E-9D4A-1A6D13EC7BC3}"/>
              </a:ext>
            </a:extLst>
          </p:cNvPr>
          <p:cNvSpPr>
            <a:spLocks noGrp="1"/>
          </p:cNvSpPr>
          <p:nvPr>
            <p:ph type="body" sz="half" idx="2"/>
          </p:nvPr>
        </p:nvSpPr>
        <p:spPr>
          <a:xfrm>
            <a:off x="570944" y="1492466"/>
            <a:ext cx="4705249" cy="276999"/>
          </a:xfrm>
        </p:spPr>
        <p:txBody>
          <a:bodyPr/>
          <a:lstStyle>
            <a:lvl1pPr marL="0" indent="0">
              <a:buNone/>
              <a:defRPr sz="1800" b="0" i="0">
                <a:solidFill>
                  <a:schemeClr val="bg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10" name="Content Placeholder 2">
            <a:extLst>
              <a:ext uri="{FF2B5EF4-FFF2-40B4-BE49-F238E27FC236}">
                <a16:creationId xmlns:a16="http://schemas.microsoft.com/office/drawing/2014/main" id="{500B5C5A-2D3D-D042-81E9-A94682E3FB20}"/>
              </a:ext>
            </a:extLst>
          </p:cNvPr>
          <p:cNvSpPr>
            <a:spLocks noGrp="1"/>
          </p:cNvSpPr>
          <p:nvPr>
            <p:ph idx="1"/>
          </p:nvPr>
        </p:nvSpPr>
        <p:spPr>
          <a:xfrm>
            <a:off x="570944" y="2341014"/>
            <a:ext cx="4705249" cy="1261884"/>
          </a:xfrm>
        </p:spPr>
        <p:txBody>
          <a:bodyPr/>
          <a:lstStyle>
            <a:lvl1pPr marL="0" indent="0">
              <a:buClr>
                <a:schemeClr val="accent1"/>
              </a:buClr>
              <a:buFont typeface="Arial" panose="020B0604020202020204" pitchFamily="34" charset="0"/>
              <a:buNone/>
              <a:defRPr b="0" i="0">
                <a:solidFill>
                  <a:schemeClr val="bg1"/>
                </a:solidFill>
              </a:defRPr>
            </a:lvl1pPr>
            <a:lvl2pPr>
              <a:buClr>
                <a:schemeClr val="accent1"/>
              </a:buClr>
              <a:defRPr b="0" i="0">
                <a:solidFill>
                  <a:schemeClr val="bg1"/>
                </a:solidFill>
              </a:defRPr>
            </a:lvl2pPr>
            <a:lvl3pPr>
              <a:buClr>
                <a:schemeClr val="accent1"/>
              </a:buClr>
              <a:defRPr b="0" i="0">
                <a:solidFill>
                  <a:schemeClr val="bg1"/>
                </a:solidFill>
              </a:defRPr>
            </a:lvl3pPr>
            <a:lvl4pPr>
              <a:buClr>
                <a:schemeClr val="accent1"/>
              </a:buClr>
              <a:defRPr b="0" i="0">
                <a:solidFill>
                  <a:schemeClr val="bg1"/>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itle 1">
            <a:extLst>
              <a:ext uri="{FF2B5EF4-FFF2-40B4-BE49-F238E27FC236}">
                <a16:creationId xmlns:a16="http://schemas.microsoft.com/office/drawing/2014/main" id="{ACDBDD6D-677E-8044-8DEC-63BCC30E6802}"/>
              </a:ext>
            </a:extLst>
          </p:cNvPr>
          <p:cNvSpPr>
            <a:spLocks noGrp="1"/>
          </p:cNvSpPr>
          <p:nvPr>
            <p:ph type="title"/>
          </p:nvPr>
        </p:nvSpPr>
        <p:spPr>
          <a:xfrm>
            <a:off x="558244" y="417995"/>
            <a:ext cx="4717949" cy="1021921"/>
          </a:xfrm>
          <a:prstGeom prst="rect">
            <a:avLst/>
          </a:prstGeom>
        </p:spPr>
        <p:txBody>
          <a:bodyPr/>
          <a:lstStyle>
            <a:lvl1pPr>
              <a:defRPr b="1" i="0">
                <a:solidFill>
                  <a:schemeClr val="accent1"/>
                </a:solidFill>
              </a:defRPr>
            </a:lvl1pPr>
          </a:lstStyle>
          <a:p>
            <a:r>
              <a:rPr lang="en-US" dirty="0"/>
              <a:t>Click to edit Master title style</a:t>
            </a:r>
          </a:p>
        </p:txBody>
      </p:sp>
      <p:sp>
        <p:nvSpPr>
          <p:cNvPr id="13" name="Text Placeholder 3">
            <a:extLst>
              <a:ext uri="{FF2B5EF4-FFF2-40B4-BE49-F238E27FC236}">
                <a16:creationId xmlns:a16="http://schemas.microsoft.com/office/drawing/2014/main" id="{D8895551-CC51-9D4B-BFED-AE2D9D3A9FCF}"/>
              </a:ext>
            </a:extLst>
          </p:cNvPr>
          <p:cNvSpPr>
            <a:spLocks noGrp="1"/>
          </p:cNvSpPr>
          <p:nvPr>
            <p:ph type="body" sz="quarter" idx="11" hasCustomPrompt="1"/>
          </p:nvPr>
        </p:nvSpPr>
        <p:spPr>
          <a:xfrm>
            <a:off x="203793" y="6292360"/>
            <a:ext cx="2070100" cy="122400"/>
          </a:xfrm>
        </p:spPr>
        <p:txBody>
          <a:bodyPr anchor="b"/>
          <a:lstStyle>
            <a:lvl1pPr>
              <a:defRPr lang="en-GB" sz="800" b="0" i="0" dirty="0">
                <a:solidFill>
                  <a:schemeClr val="bg1"/>
                </a:solidFill>
              </a:defRPr>
            </a:lvl1pPr>
            <a:lvl2pPr>
              <a:defRPr sz="800"/>
            </a:lvl2pPr>
            <a:lvl3pPr>
              <a:defRPr sz="800"/>
            </a:lvl3pPr>
            <a:lvl4pPr>
              <a:defRPr sz="800"/>
            </a:lvl4pPr>
            <a:lvl5pPr>
              <a:defRPr sz="800"/>
            </a:lvl5pPr>
          </a:lstStyle>
          <a:p>
            <a:r>
              <a:rPr lang="en-GB" sz="800" dirty="0">
                <a:solidFill>
                  <a:schemeClr val="bg1"/>
                </a:solidFill>
                <a:ea typeface="+mn-ea"/>
              </a:rPr>
              <a:t>Virgin Media | Confidential/Internal/Public</a:t>
            </a:r>
          </a:p>
        </p:txBody>
      </p:sp>
    </p:spTree>
    <p:extLst>
      <p:ext uri="{BB962C8B-B14F-4D97-AF65-F5344CB8AC3E}">
        <p14:creationId xmlns:p14="http://schemas.microsoft.com/office/powerpoint/2010/main" val="227235178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Content Fram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501C809B-266F-0C47-8045-35F7BBC7A9C7}"/>
              </a:ext>
            </a:extLst>
          </p:cNvPr>
          <p:cNvSpPr>
            <a:spLocks noGrp="1"/>
          </p:cNvSpPr>
          <p:nvPr>
            <p:ph idx="1"/>
          </p:nvPr>
        </p:nvSpPr>
        <p:spPr>
          <a:xfrm>
            <a:off x="587375" y="1784549"/>
            <a:ext cx="3348000" cy="1184940"/>
          </a:xfrm>
        </p:spPr>
        <p:txBody>
          <a:bodyPr/>
          <a:lstStyle>
            <a:lvl1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1pPr>
            <a:lvl2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2pPr>
            <a:lvl3pPr>
              <a:lnSpc>
                <a:spcPct val="100000"/>
              </a:lnSpc>
              <a:spcBef>
                <a:spcPts val="0"/>
              </a:spcBef>
              <a:spcAft>
                <a:spcPts val="600"/>
              </a:spcAft>
              <a:defRPr sz="1600" b="0" i="0" spc="0">
                <a:solidFill>
                  <a:srgbClr val="322332"/>
                </a:solidFill>
                <a:latin typeface="Arial Regular"/>
                <a:cs typeface="VM Circular Chat Book" panose="020B0604020101020102" pitchFamily="34" charset="77"/>
              </a:defRPr>
            </a:lvl3pPr>
            <a:lvl4pPr>
              <a:lnSpc>
                <a:spcPct val="100000"/>
              </a:lnSpc>
              <a:spcBef>
                <a:spcPts val="0"/>
              </a:spcBef>
              <a:spcAft>
                <a:spcPts val="600"/>
              </a:spcAft>
              <a:defRPr sz="1400" b="0" i="0" spc="0">
                <a:solidFill>
                  <a:srgbClr val="322332"/>
                </a:solidFill>
                <a:latin typeface="Arial Regular"/>
                <a:cs typeface="VM Circular Chat Book" panose="020B0604020101020102" pitchFamily="34" charset="77"/>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3">
            <a:extLst>
              <a:ext uri="{FF2B5EF4-FFF2-40B4-BE49-F238E27FC236}">
                <a16:creationId xmlns:a16="http://schemas.microsoft.com/office/drawing/2014/main" id="{595ED2C1-B299-E149-9758-BC443E244ED5}"/>
              </a:ext>
            </a:extLst>
          </p:cNvPr>
          <p:cNvSpPr>
            <a:spLocks noGrp="1"/>
          </p:cNvSpPr>
          <p:nvPr>
            <p:ph type="body" sz="half" idx="2"/>
          </p:nvPr>
        </p:nvSpPr>
        <p:spPr>
          <a:xfrm>
            <a:off x="570944" y="936000"/>
            <a:ext cx="10566956" cy="276999"/>
          </a:xfrm>
        </p:spPr>
        <p:txBody>
          <a:bodyPr/>
          <a:lstStyle>
            <a:lvl1pPr marL="0" indent="0">
              <a:buNone/>
              <a:defRPr sz="1800" b="0" i="0">
                <a:solidFill>
                  <a:srgbClr val="322332"/>
                </a:solidFill>
                <a:latin typeface="Arial Regular"/>
                <a:cs typeface="VM Circular Natter Medium" panose="020B0604020101010102" pitchFamily="34" charset="77"/>
              </a:defRPr>
            </a:lvl1pPr>
            <a:lvl2pPr marL="438866" indent="0">
              <a:buNone/>
              <a:defRPr sz="1344"/>
            </a:lvl2pPr>
            <a:lvl3pPr marL="877733" indent="0">
              <a:buNone/>
              <a:defRPr sz="1152"/>
            </a:lvl3pPr>
            <a:lvl4pPr marL="1316599" indent="0">
              <a:buNone/>
              <a:defRPr sz="960"/>
            </a:lvl4pPr>
            <a:lvl5pPr marL="1755465" indent="0">
              <a:buNone/>
              <a:defRPr sz="960"/>
            </a:lvl5pPr>
            <a:lvl6pPr marL="2194331" indent="0">
              <a:buNone/>
              <a:defRPr sz="960"/>
            </a:lvl6pPr>
            <a:lvl7pPr marL="2633198" indent="0">
              <a:buNone/>
              <a:defRPr sz="960"/>
            </a:lvl7pPr>
            <a:lvl8pPr marL="3072064" indent="0">
              <a:buNone/>
              <a:defRPr sz="960"/>
            </a:lvl8pPr>
            <a:lvl9pPr marL="3510930" indent="0">
              <a:buNone/>
              <a:defRPr sz="960"/>
            </a:lvl9pPr>
          </a:lstStyle>
          <a:p>
            <a:pPr lvl="0"/>
            <a:r>
              <a:rPr lang="en-US" dirty="0"/>
              <a:t>Click to edit Master text styles</a:t>
            </a:r>
          </a:p>
        </p:txBody>
      </p:sp>
      <p:sp>
        <p:nvSpPr>
          <p:cNvPr id="14" name="Title 1">
            <a:extLst>
              <a:ext uri="{FF2B5EF4-FFF2-40B4-BE49-F238E27FC236}">
                <a16:creationId xmlns:a16="http://schemas.microsoft.com/office/drawing/2014/main" id="{D0A21A6A-7E49-B341-AEE3-73F289C002DB}"/>
              </a:ext>
            </a:extLst>
          </p:cNvPr>
          <p:cNvSpPr>
            <a:spLocks noGrp="1"/>
          </p:cNvSpPr>
          <p:nvPr>
            <p:ph type="title"/>
          </p:nvPr>
        </p:nvSpPr>
        <p:spPr>
          <a:xfrm>
            <a:off x="558244" y="417996"/>
            <a:ext cx="10579656" cy="498598"/>
          </a:xfrm>
          <a:prstGeom prst="rect">
            <a:avLst/>
          </a:prstGeom>
        </p:spPr>
        <p:txBody>
          <a:bodyPr/>
          <a:lstStyle>
            <a:lvl1pPr>
              <a:defRPr b="1" i="0">
                <a:solidFill>
                  <a:schemeClr val="accent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408D18E6-7398-E84A-9780-2EEE21B47B05}"/>
              </a:ext>
            </a:extLst>
          </p:cNvPr>
          <p:cNvSpPr>
            <a:spLocks noGrp="1"/>
          </p:cNvSpPr>
          <p:nvPr>
            <p:ph sz="quarter" idx="12"/>
          </p:nvPr>
        </p:nvSpPr>
        <p:spPr>
          <a:xfrm>
            <a:off x="4506685" y="1771423"/>
            <a:ext cx="6498771" cy="3617006"/>
          </a:xfrm>
        </p:spPr>
        <p:txBody>
          <a:bodyPr>
            <a:noAutofit/>
          </a:bodyPr>
          <a:lstStyle>
            <a:lvl1pPr>
              <a:defRPr b="0" i="0"/>
            </a:lvl1pPr>
          </a:lstStyle>
          <a:p>
            <a:pPr lvl="0"/>
            <a:endParaRPr lang="en-US" dirty="0"/>
          </a:p>
        </p:txBody>
      </p:sp>
      <p:pic>
        <p:nvPicPr>
          <p:cNvPr id="12" name="Picture 11">
            <a:extLst>
              <a:ext uri="{FF2B5EF4-FFF2-40B4-BE49-F238E27FC236}">
                <a16:creationId xmlns:a16="http://schemas.microsoft.com/office/drawing/2014/main" id="{B617CE4E-2B19-9F4A-8ABC-51C8881B1C4C}"/>
              </a:ext>
            </a:extLst>
          </p:cNvPr>
          <p:cNvPicPr>
            <a:picLocks noChangeAspect="1"/>
          </p:cNvPicPr>
          <p:nvPr userDrawn="1"/>
        </p:nvPicPr>
        <p:blipFill>
          <a:blip r:embed="rId2"/>
          <a:stretch>
            <a:fillRect/>
          </a:stretch>
        </p:blipFill>
        <p:spPr>
          <a:xfrm>
            <a:off x="4314363" y="1575695"/>
            <a:ext cx="6887037" cy="4251997"/>
          </a:xfrm>
          <a:prstGeom prst="rect">
            <a:avLst/>
          </a:prstGeom>
        </p:spPr>
      </p:pic>
      <p:sp>
        <p:nvSpPr>
          <p:cNvPr id="9" name="Text Placeholder 9">
            <a:extLst>
              <a:ext uri="{FF2B5EF4-FFF2-40B4-BE49-F238E27FC236}">
                <a16:creationId xmlns:a16="http://schemas.microsoft.com/office/drawing/2014/main" id="{4278C266-361F-C844-97F5-59FADB09F6B1}"/>
              </a:ext>
            </a:extLst>
          </p:cNvPr>
          <p:cNvSpPr>
            <a:spLocks noGrp="1"/>
          </p:cNvSpPr>
          <p:nvPr>
            <p:ph type="body" sz="quarter" idx="11" hasCustomPrompt="1"/>
          </p:nvPr>
        </p:nvSpPr>
        <p:spPr>
          <a:xfrm>
            <a:off x="203792" y="6292104"/>
            <a:ext cx="2124000" cy="123111"/>
          </a:xfrm>
        </p:spPr>
        <p:txBody>
          <a:bodyPr/>
          <a:lstStyle>
            <a:lvl1pPr>
              <a:defRPr sz="800" b="0" i="0"/>
            </a:lvl1pPr>
            <a:lvl2pPr marL="0" indent="0">
              <a:buNone/>
              <a:defRPr sz="1200"/>
            </a:lvl2pPr>
            <a:lvl3pPr>
              <a:defRPr sz="1200"/>
            </a:lvl3pPr>
            <a:lvl4pPr>
              <a:defRPr sz="1200"/>
            </a:lvl4pPr>
            <a:lvl5pPr>
              <a:defRPr sz="1400"/>
            </a:lvl5pPr>
          </a:lstStyle>
          <a:p>
            <a:pPr lvl="0"/>
            <a:r>
              <a:rPr lang="en-US" dirty="0"/>
              <a:t>Virgin Media | Confidential/Internal/Public</a:t>
            </a:r>
          </a:p>
        </p:txBody>
      </p:sp>
    </p:spTree>
    <p:extLst>
      <p:ext uri="{BB962C8B-B14F-4D97-AF65-F5344CB8AC3E}">
        <p14:creationId xmlns:p14="http://schemas.microsoft.com/office/powerpoint/2010/main" val="25857363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8244" y="335804"/>
            <a:ext cx="10579656" cy="498598"/>
          </a:xfrm>
          <a:prstGeom prst="rect">
            <a:avLst/>
          </a:prstGeom>
        </p:spPr>
        <p:txBody>
          <a:bodyPr vert="horz" wrap="square" lIns="0" tIns="0" rIns="0" bIns="0" rtlCol="0" anchor="t" anchorCtr="0">
            <a:spAutoFit/>
          </a:bodyPr>
          <a:lstStyle/>
          <a:p>
            <a:r>
              <a:rPr lang="en-US" dirty="0"/>
              <a:t>Click to edit Master title style</a:t>
            </a:r>
          </a:p>
        </p:txBody>
      </p:sp>
      <p:sp>
        <p:nvSpPr>
          <p:cNvPr id="3" name="Text Placeholder 2"/>
          <p:cNvSpPr>
            <a:spLocks noGrp="1"/>
          </p:cNvSpPr>
          <p:nvPr>
            <p:ph type="body" idx="1"/>
          </p:nvPr>
        </p:nvSpPr>
        <p:spPr>
          <a:xfrm>
            <a:off x="570944" y="1406863"/>
            <a:ext cx="10566956" cy="1292662"/>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Box 20">
            <a:extLst>
              <a:ext uri="{FF2B5EF4-FFF2-40B4-BE49-F238E27FC236}">
                <a16:creationId xmlns:a16="http://schemas.microsoft.com/office/drawing/2014/main" id="{58BE4EB5-6F9B-7747-ADD0-90D821138019}"/>
              </a:ext>
            </a:extLst>
          </p:cNvPr>
          <p:cNvSpPr txBox="1"/>
          <p:nvPr userDrawn="1"/>
        </p:nvSpPr>
        <p:spPr>
          <a:xfrm>
            <a:off x="11319734" y="6146230"/>
            <a:ext cx="344245" cy="153888"/>
          </a:xfrm>
          <a:prstGeom prst="rect">
            <a:avLst/>
          </a:prstGeom>
          <a:noFill/>
        </p:spPr>
        <p:txBody>
          <a:bodyPr wrap="square" lIns="0" tIns="0" rIns="0" bIns="0" rtlCol="0" anchor="ctr" anchorCtr="0">
            <a:spAutoFit/>
          </a:bodyPr>
          <a:lstStyle/>
          <a:p>
            <a:fld id="{7FDC34CF-4A90-584D-9ECF-C53CD92B0230}" type="slidenum">
              <a:rPr lang="en-US" sz="1000" b="0" i="0" smtClean="0">
                <a:solidFill>
                  <a:schemeClr val="accent1"/>
                </a:solidFill>
                <a:latin typeface="Arial Regular"/>
                <a:ea typeface="VM Circular Whisper TT Light" charset="0"/>
                <a:cs typeface="VM Circular Whisper Light" panose="020B0404020101020102" pitchFamily="34" charset="77"/>
              </a:rPr>
              <a:t>‹#›</a:t>
            </a:fld>
            <a:endParaRPr lang="en-US" sz="1000" b="0" i="0" dirty="0">
              <a:solidFill>
                <a:schemeClr val="accent1"/>
              </a:solidFill>
              <a:latin typeface="Arial Regular"/>
              <a:ea typeface="VM Circular Whisper TT Light" charset="0"/>
              <a:cs typeface="VM Circular Whisper Light" panose="020B0404020101020102" pitchFamily="34" charset="77"/>
            </a:endParaRPr>
          </a:p>
        </p:txBody>
      </p:sp>
      <p:grpSp>
        <p:nvGrpSpPr>
          <p:cNvPr id="4" name="Group 3">
            <a:extLst>
              <a:ext uri="{FF2B5EF4-FFF2-40B4-BE49-F238E27FC236}">
                <a16:creationId xmlns:a16="http://schemas.microsoft.com/office/drawing/2014/main" id="{CC08C9D0-C467-304F-ADA8-18D1812D7ACD}"/>
              </a:ext>
            </a:extLst>
          </p:cNvPr>
          <p:cNvGrpSpPr/>
          <p:nvPr userDrawn="1"/>
        </p:nvGrpSpPr>
        <p:grpSpPr>
          <a:xfrm>
            <a:off x="8894050" y="5955937"/>
            <a:ext cx="2367272" cy="490588"/>
            <a:chOff x="8894050" y="5955937"/>
            <a:chExt cx="2367272" cy="490588"/>
          </a:xfrm>
        </p:grpSpPr>
        <p:grpSp>
          <p:nvGrpSpPr>
            <p:cNvPr id="23" name="Group 22">
              <a:extLst>
                <a:ext uri="{FF2B5EF4-FFF2-40B4-BE49-F238E27FC236}">
                  <a16:creationId xmlns:a16="http://schemas.microsoft.com/office/drawing/2014/main" id="{A004005B-3C2B-E043-A6E5-520D979D9985}"/>
                </a:ext>
              </a:extLst>
            </p:cNvPr>
            <p:cNvGrpSpPr>
              <a:grpSpLocks noChangeAspect="1"/>
            </p:cNvGrpSpPr>
            <p:nvPr userDrawn="1"/>
          </p:nvGrpSpPr>
          <p:grpSpPr bwMode="auto">
            <a:xfrm>
              <a:off x="8894050" y="6027326"/>
              <a:ext cx="667773" cy="395031"/>
              <a:chOff x="2036" y="1094"/>
              <a:chExt cx="3604" cy="2132"/>
            </a:xfrm>
            <a:solidFill>
              <a:schemeClr val="accent1"/>
            </a:solidFill>
          </p:grpSpPr>
          <p:sp>
            <p:nvSpPr>
              <p:cNvPr id="28" name="Freeform 5">
                <a:extLst>
                  <a:ext uri="{FF2B5EF4-FFF2-40B4-BE49-F238E27FC236}">
                    <a16:creationId xmlns:a16="http://schemas.microsoft.com/office/drawing/2014/main" id="{37883BA8-DE13-194F-924E-35C454BC2D82}"/>
                  </a:ext>
                </a:extLst>
              </p:cNvPr>
              <p:cNvSpPr>
                <a:spLocks noEditPoints="1"/>
              </p:cNvSpPr>
              <p:nvPr/>
            </p:nvSpPr>
            <p:spPr bwMode="auto">
              <a:xfrm>
                <a:off x="2036" y="1094"/>
                <a:ext cx="3604" cy="2132"/>
              </a:xfrm>
              <a:custGeom>
                <a:avLst/>
                <a:gdLst>
                  <a:gd name="T0" fmla="*/ 571 w 843"/>
                  <a:gd name="T1" fmla="*/ 290 h 509"/>
                  <a:gd name="T2" fmla="*/ 580 w 843"/>
                  <a:gd name="T3" fmla="*/ 301 h 509"/>
                  <a:gd name="T4" fmla="*/ 606 w 843"/>
                  <a:gd name="T5" fmla="*/ 328 h 509"/>
                  <a:gd name="T6" fmla="*/ 736 w 843"/>
                  <a:gd name="T7" fmla="*/ 389 h 509"/>
                  <a:gd name="T8" fmla="*/ 786 w 843"/>
                  <a:gd name="T9" fmla="*/ 140 h 509"/>
                  <a:gd name="T10" fmla="*/ 645 w 843"/>
                  <a:gd name="T11" fmla="*/ 150 h 509"/>
                  <a:gd name="T12" fmla="*/ 577 w 843"/>
                  <a:gd name="T13" fmla="*/ 211 h 509"/>
                  <a:gd name="T14" fmla="*/ 546 w 843"/>
                  <a:gd name="T15" fmla="*/ 252 h 509"/>
                  <a:gd name="T16" fmla="*/ 491 w 843"/>
                  <a:gd name="T17" fmla="*/ 209 h 509"/>
                  <a:gd name="T18" fmla="*/ 481 w 843"/>
                  <a:gd name="T19" fmla="*/ 196 h 509"/>
                  <a:gd name="T20" fmla="*/ 391 w 843"/>
                  <a:gd name="T21" fmla="*/ 103 h 509"/>
                  <a:gd name="T22" fmla="*/ 378 w 843"/>
                  <a:gd name="T23" fmla="*/ 92 h 509"/>
                  <a:gd name="T24" fmla="*/ 288 w 843"/>
                  <a:gd name="T25" fmla="*/ 37 h 509"/>
                  <a:gd name="T26" fmla="*/ 188 w 843"/>
                  <a:gd name="T27" fmla="*/ 15 h 509"/>
                  <a:gd name="T28" fmla="*/ 29 w 843"/>
                  <a:gd name="T29" fmla="*/ 160 h 509"/>
                  <a:gd name="T30" fmla="*/ 57 w 843"/>
                  <a:gd name="T31" fmla="*/ 415 h 509"/>
                  <a:gd name="T32" fmla="*/ 80 w 843"/>
                  <a:gd name="T33" fmla="*/ 446 h 509"/>
                  <a:gd name="T34" fmla="*/ 324 w 843"/>
                  <a:gd name="T35" fmla="*/ 454 h 509"/>
                  <a:gd name="T36" fmla="*/ 360 w 843"/>
                  <a:gd name="T37" fmla="*/ 430 h 509"/>
                  <a:gd name="T38" fmla="*/ 388 w 843"/>
                  <a:gd name="T39" fmla="*/ 409 h 509"/>
                  <a:gd name="T40" fmla="*/ 486 w 843"/>
                  <a:gd name="T41" fmla="*/ 307 h 509"/>
                  <a:gd name="T42" fmla="*/ 496 w 843"/>
                  <a:gd name="T43" fmla="*/ 294 h 509"/>
                  <a:gd name="T44" fmla="*/ 533 w 843"/>
                  <a:gd name="T45" fmla="*/ 270 h 509"/>
                  <a:gd name="T46" fmla="*/ 508 w 843"/>
                  <a:gd name="T47" fmla="*/ 303 h 509"/>
                  <a:gd name="T48" fmla="*/ 489 w 843"/>
                  <a:gd name="T49" fmla="*/ 326 h 509"/>
                  <a:gd name="T50" fmla="*/ 472 w 843"/>
                  <a:gd name="T51" fmla="*/ 347 h 509"/>
                  <a:gd name="T52" fmla="*/ 429 w 843"/>
                  <a:gd name="T53" fmla="*/ 391 h 509"/>
                  <a:gd name="T54" fmla="*/ 396 w 843"/>
                  <a:gd name="T55" fmla="*/ 421 h 509"/>
                  <a:gd name="T56" fmla="*/ 341 w 843"/>
                  <a:gd name="T57" fmla="*/ 461 h 509"/>
                  <a:gd name="T58" fmla="*/ 282 w 843"/>
                  <a:gd name="T59" fmla="*/ 491 h 509"/>
                  <a:gd name="T60" fmla="*/ 180 w 843"/>
                  <a:gd name="T61" fmla="*/ 508 h 509"/>
                  <a:gd name="T62" fmla="*/ 66 w 843"/>
                  <a:gd name="T63" fmla="*/ 452 h 509"/>
                  <a:gd name="T64" fmla="*/ 48 w 843"/>
                  <a:gd name="T65" fmla="*/ 428 h 509"/>
                  <a:gd name="T66" fmla="*/ 9 w 843"/>
                  <a:gd name="T67" fmla="*/ 334 h 509"/>
                  <a:gd name="T68" fmla="*/ 21 w 843"/>
                  <a:gd name="T69" fmla="*/ 135 h 509"/>
                  <a:gd name="T70" fmla="*/ 37 w 843"/>
                  <a:gd name="T71" fmla="*/ 98 h 509"/>
                  <a:gd name="T72" fmla="*/ 63 w 843"/>
                  <a:gd name="T73" fmla="*/ 60 h 509"/>
                  <a:gd name="T74" fmla="*/ 82 w 843"/>
                  <a:gd name="T75" fmla="*/ 42 h 509"/>
                  <a:gd name="T76" fmla="*/ 110 w 843"/>
                  <a:gd name="T77" fmla="*/ 21 h 509"/>
                  <a:gd name="T78" fmla="*/ 253 w 843"/>
                  <a:gd name="T79" fmla="*/ 8 h 509"/>
                  <a:gd name="T80" fmla="*/ 339 w 843"/>
                  <a:gd name="T81" fmla="*/ 46 h 509"/>
                  <a:gd name="T82" fmla="*/ 419 w 843"/>
                  <a:gd name="T83" fmla="*/ 108 h 509"/>
                  <a:gd name="T84" fmla="*/ 471 w 843"/>
                  <a:gd name="T85" fmla="*/ 162 h 509"/>
                  <a:gd name="T86" fmla="*/ 495 w 843"/>
                  <a:gd name="T87" fmla="*/ 190 h 509"/>
                  <a:gd name="T88" fmla="*/ 504 w 843"/>
                  <a:gd name="T89" fmla="*/ 202 h 509"/>
                  <a:gd name="T90" fmla="*/ 527 w 843"/>
                  <a:gd name="T91" fmla="*/ 232 h 509"/>
                  <a:gd name="T92" fmla="*/ 537 w 843"/>
                  <a:gd name="T93" fmla="*/ 238 h 509"/>
                  <a:gd name="T94" fmla="*/ 545 w 843"/>
                  <a:gd name="T95" fmla="*/ 228 h 509"/>
                  <a:gd name="T96" fmla="*/ 553 w 843"/>
                  <a:gd name="T97" fmla="*/ 218 h 509"/>
                  <a:gd name="T98" fmla="*/ 566 w 843"/>
                  <a:gd name="T99" fmla="*/ 202 h 509"/>
                  <a:gd name="T100" fmla="*/ 597 w 843"/>
                  <a:gd name="T101" fmla="*/ 169 h 509"/>
                  <a:gd name="T102" fmla="*/ 651 w 843"/>
                  <a:gd name="T103" fmla="*/ 129 h 509"/>
                  <a:gd name="T104" fmla="*/ 784 w 843"/>
                  <a:gd name="T105" fmla="*/ 120 h 509"/>
                  <a:gd name="T106" fmla="*/ 810 w 843"/>
                  <a:gd name="T107" fmla="*/ 365 h 509"/>
                  <a:gd name="T108" fmla="*/ 767 w 843"/>
                  <a:gd name="T109" fmla="*/ 398 h 509"/>
                  <a:gd name="T110" fmla="*/ 656 w 843"/>
                  <a:gd name="T111" fmla="*/ 383 h 509"/>
                  <a:gd name="T112" fmla="*/ 626 w 843"/>
                  <a:gd name="T113" fmla="*/ 364 h 509"/>
                  <a:gd name="T114" fmla="*/ 620 w 843"/>
                  <a:gd name="T115" fmla="*/ 360 h 509"/>
                  <a:gd name="T116" fmla="*/ 585 w 843"/>
                  <a:gd name="T117" fmla="*/ 328 h 509"/>
                  <a:gd name="T118" fmla="*/ 559 w 843"/>
                  <a:gd name="T119" fmla="*/ 298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3" h="509">
                    <a:moveTo>
                      <a:pt x="565" y="283"/>
                    </a:moveTo>
                    <a:cubicBezTo>
                      <a:pt x="566" y="283"/>
                      <a:pt x="566" y="284"/>
                      <a:pt x="567" y="284"/>
                    </a:cubicBezTo>
                    <a:cubicBezTo>
                      <a:pt x="567" y="284"/>
                      <a:pt x="567" y="285"/>
                      <a:pt x="567" y="285"/>
                    </a:cubicBezTo>
                    <a:cubicBezTo>
                      <a:pt x="567" y="285"/>
                      <a:pt x="567" y="285"/>
                      <a:pt x="567" y="285"/>
                    </a:cubicBezTo>
                    <a:cubicBezTo>
                      <a:pt x="568" y="285"/>
                      <a:pt x="568" y="285"/>
                      <a:pt x="568" y="286"/>
                    </a:cubicBezTo>
                    <a:cubicBezTo>
                      <a:pt x="568" y="286"/>
                      <a:pt x="568" y="286"/>
                      <a:pt x="568" y="286"/>
                    </a:cubicBezTo>
                    <a:cubicBezTo>
                      <a:pt x="568" y="286"/>
                      <a:pt x="568" y="286"/>
                      <a:pt x="568" y="286"/>
                    </a:cubicBezTo>
                    <a:cubicBezTo>
                      <a:pt x="568" y="287"/>
                      <a:pt x="569" y="287"/>
                      <a:pt x="569" y="287"/>
                    </a:cubicBezTo>
                    <a:cubicBezTo>
                      <a:pt x="569" y="287"/>
                      <a:pt x="569" y="287"/>
                      <a:pt x="569" y="287"/>
                    </a:cubicBezTo>
                    <a:cubicBezTo>
                      <a:pt x="569" y="287"/>
                      <a:pt x="569" y="287"/>
                      <a:pt x="569" y="288"/>
                    </a:cubicBezTo>
                    <a:cubicBezTo>
                      <a:pt x="570" y="288"/>
                      <a:pt x="570" y="288"/>
                      <a:pt x="570" y="288"/>
                    </a:cubicBezTo>
                    <a:cubicBezTo>
                      <a:pt x="570" y="288"/>
                      <a:pt x="570" y="288"/>
                      <a:pt x="570" y="288"/>
                    </a:cubicBezTo>
                    <a:cubicBezTo>
                      <a:pt x="570" y="289"/>
                      <a:pt x="570" y="289"/>
                      <a:pt x="570" y="289"/>
                    </a:cubicBezTo>
                    <a:cubicBezTo>
                      <a:pt x="571" y="289"/>
                      <a:pt x="571" y="290"/>
                      <a:pt x="571" y="290"/>
                    </a:cubicBezTo>
                    <a:cubicBezTo>
                      <a:pt x="571" y="290"/>
                      <a:pt x="571" y="290"/>
                      <a:pt x="572" y="291"/>
                    </a:cubicBezTo>
                    <a:cubicBezTo>
                      <a:pt x="572" y="291"/>
                      <a:pt x="572" y="291"/>
                      <a:pt x="572" y="292"/>
                    </a:cubicBezTo>
                    <a:cubicBezTo>
                      <a:pt x="573" y="293"/>
                      <a:pt x="574" y="294"/>
                      <a:pt x="575" y="295"/>
                    </a:cubicBezTo>
                    <a:cubicBezTo>
                      <a:pt x="575" y="295"/>
                      <a:pt x="576" y="296"/>
                      <a:pt x="576" y="296"/>
                    </a:cubicBezTo>
                    <a:cubicBezTo>
                      <a:pt x="576" y="296"/>
                      <a:pt x="576" y="297"/>
                      <a:pt x="576" y="297"/>
                    </a:cubicBezTo>
                    <a:cubicBezTo>
                      <a:pt x="577" y="297"/>
                      <a:pt x="577" y="297"/>
                      <a:pt x="577" y="297"/>
                    </a:cubicBezTo>
                    <a:cubicBezTo>
                      <a:pt x="577" y="297"/>
                      <a:pt x="577" y="297"/>
                      <a:pt x="577" y="298"/>
                    </a:cubicBezTo>
                    <a:cubicBezTo>
                      <a:pt x="577" y="298"/>
                      <a:pt x="578" y="298"/>
                      <a:pt x="578" y="298"/>
                    </a:cubicBezTo>
                    <a:cubicBezTo>
                      <a:pt x="578" y="298"/>
                      <a:pt x="578" y="298"/>
                      <a:pt x="578" y="298"/>
                    </a:cubicBezTo>
                    <a:cubicBezTo>
                      <a:pt x="578" y="299"/>
                      <a:pt x="578" y="299"/>
                      <a:pt x="578" y="299"/>
                    </a:cubicBezTo>
                    <a:cubicBezTo>
                      <a:pt x="578" y="299"/>
                      <a:pt x="578" y="299"/>
                      <a:pt x="578" y="299"/>
                    </a:cubicBezTo>
                    <a:cubicBezTo>
                      <a:pt x="579" y="299"/>
                      <a:pt x="579" y="300"/>
                      <a:pt x="579" y="300"/>
                    </a:cubicBezTo>
                    <a:cubicBezTo>
                      <a:pt x="579" y="300"/>
                      <a:pt x="579" y="300"/>
                      <a:pt x="579" y="300"/>
                    </a:cubicBezTo>
                    <a:cubicBezTo>
                      <a:pt x="579" y="300"/>
                      <a:pt x="580" y="300"/>
                      <a:pt x="580" y="301"/>
                    </a:cubicBezTo>
                    <a:cubicBezTo>
                      <a:pt x="580" y="301"/>
                      <a:pt x="580" y="301"/>
                      <a:pt x="580" y="301"/>
                    </a:cubicBezTo>
                    <a:cubicBezTo>
                      <a:pt x="580" y="301"/>
                      <a:pt x="581" y="302"/>
                      <a:pt x="581" y="302"/>
                    </a:cubicBezTo>
                    <a:cubicBezTo>
                      <a:pt x="581" y="303"/>
                      <a:pt x="581" y="303"/>
                      <a:pt x="582" y="303"/>
                    </a:cubicBezTo>
                    <a:cubicBezTo>
                      <a:pt x="582" y="304"/>
                      <a:pt x="583" y="304"/>
                      <a:pt x="583" y="305"/>
                    </a:cubicBezTo>
                    <a:cubicBezTo>
                      <a:pt x="584" y="305"/>
                      <a:pt x="584" y="306"/>
                      <a:pt x="585" y="306"/>
                    </a:cubicBezTo>
                    <a:cubicBezTo>
                      <a:pt x="585" y="307"/>
                      <a:pt x="586" y="308"/>
                      <a:pt x="587" y="309"/>
                    </a:cubicBezTo>
                    <a:cubicBezTo>
                      <a:pt x="587" y="309"/>
                      <a:pt x="587" y="310"/>
                      <a:pt x="587" y="310"/>
                    </a:cubicBezTo>
                    <a:cubicBezTo>
                      <a:pt x="588" y="311"/>
                      <a:pt x="590" y="312"/>
                      <a:pt x="591" y="313"/>
                    </a:cubicBezTo>
                    <a:cubicBezTo>
                      <a:pt x="591" y="313"/>
                      <a:pt x="591" y="314"/>
                      <a:pt x="592" y="315"/>
                    </a:cubicBezTo>
                    <a:cubicBezTo>
                      <a:pt x="592" y="315"/>
                      <a:pt x="593" y="316"/>
                      <a:pt x="593" y="316"/>
                    </a:cubicBezTo>
                    <a:cubicBezTo>
                      <a:pt x="596" y="319"/>
                      <a:pt x="599" y="322"/>
                      <a:pt x="601" y="324"/>
                    </a:cubicBezTo>
                    <a:cubicBezTo>
                      <a:pt x="602" y="324"/>
                      <a:pt x="602" y="325"/>
                      <a:pt x="603" y="325"/>
                    </a:cubicBezTo>
                    <a:cubicBezTo>
                      <a:pt x="604" y="326"/>
                      <a:pt x="604" y="327"/>
                      <a:pt x="605" y="328"/>
                    </a:cubicBezTo>
                    <a:cubicBezTo>
                      <a:pt x="605" y="328"/>
                      <a:pt x="606" y="328"/>
                      <a:pt x="606" y="328"/>
                    </a:cubicBezTo>
                    <a:cubicBezTo>
                      <a:pt x="607" y="330"/>
                      <a:pt x="609" y="331"/>
                      <a:pt x="610" y="332"/>
                    </a:cubicBezTo>
                    <a:cubicBezTo>
                      <a:pt x="610" y="332"/>
                      <a:pt x="610" y="333"/>
                      <a:pt x="611" y="333"/>
                    </a:cubicBezTo>
                    <a:cubicBezTo>
                      <a:pt x="618" y="339"/>
                      <a:pt x="627" y="346"/>
                      <a:pt x="635" y="352"/>
                    </a:cubicBezTo>
                    <a:cubicBezTo>
                      <a:pt x="635" y="352"/>
                      <a:pt x="635" y="353"/>
                      <a:pt x="636" y="353"/>
                    </a:cubicBezTo>
                    <a:cubicBezTo>
                      <a:pt x="636" y="353"/>
                      <a:pt x="636" y="353"/>
                      <a:pt x="637" y="353"/>
                    </a:cubicBezTo>
                    <a:cubicBezTo>
                      <a:pt x="637" y="353"/>
                      <a:pt x="637" y="354"/>
                      <a:pt x="637" y="354"/>
                    </a:cubicBezTo>
                    <a:cubicBezTo>
                      <a:pt x="638" y="354"/>
                      <a:pt x="638" y="354"/>
                      <a:pt x="638" y="355"/>
                    </a:cubicBezTo>
                    <a:cubicBezTo>
                      <a:pt x="639" y="355"/>
                      <a:pt x="639" y="355"/>
                      <a:pt x="639" y="355"/>
                    </a:cubicBezTo>
                    <a:cubicBezTo>
                      <a:pt x="640" y="355"/>
                      <a:pt x="640" y="356"/>
                      <a:pt x="640" y="356"/>
                    </a:cubicBezTo>
                    <a:cubicBezTo>
                      <a:pt x="640" y="356"/>
                      <a:pt x="641" y="356"/>
                      <a:pt x="641" y="357"/>
                    </a:cubicBezTo>
                    <a:cubicBezTo>
                      <a:pt x="641" y="357"/>
                      <a:pt x="642" y="357"/>
                      <a:pt x="642" y="357"/>
                    </a:cubicBezTo>
                    <a:cubicBezTo>
                      <a:pt x="649" y="362"/>
                      <a:pt x="656" y="366"/>
                      <a:pt x="663" y="370"/>
                    </a:cubicBezTo>
                    <a:cubicBezTo>
                      <a:pt x="677" y="377"/>
                      <a:pt x="691" y="383"/>
                      <a:pt x="708" y="387"/>
                    </a:cubicBezTo>
                    <a:cubicBezTo>
                      <a:pt x="717" y="389"/>
                      <a:pt x="726" y="390"/>
                      <a:pt x="736" y="389"/>
                    </a:cubicBezTo>
                    <a:cubicBezTo>
                      <a:pt x="738" y="389"/>
                      <a:pt x="740" y="389"/>
                      <a:pt x="742" y="389"/>
                    </a:cubicBezTo>
                    <a:cubicBezTo>
                      <a:pt x="745" y="388"/>
                      <a:pt x="749" y="388"/>
                      <a:pt x="752" y="387"/>
                    </a:cubicBezTo>
                    <a:cubicBezTo>
                      <a:pt x="765" y="384"/>
                      <a:pt x="776" y="378"/>
                      <a:pt x="785" y="370"/>
                    </a:cubicBezTo>
                    <a:cubicBezTo>
                      <a:pt x="803" y="355"/>
                      <a:pt x="816" y="332"/>
                      <a:pt x="822" y="305"/>
                    </a:cubicBezTo>
                    <a:cubicBezTo>
                      <a:pt x="822" y="304"/>
                      <a:pt x="822" y="304"/>
                      <a:pt x="823" y="303"/>
                    </a:cubicBezTo>
                    <a:cubicBezTo>
                      <a:pt x="824" y="298"/>
                      <a:pt x="825" y="293"/>
                      <a:pt x="826" y="287"/>
                    </a:cubicBezTo>
                    <a:cubicBezTo>
                      <a:pt x="829" y="266"/>
                      <a:pt x="829" y="241"/>
                      <a:pt x="825" y="218"/>
                    </a:cubicBezTo>
                    <a:cubicBezTo>
                      <a:pt x="822" y="198"/>
                      <a:pt x="815" y="179"/>
                      <a:pt x="806" y="164"/>
                    </a:cubicBezTo>
                    <a:cubicBezTo>
                      <a:pt x="803" y="158"/>
                      <a:pt x="799" y="154"/>
                      <a:pt x="796" y="149"/>
                    </a:cubicBezTo>
                    <a:cubicBezTo>
                      <a:pt x="795" y="149"/>
                      <a:pt x="794" y="148"/>
                      <a:pt x="794" y="148"/>
                    </a:cubicBezTo>
                    <a:cubicBezTo>
                      <a:pt x="794" y="147"/>
                      <a:pt x="793" y="146"/>
                      <a:pt x="793" y="146"/>
                    </a:cubicBezTo>
                    <a:cubicBezTo>
                      <a:pt x="792" y="145"/>
                      <a:pt x="791" y="144"/>
                      <a:pt x="790" y="143"/>
                    </a:cubicBezTo>
                    <a:cubicBezTo>
                      <a:pt x="789" y="142"/>
                      <a:pt x="788" y="142"/>
                      <a:pt x="788" y="142"/>
                    </a:cubicBezTo>
                    <a:cubicBezTo>
                      <a:pt x="787" y="141"/>
                      <a:pt x="787" y="140"/>
                      <a:pt x="786" y="140"/>
                    </a:cubicBezTo>
                    <a:cubicBezTo>
                      <a:pt x="785" y="139"/>
                      <a:pt x="784" y="138"/>
                      <a:pt x="782" y="137"/>
                    </a:cubicBezTo>
                    <a:cubicBezTo>
                      <a:pt x="782" y="137"/>
                      <a:pt x="782" y="136"/>
                      <a:pt x="781" y="136"/>
                    </a:cubicBezTo>
                    <a:cubicBezTo>
                      <a:pt x="780" y="135"/>
                      <a:pt x="779" y="135"/>
                      <a:pt x="778" y="134"/>
                    </a:cubicBezTo>
                    <a:cubicBezTo>
                      <a:pt x="777" y="133"/>
                      <a:pt x="775" y="132"/>
                      <a:pt x="774" y="131"/>
                    </a:cubicBezTo>
                    <a:cubicBezTo>
                      <a:pt x="773" y="131"/>
                      <a:pt x="772" y="130"/>
                      <a:pt x="772" y="130"/>
                    </a:cubicBezTo>
                    <a:cubicBezTo>
                      <a:pt x="770" y="129"/>
                      <a:pt x="769" y="128"/>
                      <a:pt x="768" y="128"/>
                    </a:cubicBezTo>
                    <a:cubicBezTo>
                      <a:pt x="756" y="123"/>
                      <a:pt x="742" y="119"/>
                      <a:pt x="726" y="120"/>
                    </a:cubicBezTo>
                    <a:cubicBezTo>
                      <a:pt x="726" y="120"/>
                      <a:pt x="726" y="120"/>
                      <a:pt x="725" y="120"/>
                    </a:cubicBezTo>
                    <a:cubicBezTo>
                      <a:pt x="713" y="121"/>
                      <a:pt x="702" y="123"/>
                      <a:pt x="692" y="127"/>
                    </a:cubicBezTo>
                    <a:cubicBezTo>
                      <a:pt x="676" y="132"/>
                      <a:pt x="662" y="140"/>
                      <a:pt x="648" y="148"/>
                    </a:cubicBezTo>
                    <a:cubicBezTo>
                      <a:pt x="648" y="148"/>
                      <a:pt x="648" y="148"/>
                      <a:pt x="648" y="148"/>
                    </a:cubicBezTo>
                    <a:cubicBezTo>
                      <a:pt x="647" y="149"/>
                      <a:pt x="647" y="149"/>
                      <a:pt x="647" y="149"/>
                    </a:cubicBezTo>
                    <a:cubicBezTo>
                      <a:pt x="647" y="149"/>
                      <a:pt x="646" y="149"/>
                      <a:pt x="646" y="149"/>
                    </a:cubicBezTo>
                    <a:cubicBezTo>
                      <a:pt x="646" y="150"/>
                      <a:pt x="646" y="150"/>
                      <a:pt x="645" y="150"/>
                    </a:cubicBezTo>
                    <a:cubicBezTo>
                      <a:pt x="645" y="150"/>
                      <a:pt x="645" y="150"/>
                      <a:pt x="645" y="150"/>
                    </a:cubicBezTo>
                    <a:cubicBezTo>
                      <a:pt x="627" y="162"/>
                      <a:pt x="611" y="175"/>
                      <a:pt x="597" y="189"/>
                    </a:cubicBezTo>
                    <a:cubicBezTo>
                      <a:pt x="596" y="191"/>
                      <a:pt x="594" y="193"/>
                      <a:pt x="592" y="194"/>
                    </a:cubicBezTo>
                    <a:cubicBezTo>
                      <a:pt x="592" y="194"/>
                      <a:pt x="592" y="195"/>
                      <a:pt x="592" y="195"/>
                    </a:cubicBezTo>
                    <a:cubicBezTo>
                      <a:pt x="591" y="196"/>
                      <a:pt x="590" y="197"/>
                      <a:pt x="589" y="197"/>
                    </a:cubicBezTo>
                    <a:cubicBezTo>
                      <a:pt x="589" y="198"/>
                      <a:pt x="588" y="198"/>
                      <a:pt x="588" y="199"/>
                    </a:cubicBezTo>
                    <a:cubicBezTo>
                      <a:pt x="588" y="199"/>
                      <a:pt x="588" y="199"/>
                      <a:pt x="588" y="200"/>
                    </a:cubicBezTo>
                    <a:cubicBezTo>
                      <a:pt x="587" y="200"/>
                      <a:pt x="587" y="200"/>
                      <a:pt x="586" y="201"/>
                    </a:cubicBezTo>
                    <a:cubicBezTo>
                      <a:pt x="585" y="202"/>
                      <a:pt x="584" y="203"/>
                      <a:pt x="584" y="204"/>
                    </a:cubicBezTo>
                    <a:cubicBezTo>
                      <a:pt x="583" y="204"/>
                      <a:pt x="583" y="205"/>
                      <a:pt x="583" y="205"/>
                    </a:cubicBezTo>
                    <a:cubicBezTo>
                      <a:pt x="582" y="206"/>
                      <a:pt x="581" y="207"/>
                      <a:pt x="580" y="208"/>
                    </a:cubicBezTo>
                    <a:cubicBezTo>
                      <a:pt x="580" y="208"/>
                      <a:pt x="580" y="208"/>
                      <a:pt x="580" y="209"/>
                    </a:cubicBezTo>
                    <a:cubicBezTo>
                      <a:pt x="579" y="209"/>
                      <a:pt x="579" y="210"/>
                      <a:pt x="578" y="210"/>
                    </a:cubicBezTo>
                    <a:cubicBezTo>
                      <a:pt x="578" y="211"/>
                      <a:pt x="578" y="211"/>
                      <a:pt x="577" y="211"/>
                    </a:cubicBezTo>
                    <a:cubicBezTo>
                      <a:pt x="577" y="212"/>
                      <a:pt x="577" y="212"/>
                      <a:pt x="576" y="213"/>
                    </a:cubicBezTo>
                    <a:cubicBezTo>
                      <a:pt x="575" y="215"/>
                      <a:pt x="573" y="218"/>
                      <a:pt x="571" y="220"/>
                    </a:cubicBezTo>
                    <a:cubicBezTo>
                      <a:pt x="570" y="220"/>
                      <a:pt x="570" y="221"/>
                      <a:pt x="569" y="221"/>
                    </a:cubicBezTo>
                    <a:cubicBezTo>
                      <a:pt x="569" y="222"/>
                      <a:pt x="569" y="222"/>
                      <a:pt x="569" y="222"/>
                    </a:cubicBezTo>
                    <a:cubicBezTo>
                      <a:pt x="569" y="222"/>
                      <a:pt x="569" y="222"/>
                      <a:pt x="569" y="222"/>
                    </a:cubicBezTo>
                    <a:cubicBezTo>
                      <a:pt x="568" y="223"/>
                      <a:pt x="568" y="223"/>
                      <a:pt x="568" y="224"/>
                    </a:cubicBezTo>
                    <a:cubicBezTo>
                      <a:pt x="567" y="225"/>
                      <a:pt x="566" y="226"/>
                      <a:pt x="565" y="227"/>
                    </a:cubicBezTo>
                    <a:cubicBezTo>
                      <a:pt x="561" y="232"/>
                      <a:pt x="557" y="237"/>
                      <a:pt x="553" y="243"/>
                    </a:cubicBezTo>
                    <a:cubicBezTo>
                      <a:pt x="553" y="243"/>
                      <a:pt x="553" y="243"/>
                      <a:pt x="553" y="243"/>
                    </a:cubicBezTo>
                    <a:cubicBezTo>
                      <a:pt x="553" y="243"/>
                      <a:pt x="553" y="243"/>
                      <a:pt x="553" y="243"/>
                    </a:cubicBezTo>
                    <a:cubicBezTo>
                      <a:pt x="552" y="244"/>
                      <a:pt x="551" y="245"/>
                      <a:pt x="551" y="245"/>
                    </a:cubicBezTo>
                    <a:cubicBezTo>
                      <a:pt x="551" y="245"/>
                      <a:pt x="551" y="246"/>
                      <a:pt x="551" y="246"/>
                    </a:cubicBezTo>
                    <a:cubicBezTo>
                      <a:pt x="550" y="247"/>
                      <a:pt x="549" y="248"/>
                      <a:pt x="548" y="249"/>
                    </a:cubicBezTo>
                    <a:cubicBezTo>
                      <a:pt x="547" y="250"/>
                      <a:pt x="547" y="251"/>
                      <a:pt x="546" y="252"/>
                    </a:cubicBezTo>
                    <a:cubicBezTo>
                      <a:pt x="545" y="253"/>
                      <a:pt x="544" y="254"/>
                      <a:pt x="544" y="255"/>
                    </a:cubicBezTo>
                    <a:cubicBezTo>
                      <a:pt x="551" y="264"/>
                      <a:pt x="558" y="273"/>
                      <a:pt x="565" y="283"/>
                    </a:cubicBezTo>
                    <a:moveTo>
                      <a:pt x="506" y="229"/>
                    </a:moveTo>
                    <a:cubicBezTo>
                      <a:pt x="504" y="225"/>
                      <a:pt x="501" y="222"/>
                      <a:pt x="499" y="219"/>
                    </a:cubicBezTo>
                    <a:cubicBezTo>
                      <a:pt x="498" y="218"/>
                      <a:pt x="498" y="218"/>
                      <a:pt x="498" y="218"/>
                    </a:cubicBezTo>
                    <a:cubicBezTo>
                      <a:pt x="498" y="217"/>
                      <a:pt x="498" y="217"/>
                      <a:pt x="497" y="217"/>
                    </a:cubicBezTo>
                    <a:cubicBezTo>
                      <a:pt x="497" y="217"/>
                      <a:pt x="497" y="217"/>
                      <a:pt x="497" y="216"/>
                    </a:cubicBezTo>
                    <a:cubicBezTo>
                      <a:pt x="497" y="216"/>
                      <a:pt x="496" y="216"/>
                      <a:pt x="496" y="216"/>
                    </a:cubicBezTo>
                    <a:cubicBezTo>
                      <a:pt x="496" y="215"/>
                      <a:pt x="495" y="214"/>
                      <a:pt x="495" y="214"/>
                    </a:cubicBezTo>
                    <a:cubicBezTo>
                      <a:pt x="495" y="214"/>
                      <a:pt x="495" y="214"/>
                      <a:pt x="495" y="214"/>
                    </a:cubicBezTo>
                    <a:cubicBezTo>
                      <a:pt x="495" y="213"/>
                      <a:pt x="494" y="213"/>
                      <a:pt x="494" y="213"/>
                    </a:cubicBezTo>
                    <a:cubicBezTo>
                      <a:pt x="494" y="212"/>
                      <a:pt x="493" y="211"/>
                      <a:pt x="492" y="211"/>
                    </a:cubicBezTo>
                    <a:cubicBezTo>
                      <a:pt x="492" y="210"/>
                      <a:pt x="492" y="210"/>
                      <a:pt x="492" y="210"/>
                    </a:cubicBezTo>
                    <a:cubicBezTo>
                      <a:pt x="492" y="210"/>
                      <a:pt x="492" y="210"/>
                      <a:pt x="491" y="209"/>
                    </a:cubicBezTo>
                    <a:cubicBezTo>
                      <a:pt x="491" y="209"/>
                      <a:pt x="490" y="208"/>
                      <a:pt x="490" y="208"/>
                    </a:cubicBezTo>
                    <a:cubicBezTo>
                      <a:pt x="489" y="207"/>
                      <a:pt x="489" y="206"/>
                      <a:pt x="489" y="206"/>
                    </a:cubicBezTo>
                    <a:cubicBezTo>
                      <a:pt x="488" y="206"/>
                      <a:pt x="488" y="206"/>
                      <a:pt x="488" y="205"/>
                    </a:cubicBezTo>
                    <a:cubicBezTo>
                      <a:pt x="488" y="205"/>
                      <a:pt x="488" y="205"/>
                      <a:pt x="488" y="205"/>
                    </a:cubicBezTo>
                    <a:cubicBezTo>
                      <a:pt x="488" y="204"/>
                      <a:pt x="487" y="204"/>
                      <a:pt x="487" y="204"/>
                    </a:cubicBezTo>
                    <a:cubicBezTo>
                      <a:pt x="487" y="204"/>
                      <a:pt x="487" y="203"/>
                      <a:pt x="487" y="203"/>
                    </a:cubicBezTo>
                    <a:cubicBezTo>
                      <a:pt x="486" y="203"/>
                      <a:pt x="486" y="203"/>
                      <a:pt x="486" y="203"/>
                    </a:cubicBezTo>
                    <a:cubicBezTo>
                      <a:pt x="486" y="203"/>
                      <a:pt x="486" y="202"/>
                      <a:pt x="485" y="202"/>
                    </a:cubicBezTo>
                    <a:cubicBezTo>
                      <a:pt x="485" y="201"/>
                      <a:pt x="484" y="200"/>
                      <a:pt x="483" y="199"/>
                    </a:cubicBezTo>
                    <a:cubicBezTo>
                      <a:pt x="483" y="199"/>
                      <a:pt x="483" y="198"/>
                      <a:pt x="483" y="198"/>
                    </a:cubicBezTo>
                    <a:cubicBezTo>
                      <a:pt x="482" y="198"/>
                      <a:pt x="482" y="198"/>
                      <a:pt x="482" y="198"/>
                    </a:cubicBezTo>
                    <a:cubicBezTo>
                      <a:pt x="482" y="197"/>
                      <a:pt x="482" y="197"/>
                      <a:pt x="482" y="197"/>
                    </a:cubicBezTo>
                    <a:cubicBezTo>
                      <a:pt x="482" y="197"/>
                      <a:pt x="481" y="197"/>
                      <a:pt x="481" y="197"/>
                    </a:cubicBezTo>
                    <a:cubicBezTo>
                      <a:pt x="481" y="196"/>
                      <a:pt x="481" y="196"/>
                      <a:pt x="481" y="196"/>
                    </a:cubicBezTo>
                    <a:cubicBezTo>
                      <a:pt x="480" y="196"/>
                      <a:pt x="480" y="195"/>
                      <a:pt x="480" y="195"/>
                    </a:cubicBezTo>
                    <a:cubicBezTo>
                      <a:pt x="480" y="195"/>
                      <a:pt x="479" y="194"/>
                      <a:pt x="479" y="194"/>
                    </a:cubicBezTo>
                    <a:cubicBezTo>
                      <a:pt x="479" y="194"/>
                      <a:pt x="479" y="193"/>
                      <a:pt x="479" y="193"/>
                    </a:cubicBezTo>
                    <a:cubicBezTo>
                      <a:pt x="478" y="193"/>
                      <a:pt x="478" y="193"/>
                      <a:pt x="478" y="193"/>
                    </a:cubicBezTo>
                    <a:cubicBezTo>
                      <a:pt x="478" y="193"/>
                      <a:pt x="478" y="192"/>
                      <a:pt x="478" y="192"/>
                    </a:cubicBezTo>
                    <a:cubicBezTo>
                      <a:pt x="477" y="192"/>
                      <a:pt x="477" y="191"/>
                      <a:pt x="477" y="191"/>
                    </a:cubicBezTo>
                    <a:cubicBezTo>
                      <a:pt x="476" y="190"/>
                      <a:pt x="475" y="190"/>
                      <a:pt x="475" y="189"/>
                    </a:cubicBezTo>
                    <a:cubicBezTo>
                      <a:pt x="473" y="187"/>
                      <a:pt x="471" y="184"/>
                      <a:pt x="469" y="182"/>
                    </a:cubicBezTo>
                    <a:cubicBezTo>
                      <a:pt x="469" y="182"/>
                      <a:pt x="468" y="181"/>
                      <a:pt x="467" y="180"/>
                    </a:cubicBezTo>
                    <a:cubicBezTo>
                      <a:pt x="467" y="179"/>
                      <a:pt x="466" y="178"/>
                      <a:pt x="465" y="178"/>
                    </a:cubicBezTo>
                    <a:cubicBezTo>
                      <a:pt x="464" y="177"/>
                      <a:pt x="463" y="176"/>
                      <a:pt x="463" y="175"/>
                    </a:cubicBezTo>
                    <a:cubicBezTo>
                      <a:pt x="442" y="151"/>
                      <a:pt x="420" y="128"/>
                      <a:pt x="396" y="107"/>
                    </a:cubicBezTo>
                    <a:cubicBezTo>
                      <a:pt x="395" y="107"/>
                      <a:pt x="394" y="106"/>
                      <a:pt x="394" y="105"/>
                    </a:cubicBezTo>
                    <a:cubicBezTo>
                      <a:pt x="393" y="105"/>
                      <a:pt x="392" y="104"/>
                      <a:pt x="391" y="103"/>
                    </a:cubicBezTo>
                    <a:cubicBezTo>
                      <a:pt x="391" y="103"/>
                      <a:pt x="391" y="103"/>
                      <a:pt x="391" y="103"/>
                    </a:cubicBezTo>
                    <a:cubicBezTo>
                      <a:pt x="390" y="103"/>
                      <a:pt x="390" y="102"/>
                      <a:pt x="390" y="102"/>
                    </a:cubicBezTo>
                    <a:cubicBezTo>
                      <a:pt x="390" y="102"/>
                      <a:pt x="390" y="102"/>
                      <a:pt x="389" y="102"/>
                    </a:cubicBezTo>
                    <a:cubicBezTo>
                      <a:pt x="389" y="102"/>
                      <a:pt x="389" y="101"/>
                      <a:pt x="389" y="101"/>
                    </a:cubicBezTo>
                    <a:cubicBezTo>
                      <a:pt x="389" y="101"/>
                      <a:pt x="388" y="101"/>
                      <a:pt x="388" y="101"/>
                    </a:cubicBezTo>
                    <a:cubicBezTo>
                      <a:pt x="388" y="101"/>
                      <a:pt x="388" y="101"/>
                      <a:pt x="388" y="100"/>
                    </a:cubicBezTo>
                    <a:cubicBezTo>
                      <a:pt x="388" y="100"/>
                      <a:pt x="387" y="100"/>
                      <a:pt x="387" y="100"/>
                    </a:cubicBezTo>
                    <a:cubicBezTo>
                      <a:pt x="387" y="99"/>
                      <a:pt x="386" y="99"/>
                      <a:pt x="386" y="99"/>
                    </a:cubicBezTo>
                    <a:cubicBezTo>
                      <a:pt x="385" y="98"/>
                      <a:pt x="385" y="98"/>
                      <a:pt x="384" y="97"/>
                    </a:cubicBezTo>
                    <a:cubicBezTo>
                      <a:pt x="384" y="97"/>
                      <a:pt x="383" y="96"/>
                      <a:pt x="383" y="96"/>
                    </a:cubicBezTo>
                    <a:cubicBezTo>
                      <a:pt x="382" y="96"/>
                      <a:pt x="382" y="95"/>
                      <a:pt x="382" y="95"/>
                    </a:cubicBezTo>
                    <a:cubicBezTo>
                      <a:pt x="382" y="95"/>
                      <a:pt x="382" y="95"/>
                      <a:pt x="381" y="95"/>
                    </a:cubicBezTo>
                    <a:cubicBezTo>
                      <a:pt x="381" y="95"/>
                      <a:pt x="381" y="94"/>
                      <a:pt x="380" y="94"/>
                    </a:cubicBezTo>
                    <a:cubicBezTo>
                      <a:pt x="379" y="93"/>
                      <a:pt x="379" y="93"/>
                      <a:pt x="378" y="92"/>
                    </a:cubicBezTo>
                    <a:cubicBezTo>
                      <a:pt x="378" y="92"/>
                      <a:pt x="377" y="92"/>
                      <a:pt x="377" y="92"/>
                    </a:cubicBezTo>
                    <a:cubicBezTo>
                      <a:pt x="377" y="92"/>
                      <a:pt x="377" y="91"/>
                      <a:pt x="377" y="91"/>
                    </a:cubicBezTo>
                    <a:cubicBezTo>
                      <a:pt x="377" y="91"/>
                      <a:pt x="376" y="91"/>
                      <a:pt x="376" y="91"/>
                    </a:cubicBezTo>
                    <a:cubicBezTo>
                      <a:pt x="376" y="91"/>
                      <a:pt x="376" y="90"/>
                      <a:pt x="376" y="90"/>
                    </a:cubicBezTo>
                    <a:cubicBezTo>
                      <a:pt x="376" y="90"/>
                      <a:pt x="375" y="90"/>
                      <a:pt x="375" y="90"/>
                    </a:cubicBezTo>
                    <a:cubicBezTo>
                      <a:pt x="375" y="90"/>
                      <a:pt x="375" y="90"/>
                      <a:pt x="374" y="89"/>
                    </a:cubicBezTo>
                    <a:cubicBezTo>
                      <a:pt x="367" y="84"/>
                      <a:pt x="360" y="78"/>
                      <a:pt x="353" y="74"/>
                    </a:cubicBezTo>
                    <a:cubicBezTo>
                      <a:pt x="352" y="73"/>
                      <a:pt x="351" y="72"/>
                      <a:pt x="350" y="72"/>
                    </a:cubicBezTo>
                    <a:cubicBezTo>
                      <a:pt x="349" y="71"/>
                      <a:pt x="347" y="70"/>
                      <a:pt x="346" y="69"/>
                    </a:cubicBezTo>
                    <a:cubicBezTo>
                      <a:pt x="344" y="67"/>
                      <a:pt x="342" y="66"/>
                      <a:pt x="340" y="65"/>
                    </a:cubicBezTo>
                    <a:cubicBezTo>
                      <a:pt x="339" y="64"/>
                      <a:pt x="337" y="63"/>
                      <a:pt x="335" y="62"/>
                    </a:cubicBezTo>
                    <a:cubicBezTo>
                      <a:pt x="329" y="58"/>
                      <a:pt x="324" y="55"/>
                      <a:pt x="318" y="52"/>
                    </a:cubicBezTo>
                    <a:cubicBezTo>
                      <a:pt x="314" y="49"/>
                      <a:pt x="310" y="47"/>
                      <a:pt x="306" y="45"/>
                    </a:cubicBezTo>
                    <a:cubicBezTo>
                      <a:pt x="301" y="42"/>
                      <a:pt x="295" y="39"/>
                      <a:pt x="288" y="37"/>
                    </a:cubicBezTo>
                    <a:cubicBezTo>
                      <a:pt x="287" y="36"/>
                      <a:pt x="286" y="36"/>
                      <a:pt x="285" y="35"/>
                    </a:cubicBezTo>
                    <a:cubicBezTo>
                      <a:pt x="285" y="35"/>
                      <a:pt x="285" y="35"/>
                      <a:pt x="285" y="35"/>
                    </a:cubicBezTo>
                    <a:cubicBezTo>
                      <a:pt x="284" y="35"/>
                      <a:pt x="284" y="35"/>
                      <a:pt x="284" y="35"/>
                    </a:cubicBezTo>
                    <a:cubicBezTo>
                      <a:pt x="284" y="35"/>
                      <a:pt x="284" y="35"/>
                      <a:pt x="283" y="35"/>
                    </a:cubicBezTo>
                    <a:cubicBezTo>
                      <a:pt x="283" y="35"/>
                      <a:pt x="283" y="34"/>
                      <a:pt x="283" y="34"/>
                    </a:cubicBezTo>
                    <a:cubicBezTo>
                      <a:pt x="283" y="34"/>
                      <a:pt x="283" y="34"/>
                      <a:pt x="283" y="34"/>
                    </a:cubicBezTo>
                    <a:cubicBezTo>
                      <a:pt x="282" y="34"/>
                      <a:pt x="282" y="34"/>
                      <a:pt x="282" y="34"/>
                    </a:cubicBezTo>
                    <a:cubicBezTo>
                      <a:pt x="276" y="32"/>
                      <a:pt x="269" y="29"/>
                      <a:pt x="263" y="27"/>
                    </a:cubicBezTo>
                    <a:cubicBezTo>
                      <a:pt x="260" y="26"/>
                      <a:pt x="257" y="25"/>
                      <a:pt x="255" y="25"/>
                    </a:cubicBezTo>
                    <a:cubicBezTo>
                      <a:pt x="255" y="24"/>
                      <a:pt x="254" y="24"/>
                      <a:pt x="254" y="24"/>
                    </a:cubicBezTo>
                    <a:cubicBezTo>
                      <a:pt x="254" y="24"/>
                      <a:pt x="253" y="24"/>
                      <a:pt x="252" y="24"/>
                    </a:cubicBezTo>
                    <a:cubicBezTo>
                      <a:pt x="252" y="24"/>
                      <a:pt x="252" y="24"/>
                      <a:pt x="252" y="24"/>
                    </a:cubicBezTo>
                    <a:cubicBezTo>
                      <a:pt x="251" y="23"/>
                      <a:pt x="251" y="23"/>
                      <a:pt x="251" y="23"/>
                    </a:cubicBezTo>
                    <a:cubicBezTo>
                      <a:pt x="232" y="18"/>
                      <a:pt x="211" y="15"/>
                      <a:pt x="188" y="15"/>
                    </a:cubicBezTo>
                    <a:cubicBezTo>
                      <a:pt x="183" y="16"/>
                      <a:pt x="178" y="16"/>
                      <a:pt x="173" y="17"/>
                    </a:cubicBezTo>
                    <a:cubicBezTo>
                      <a:pt x="168" y="17"/>
                      <a:pt x="163" y="18"/>
                      <a:pt x="159" y="19"/>
                    </a:cubicBezTo>
                    <a:cubicBezTo>
                      <a:pt x="158" y="19"/>
                      <a:pt x="157" y="19"/>
                      <a:pt x="156" y="19"/>
                    </a:cubicBezTo>
                    <a:cubicBezTo>
                      <a:pt x="156" y="19"/>
                      <a:pt x="155" y="20"/>
                      <a:pt x="154" y="20"/>
                    </a:cubicBezTo>
                    <a:cubicBezTo>
                      <a:pt x="147" y="22"/>
                      <a:pt x="141" y="24"/>
                      <a:pt x="135" y="26"/>
                    </a:cubicBezTo>
                    <a:cubicBezTo>
                      <a:pt x="134" y="26"/>
                      <a:pt x="133" y="27"/>
                      <a:pt x="133" y="27"/>
                    </a:cubicBezTo>
                    <a:cubicBezTo>
                      <a:pt x="118" y="33"/>
                      <a:pt x="107" y="40"/>
                      <a:pt x="96" y="49"/>
                    </a:cubicBezTo>
                    <a:cubicBezTo>
                      <a:pt x="92" y="52"/>
                      <a:pt x="88" y="56"/>
                      <a:pt x="84" y="60"/>
                    </a:cubicBezTo>
                    <a:cubicBezTo>
                      <a:pt x="68" y="76"/>
                      <a:pt x="54" y="96"/>
                      <a:pt x="44" y="118"/>
                    </a:cubicBezTo>
                    <a:cubicBezTo>
                      <a:pt x="43" y="121"/>
                      <a:pt x="41" y="124"/>
                      <a:pt x="40" y="127"/>
                    </a:cubicBezTo>
                    <a:cubicBezTo>
                      <a:pt x="37" y="134"/>
                      <a:pt x="34" y="142"/>
                      <a:pt x="32" y="150"/>
                    </a:cubicBezTo>
                    <a:cubicBezTo>
                      <a:pt x="31" y="152"/>
                      <a:pt x="30" y="155"/>
                      <a:pt x="29" y="158"/>
                    </a:cubicBezTo>
                    <a:cubicBezTo>
                      <a:pt x="29" y="158"/>
                      <a:pt x="29" y="158"/>
                      <a:pt x="29" y="158"/>
                    </a:cubicBezTo>
                    <a:cubicBezTo>
                      <a:pt x="29" y="159"/>
                      <a:pt x="29" y="160"/>
                      <a:pt x="29" y="160"/>
                    </a:cubicBezTo>
                    <a:cubicBezTo>
                      <a:pt x="27" y="165"/>
                      <a:pt x="26" y="171"/>
                      <a:pt x="25" y="176"/>
                    </a:cubicBezTo>
                    <a:cubicBezTo>
                      <a:pt x="19" y="199"/>
                      <a:pt x="16" y="226"/>
                      <a:pt x="16" y="255"/>
                    </a:cubicBezTo>
                    <a:cubicBezTo>
                      <a:pt x="16" y="291"/>
                      <a:pt x="21" y="323"/>
                      <a:pt x="29" y="351"/>
                    </a:cubicBezTo>
                    <a:cubicBezTo>
                      <a:pt x="32" y="362"/>
                      <a:pt x="36" y="373"/>
                      <a:pt x="41" y="383"/>
                    </a:cubicBezTo>
                    <a:cubicBezTo>
                      <a:pt x="44" y="390"/>
                      <a:pt x="47" y="396"/>
                      <a:pt x="50" y="402"/>
                    </a:cubicBezTo>
                    <a:cubicBezTo>
                      <a:pt x="50" y="403"/>
                      <a:pt x="50" y="404"/>
                      <a:pt x="51" y="405"/>
                    </a:cubicBezTo>
                    <a:cubicBezTo>
                      <a:pt x="51" y="405"/>
                      <a:pt x="51" y="405"/>
                      <a:pt x="52" y="406"/>
                    </a:cubicBezTo>
                    <a:cubicBezTo>
                      <a:pt x="52" y="406"/>
                      <a:pt x="52" y="407"/>
                      <a:pt x="52" y="407"/>
                    </a:cubicBezTo>
                    <a:cubicBezTo>
                      <a:pt x="52" y="408"/>
                      <a:pt x="53" y="408"/>
                      <a:pt x="53" y="408"/>
                    </a:cubicBezTo>
                    <a:cubicBezTo>
                      <a:pt x="53" y="408"/>
                      <a:pt x="53" y="408"/>
                      <a:pt x="53" y="408"/>
                    </a:cubicBezTo>
                    <a:cubicBezTo>
                      <a:pt x="54" y="410"/>
                      <a:pt x="55" y="412"/>
                      <a:pt x="56" y="413"/>
                    </a:cubicBezTo>
                    <a:cubicBezTo>
                      <a:pt x="56" y="413"/>
                      <a:pt x="56" y="414"/>
                      <a:pt x="56" y="414"/>
                    </a:cubicBezTo>
                    <a:cubicBezTo>
                      <a:pt x="56" y="414"/>
                      <a:pt x="56" y="414"/>
                      <a:pt x="57" y="414"/>
                    </a:cubicBezTo>
                    <a:cubicBezTo>
                      <a:pt x="57" y="415"/>
                      <a:pt x="57" y="415"/>
                      <a:pt x="57" y="415"/>
                    </a:cubicBezTo>
                    <a:cubicBezTo>
                      <a:pt x="57" y="415"/>
                      <a:pt x="57" y="415"/>
                      <a:pt x="57" y="416"/>
                    </a:cubicBezTo>
                    <a:cubicBezTo>
                      <a:pt x="58" y="416"/>
                      <a:pt x="58" y="416"/>
                      <a:pt x="58" y="416"/>
                    </a:cubicBezTo>
                    <a:cubicBezTo>
                      <a:pt x="58" y="417"/>
                      <a:pt x="58" y="417"/>
                      <a:pt x="58" y="417"/>
                    </a:cubicBezTo>
                    <a:cubicBezTo>
                      <a:pt x="60" y="419"/>
                      <a:pt x="61" y="421"/>
                      <a:pt x="62" y="423"/>
                    </a:cubicBezTo>
                    <a:cubicBezTo>
                      <a:pt x="63" y="424"/>
                      <a:pt x="63" y="425"/>
                      <a:pt x="64" y="426"/>
                    </a:cubicBezTo>
                    <a:cubicBezTo>
                      <a:pt x="64" y="426"/>
                      <a:pt x="65" y="426"/>
                      <a:pt x="65" y="427"/>
                    </a:cubicBezTo>
                    <a:cubicBezTo>
                      <a:pt x="65" y="427"/>
                      <a:pt x="65" y="427"/>
                      <a:pt x="65" y="427"/>
                    </a:cubicBezTo>
                    <a:cubicBezTo>
                      <a:pt x="66" y="429"/>
                      <a:pt x="68" y="431"/>
                      <a:pt x="69" y="432"/>
                    </a:cubicBezTo>
                    <a:cubicBezTo>
                      <a:pt x="71" y="435"/>
                      <a:pt x="73" y="437"/>
                      <a:pt x="75" y="440"/>
                    </a:cubicBezTo>
                    <a:cubicBezTo>
                      <a:pt x="75" y="440"/>
                      <a:pt x="76" y="441"/>
                      <a:pt x="76" y="441"/>
                    </a:cubicBezTo>
                    <a:cubicBezTo>
                      <a:pt x="76" y="441"/>
                      <a:pt x="76" y="441"/>
                      <a:pt x="76" y="441"/>
                    </a:cubicBezTo>
                    <a:cubicBezTo>
                      <a:pt x="77" y="442"/>
                      <a:pt x="78" y="443"/>
                      <a:pt x="79" y="444"/>
                    </a:cubicBezTo>
                    <a:cubicBezTo>
                      <a:pt x="79" y="444"/>
                      <a:pt x="79" y="444"/>
                      <a:pt x="79" y="445"/>
                    </a:cubicBezTo>
                    <a:cubicBezTo>
                      <a:pt x="79" y="445"/>
                      <a:pt x="80" y="445"/>
                      <a:pt x="80" y="446"/>
                    </a:cubicBezTo>
                    <a:cubicBezTo>
                      <a:pt x="85" y="451"/>
                      <a:pt x="90" y="456"/>
                      <a:pt x="96" y="460"/>
                    </a:cubicBezTo>
                    <a:cubicBezTo>
                      <a:pt x="111" y="473"/>
                      <a:pt x="129" y="483"/>
                      <a:pt x="150" y="488"/>
                    </a:cubicBezTo>
                    <a:cubicBezTo>
                      <a:pt x="151" y="489"/>
                      <a:pt x="153" y="489"/>
                      <a:pt x="154" y="489"/>
                    </a:cubicBezTo>
                    <a:cubicBezTo>
                      <a:pt x="156" y="490"/>
                      <a:pt x="157" y="490"/>
                      <a:pt x="159" y="490"/>
                    </a:cubicBezTo>
                    <a:cubicBezTo>
                      <a:pt x="161" y="491"/>
                      <a:pt x="164" y="491"/>
                      <a:pt x="166" y="492"/>
                    </a:cubicBezTo>
                    <a:cubicBezTo>
                      <a:pt x="168" y="492"/>
                      <a:pt x="171" y="492"/>
                      <a:pt x="173" y="493"/>
                    </a:cubicBezTo>
                    <a:cubicBezTo>
                      <a:pt x="194" y="495"/>
                      <a:pt x="215" y="493"/>
                      <a:pt x="234" y="490"/>
                    </a:cubicBezTo>
                    <a:cubicBezTo>
                      <a:pt x="261" y="484"/>
                      <a:pt x="285" y="475"/>
                      <a:pt x="306" y="464"/>
                    </a:cubicBezTo>
                    <a:cubicBezTo>
                      <a:pt x="309" y="463"/>
                      <a:pt x="311" y="461"/>
                      <a:pt x="314" y="460"/>
                    </a:cubicBezTo>
                    <a:cubicBezTo>
                      <a:pt x="314" y="460"/>
                      <a:pt x="315" y="459"/>
                      <a:pt x="315" y="459"/>
                    </a:cubicBezTo>
                    <a:cubicBezTo>
                      <a:pt x="316" y="459"/>
                      <a:pt x="317" y="458"/>
                      <a:pt x="317" y="458"/>
                    </a:cubicBezTo>
                    <a:cubicBezTo>
                      <a:pt x="319" y="457"/>
                      <a:pt x="321" y="456"/>
                      <a:pt x="322" y="455"/>
                    </a:cubicBezTo>
                    <a:cubicBezTo>
                      <a:pt x="322" y="455"/>
                      <a:pt x="322" y="455"/>
                      <a:pt x="322" y="455"/>
                    </a:cubicBezTo>
                    <a:cubicBezTo>
                      <a:pt x="323" y="455"/>
                      <a:pt x="324" y="455"/>
                      <a:pt x="324" y="454"/>
                    </a:cubicBezTo>
                    <a:cubicBezTo>
                      <a:pt x="324" y="454"/>
                      <a:pt x="324" y="454"/>
                      <a:pt x="325" y="454"/>
                    </a:cubicBezTo>
                    <a:cubicBezTo>
                      <a:pt x="325" y="454"/>
                      <a:pt x="325" y="454"/>
                      <a:pt x="325" y="453"/>
                    </a:cubicBezTo>
                    <a:cubicBezTo>
                      <a:pt x="326" y="453"/>
                      <a:pt x="326" y="453"/>
                      <a:pt x="326" y="453"/>
                    </a:cubicBezTo>
                    <a:cubicBezTo>
                      <a:pt x="327" y="453"/>
                      <a:pt x="327" y="452"/>
                      <a:pt x="328" y="452"/>
                    </a:cubicBezTo>
                    <a:cubicBezTo>
                      <a:pt x="328" y="452"/>
                      <a:pt x="329" y="452"/>
                      <a:pt x="329" y="451"/>
                    </a:cubicBezTo>
                    <a:cubicBezTo>
                      <a:pt x="330" y="451"/>
                      <a:pt x="330" y="451"/>
                      <a:pt x="331" y="450"/>
                    </a:cubicBezTo>
                    <a:cubicBezTo>
                      <a:pt x="332" y="450"/>
                      <a:pt x="333" y="449"/>
                      <a:pt x="334" y="448"/>
                    </a:cubicBezTo>
                    <a:cubicBezTo>
                      <a:pt x="339" y="445"/>
                      <a:pt x="344" y="442"/>
                      <a:pt x="348" y="439"/>
                    </a:cubicBezTo>
                    <a:cubicBezTo>
                      <a:pt x="349" y="439"/>
                      <a:pt x="350" y="437"/>
                      <a:pt x="351" y="437"/>
                    </a:cubicBezTo>
                    <a:cubicBezTo>
                      <a:pt x="352" y="437"/>
                      <a:pt x="352" y="437"/>
                      <a:pt x="352" y="437"/>
                    </a:cubicBezTo>
                    <a:cubicBezTo>
                      <a:pt x="352" y="436"/>
                      <a:pt x="352" y="436"/>
                      <a:pt x="353" y="436"/>
                    </a:cubicBezTo>
                    <a:cubicBezTo>
                      <a:pt x="354" y="435"/>
                      <a:pt x="356" y="434"/>
                      <a:pt x="358" y="433"/>
                    </a:cubicBezTo>
                    <a:cubicBezTo>
                      <a:pt x="358" y="432"/>
                      <a:pt x="359" y="431"/>
                      <a:pt x="360" y="431"/>
                    </a:cubicBezTo>
                    <a:cubicBezTo>
                      <a:pt x="360" y="431"/>
                      <a:pt x="360" y="431"/>
                      <a:pt x="360" y="430"/>
                    </a:cubicBezTo>
                    <a:cubicBezTo>
                      <a:pt x="360" y="430"/>
                      <a:pt x="361" y="430"/>
                      <a:pt x="361" y="430"/>
                    </a:cubicBezTo>
                    <a:cubicBezTo>
                      <a:pt x="361" y="430"/>
                      <a:pt x="361" y="430"/>
                      <a:pt x="361" y="430"/>
                    </a:cubicBezTo>
                    <a:cubicBezTo>
                      <a:pt x="362" y="429"/>
                      <a:pt x="362" y="429"/>
                      <a:pt x="362" y="429"/>
                    </a:cubicBezTo>
                    <a:cubicBezTo>
                      <a:pt x="367" y="425"/>
                      <a:pt x="373" y="421"/>
                      <a:pt x="378" y="417"/>
                    </a:cubicBezTo>
                    <a:cubicBezTo>
                      <a:pt x="378" y="417"/>
                      <a:pt x="379" y="417"/>
                      <a:pt x="379" y="416"/>
                    </a:cubicBezTo>
                    <a:cubicBezTo>
                      <a:pt x="379" y="416"/>
                      <a:pt x="379" y="416"/>
                      <a:pt x="379" y="416"/>
                    </a:cubicBezTo>
                    <a:cubicBezTo>
                      <a:pt x="379" y="416"/>
                      <a:pt x="380" y="416"/>
                      <a:pt x="380" y="416"/>
                    </a:cubicBezTo>
                    <a:cubicBezTo>
                      <a:pt x="380" y="416"/>
                      <a:pt x="380" y="415"/>
                      <a:pt x="380" y="415"/>
                    </a:cubicBezTo>
                    <a:cubicBezTo>
                      <a:pt x="381" y="415"/>
                      <a:pt x="381" y="415"/>
                      <a:pt x="382" y="414"/>
                    </a:cubicBezTo>
                    <a:cubicBezTo>
                      <a:pt x="382" y="414"/>
                      <a:pt x="382" y="414"/>
                      <a:pt x="382" y="414"/>
                    </a:cubicBezTo>
                    <a:cubicBezTo>
                      <a:pt x="383" y="413"/>
                      <a:pt x="383" y="413"/>
                      <a:pt x="384" y="412"/>
                    </a:cubicBezTo>
                    <a:cubicBezTo>
                      <a:pt x="384" y="412"/>
                      <a:pt x="384" y="412"/>
                      <a:pt x="385" y="412"/>
                    </a:cubicBezTo>
                    <a:cubicBezTo>
                      <a:pt x="385" y="411"/>
                      <a:pt x="385" y="411"/>
                      <a:pt x="385" y="411"/>
                    </a:cubicBezTo>
                    <a:cubicBezTo>
                      <a:pt x="386" y="410"/>
                      <a:pt x="387" y="409"/>
                      <a:pt x="388" y="409"/>
                    </a:cubicBezTo>
                    <a:cubicBezTo>
                      <a:pt x="392" y="405"/>
                      <a:pt x="396" y="402"/>
                      <a:pt x="400" y="398"/>
                    </a:cubicBezTo>
                    <a:cubicBezTo>
                      <a:pt x="401" y="398"/>
                      <a:pt x="402" y="397"/>
                      <a:pt x="403" y="396"/>
                    </a:cubicBezTo>
                    <a:cubicBezTo>
                      <a:pt x="419" y="382"/>
                      <a:pt x="433" y="367"/>
                      <a:pt x="447" y="352"/>
                    </a:cubicBezTo>
                    <a:cubicBezTo>
                      <a:pt x="458" y="341"/>
                      <a:pt x="468" y="329"/>
                      <a:pt x="478" y="317"/>
                    </a:cubicBezTo>
                    <a:cubicBezTo>
                      <a:pt x="478" y="317"/>
                      <a:pt x="478" y="317"/>
                      <a:pt x="478" y="316"/>
                    </a:cubicBezTo>
                    <a:cubicBezTo>
                      <a:pt x="479" y="316"/>
                      <a:pt x="479" y="316"/>
                      <a:pt x="479" y="315"/>
                    </a:cubicBezTo>
                    <a:cubicBezTo>
                      <a:pt x="479" y="315"/>
                      <a:pt x="480" y="315"/>
                      <a:pt x="480" y="314"/>
                    </a:cubicBezTo>
                    <a:cubicBezTo>
                      <a:pt x="480" y="314"/>
                      <a:pt x="480" y="314"/>
                      <a:pt x="480" y="314"/>
                    </a:cubicBezTo>
                    <a:cubicBezTo>
                      <a:pt x="481" y="313"/>
                      <a:pt x="481" y="313"/>
                      <a:pt x="481" y="313"/>
                    </a:cubicBezTo>
                    <a:cubicBezTo>
                      <a:pt x="482" y="312"/>
                      <a:pt x="482" y="311"/>
                      <a:pt x="483" y="311"/>
                    </a:cubicBezTo>
                    <a:cubicBezTo>
                      <a:pt x="483" y="310"/>
                      <a:pt x="483" y="310"/>
                      <a:pt x="484" y="310"/>
                    </a:cubicBezTo>
                    <a:cubicBezTo>
                      <a:pt x="484" y="310"/>
                      <a:pt x="484" y="309"/>
                      <a:pt x="484" y="309"/>
                    </a:cubicBezTo>
                    <a:cubicBezTo>
                      <a:pt x="484" y="309"/>
                      <a:pt x="485" y="308"/>
                      <a:pt x="485" y="308"/>
                    </a:cubicBezTo>
                    <a:cubicBezTo>
                      <a:pt x="485" y="308"/>
                      <a:pt x="485" y="307"/>
                      <a:pt x="486" y="307"/>
                    </a:cubicBezTo>
                    <a:cubicBezTo>
                      <a:pt x="486" y="306"/>
                      <a:pt x="488" y="305"/>
                      <a:pt x="488" y="304"/>
                    </a:cubicBezTo>
                    <a:cubicBezTo>
                      <a:pt x="488" y="304"/>
                      <a:pt x="489" y="303"/>
                      <a:pt x="489" y="303"/>
                    </a:cubicBezTo>
                    <a:cubicBezTo>
                      <a:pt x="489" y="303"/>
                      <a:pt x="490" y="302"/>
                      <a:pt x="490" y="302"/>
                    </a:cubicBezTo>
                    <a:cubicBezTo>
                      <a:pt x="490" y="302"/>
                      <a:pt x="490" y="302"/>
                      <a:pt x="490" y="302"/>
                    </a:cubicBezTo>
                    <a:cubicBezTo>
                      <a:pt x="490" y="301"/>
                      <a:pt x="491" y="301"/>
                      <a:pt x="491" y="300"/>
                    </a:cubicBezTo>
                    <a:cubicBezTo>
                      <a:pt x="491" y="300"/>
                      <a:pt x="491" y="300"/>
                      <a:pt x="491" y="300"/>
                    </a:cubicBezTo>
                    <a:cubicBezTo>
                      <a:pt x="492" y="300"/>
                      <a:pt x="492" y="300"/>
                      <a:pt x="492" y="299"/>
                    </a:cubicBezTo>
                    <a:cubicBezTo>
                      <a:pt x="492" y="299"/>
                      <a:pt x="492" y="299"/>
                      <a:pt x="493" y="298"/>
                    </a:cubicBezTo>
                    <a:cubicBezTo>
                      <a:pt x="493" y="298"/>
                      <a:pt x="493" y="298"/>
                      <a:pt x="493" y="298"/>
                    </a:cubicBezTo>
                    <a:cubicBezTo>
                      <a:pt x="493" y="298"/>
                      <a:pt x="494" y="297"/>
                      <a:pt x="494" y="297"/>
                    </a:cubicBezTo>
                    <a:cubicBezTo>
                      <a:pt x="494" y="297"/>
                      <a:pt x="494" y="297"/>
                      <a:pt x="494" y="296"/>
                    </a:cubicBezTo>
                    <a:cubicBezTo>
                      <a:pt x="494" y="296"/>
                      <a:pt x="495" y="296"/>
                      <a:pt x="495" y="295"/>
                    </a:cubicBezTo>
                    <a:cubicBezTo>
                      <a:pt x="495" y="295"/>
                      <a:pt x="495" y="295"/>
                      <a:pt x="495" y="295"/>
                    </a:cubicBezTo>
                    <a:cubicBezTo>
                      <a:pt x="496" y="294"/>
                      <a:pt x="496" y="294"/>
                      <a:pt x="496" y="294"/>
                    </a:cubicBezTo>
                    <a:cubicBezTo>
                      <a:pt x="496" y="294"/>
                      <a:pt x="496" y="294"/>
                      <a:pt x="497" y="293"/>
                    </a:cubicBezTo>
                    <a:cubicBezTo>
                      <a:pt x="502" y="286"/>
                      <a:pt x="507" y="279"/>
                      <a:pt x="512" y="272"/>
                    </a:cubicBezTo>
                    <a:cubicBezTo>
                      <a:pt x="513" y="271"/>
                      <a:pt x="514" y="270"/>
                      <a:pt x="515" y="269"/>
                    </a:cubicBezTo>
                    <a:cubicBezTo>
                      <a:pt x="517" y="266"/>
                      <a:pt x="519" y="263"/>
                      <a:pt x="521" y="261"/>
                    </a:cubicBezTo>
                    <a:cubicBezTo>
                      <a:pt x="521" y="260"/>
                      <a:pt x="521" y="260"/>
                      <a:pt x="521" y="260"/>
                    </a:cubicBezTo>
                    <a:cubicBezTo>
                      <a:pt x="521" y="260"/>
                      <a:pt x="522" y="260"/>
                      <a:pt x="522" y="259"/>
                    </a:cubicBezTo>
                    <a:cubicBezTo>
                      <a:pt x="522" y="259"/>
                      <a:pt x="523" y="258"/>
                      <a:pt x="524" y="257"/>
                    </a:cubicBezTo>
                    <a:cubicBezTo>
                      <a:pt x="524" y="257"/>
                      <a:pt x="524" y="256"/>
                      <a:pt x="524" y="256"/>
                    </a:cubicBezTo>
                    <a:cubicBezTo>
                      <a:pt x="524" y="256"/>
                      <a:pt x="525" y="255"/>
                      <a:pt x="525" y="255"/>
                    </a:cubicBezTo>
                    <a:cubicBezTo>
                      <a:pt x="519" y="246"/>
                      <a:pt x="513" y="237"/>
                      <a:pt x="506" y="229"/>
                    </a:cubicBezTo>
                    <a:moveTo>
                      <a:pt x="535" y="267"/>
                    </a:moveTo>
                    <a:cubicBezTo>
                      <a:pt x="534" y="267"/>
                      <a:pt x="534" y="268"/>
                      <a:pt x="534" y="268"/>
                    </a:cubicBezTo>
                    <a:cubicBezTo>
                      <a:pt x="534" y="268"/>
                      <a:pt x="534" y="268"/>
                      <a:pt x="533" y="269"/>
                    </a:cubicBezTo>
                    <a:cubicBezTo>
                      <a:pt x="533" y="269"/>
                      <a:pt x="533" y="269"/>
                      <a:pt x="533" y="270"/>
                    </a:cubicBezTo>
                    <a:cubicBezTo>
                      <a:pt x="533" y="270"/>
                      <a:pt x="532" y="270"/>
                      <a:pt x="532" y="270"/>
                    </a:cubicBezTo>
                    <a:cubicBezTo>
                      <a:pt x="531" y="272"/>
                      <a:pt x="530" y="274"/>
                      <a:pt x="529" y="275"/>
                    </a:cubicBezTo>
                    <a:cubicBezTo>
                      <a:pt x="528" y="276"/>
                      <a:pt x="527" y="277"/>
                      <a:pt x="527" y="278"/>
                    </a:cubicBezTo>
                    <a:cubicBezTo>
                      <a:pt x="527" y="278"/>
                      <a:pt x="526" y="278"/>
                      <a:pt x="526" y="278"/>
                    </a:cubicBezTo>
                    <a:cubicBezTo>
                      <a:pt x="526" y="278"/>
                      <a:pt x="526" y="279"/>
                      <a:pt x="526" y="279"/>
                    </a:cubicBezTo>
                    <a:cubicBezTo>
                      <a:pt x="526" y="279"/>
                      <a:pt x="526" y="279"/>
                      <a:pt x="526" y="279"/>
                    </a:cubicBezTo>
                    <a:cubicBezTo>
                      <a:pt x="526" y="279"/>
                      <a:pt x="526" y="279"/>
                      <a:pt x="526" y="280"/>
                    </a:cubicBezTo>
                    <a:cubicBezTo>
                      <a:pt x="525" y="281"/>
                      <a:pt x="523" y="282"/>
                      <a:pt x="522" y="284"/>
                    </a:cubicBezTo>
                    <a:cubicBezTo>
                      <a:pt x="522" y="285"/>
                      <a:pt x="521" y="285"/>
                      <a:pt x="521" y="286"/>
                    </a:cubicBezTo>
                    <a:cubicBezTo>
                      <a:pt x="520" y="287"/>
                      <a:pt x="520" y="287"/>
                      <a:pt x="520" y="287"/>
                    </a:cubicBezTo>
                    <a:cubicBezTo>
                      <a:pt x="519" y="288"/>
                      <a:pt x="518" y="289"/>
                      <a:pt x="518" y="290"/>
                    </a:cubicBezTo>
                    <a:cubicBezTo>
                      <a:pt x="516" y="292"/>
                      <a:pt x="514" y="295"/>
                      <a:pt x="513" y="297"/>
                    </a:cubicBezTo>
                    <a:cubicBezTo>
                      <a:pt x="512" y="297"/>
                      <a:pt x="512" y="298"/>
                      <a:pt x="511" y="298"/>
                    </a:cubicBezTo>
                    <a:cubicBezTo>
                      <a:pt x="510" y="300"/>
                      <a:pt x="509" y="301"/>
                      <a:pt x="508" y="303"/>
                    </a:cubicBezTo>
                    <a:cubicBezTo>
                      <a:pt x="508" y="303"/>
                      <a:pt x="508" y="303"/>
                      <a:pt x="508" y="303"/>
                    </a:cubicBezTo>
                    <a:cubicBezTo>
                      <a:pt x="508" y="304"/>
                      <a:pt x="507" y="304"/>
                      <a:pt x="507" y="304"/>
                    </a:cubicBezTo>
                    <a:cubicBezTo>
                      <a:pt x="507" y="304"/>
                      <a:pt x="506" y="306"/>
                      <a:pt x="505" y="307"/>
                    </a:cubicBezTo>
                    <a:cubicBezTo>
                      <a:pt x="505" y="307"/>
                      <a:pt x="504" y="308"/>
                      <a:pt x="504" y="308"/>
                    </a:cubicBezTo>
                    <a:cubicBezTo>
                      <a:pt x="503" y="309"/>
                      <a:pt x="502" y="310"/>
                      <a:pt x="501" y="311"/>
                    </a:cubicBezTo>
                    <a:cubicBezTo>
                      <a:pt x="500" y="313"/>
                      <a:pt x="499" y="314"/>
                      <a:pt x="498" y="315"/>
                    </a:cubicBezTo>
                    <a:cubicBezTo>
                      <a:pt x="498" y="316"/>
                      <a:pt x="498" y="316"/>
                      <a:pt x="498" y="316"/>
                    </a:cubicBezTo>
                    <a:cubicBezTo>
                      <a:pt x="498" y="316"/>
                      <a:pt x="498" y="316"/>
                      <a:pt x="498" y="316"/>
                    </a:cubicBezTo>
                    <a:cubicBezTo>
                      <a:pt x="497" y="316"/>
                      <a:pt x="497" y="316"/>
                      <a:pt x="497" y="317"/>
                    </a:cubicBezTo>
                    <a:cubicBezTo>
                      <a:pt x="497" y="317"/>
                      <a:pt x="497" y="317"/>
                      <a:pt x="496" y="318"/>
                    </a:cubicBezTo>
                    <a:cubicBezTo>
                      <a:pt x="496" y="318"/>
                      <a:pt x="495" y="319"/>
                      <a:pt x="495" y="319"/>
                    </a:cubicBezTo>
                    <a:cubicBezTo>
                      <a:pt x="495" y="320"/>
                      <a:pt x="494" y="320"/>
                      <a:pt x="494" y="321"/>
                    </a:cubicBezTo>
                    <a:cubicBezTo>
                      <a:pt x="493" y="322"/>
                      <a:pt x="492" y="323"/>
                      <a:pt x="491" y="324"/>
                    </a:cubicBezTo>
                    <a:cubicBezTo>
                      <a:pt x="491" y="325"/>
                      <a:pt x="490" y="325"/>
                      <a:pt x="489" y="326"/>
                    </a:cubicBezTo>
                    <a:cubicBezTo>
                      <a:pt x="489" y="326"/>
                      <a:pt x="489" y="327"/>
                      <a:pt x="489" y="327"/>
                    </a:cubicBezTo>
                    <a:cubicBezTo>
                      <a:pt x="488" y="327"/>
                      <a:pt x="488" y="328"/>
                      <a:pt x="488" y="328"/>
                    </a:cubicBezTo>
                    <a:cubicBezTo>
                      <a:pt x="488" y="328"/>
                      <a:pt x="488" y="328"/>
                      <a:pt x="487" y="329"/>
                    </a:cubicBezTo>
                    <a:cubicBezTo>
                      <a:pt x="487" y="330"/>
                      <a:pt x="486" y="330"/>
                      <a:pt x="485" y="331"/>
                    </a:cubicBezTo>
                    <a:cubicBezTo>
                      <a:pt x="485" y="332"/>
                      <a:pt x="485" y="332"/>
                      <a:pt x="484" y="332"/>
                    </a:cubicBezTo>
                    <a:cubicBezTo>
                      <a:pt x="483" y="333"/>
                      <a:pt x="483" y="334"/>
                      <a:pt x="482" y="335"/>
                    </a:cubicBezTo>
                    <a:cubicBezTo>
                      <a:pt x="481" y="336"/>
                      <a:pt x="481" y="336"/>
                      <a:pt x="481" y="337"/>
                    </a:cubicBezTo>
                    <a:cubicBezTo>
                      <a:pt x="480" y="337"/>
                      <a:pt x="479" y="338"/>
                      <a:pt x="479" y="339"/>
                    </a:cubicBezTo>
                    <a:cubicBezTo>
                      <a:pt x="478" y="339"/>
                      <a:pt x="478" y="340"/>
                      <a:pt x="478" y="340"/>
                    </a:cubicBezTo>
                    <a:cubicBezTo>
                      <a:pt x="477" y="340"/>
                      <a:pt x="477" y="340"/>
                      <a:pt x="477" y="341"/>
                    </a:cubicBezTo>
                    <a:cubicBezTo>
                      <a:pt x="477" y="341"/>
                      <a:pt x="477" y="341"/>
                      <a:pt x="477" y="341"/>
                    </a:cubicBezTo>
                    <a:cubicBezTo>
                      <a:pt x="476" y="342"/>
                      <a:pt x="475" y="343"/>
                      <a:pt x="474" y="344"/>
                    </a:cubicBezTo>
                    <a:cubicBezTo>
                      <a:pt x="474" y="345"/>
                      <a:pt x="474" y="345"/>
                      <a:pt x="473" y="345"/>
                    </a:cubicBezTo>
                    <a:cubicBezTo>
                      <a:pt x="473" y="346"/>
                      <a:pt x="472" y="346"/>
                      <a:pt x="472" y="347"/>
                    </a:cubicBezTo>
                    <a:cubicBezTo>
                      <a:pt x="472" y="347"/>
                      <a:pt x="471" y="348"/>
                      <a:pt x="471" y="348"/>
                    </a:cubicBezTo>
                    <a:cubicBezTo>
                      <a:pt x="470" y="349"/>
                      <a:pt x="470" y="349"/>
                      <a:pt x="469" y="350"/>
                    </a:cubicBezTo>
                    <a:cubicBezTo>
                      <a:pt x="469" y="350"/>
                      <a:pt x="468" y="351"/>
                      <a:pt x="468" y="351"/>
                    </a:cubicBezTo>
                    <a:cubicBezTo>
                      <a:pt x="467" y="352"/>
                      <a:pt x="467" y="352"/>
                      <a:pt x="466" y="353"/>
                    </a:cubicBezTo>
                    <a:cubicBezTo>
                      <a:pt x="466" y="353"/>
                      <a:pt x="466" y="354"/>
                      <a:pt x="465" y="354"/>
                    </a:cubicBezTo>
                    <a:cubicBezTo>
                      <a:pt x="465" y="355"/>
                      <a:pt x="464" y="356"/>
                      <a:pt x="463" y="357"/>
                    </a:cubicBezTo>
                    <a:cubicBezTo>
                      <a:pt x="463" y="357"/>
                      <a:pt x="463" y="357"/>
                      <a:pt x="462" y="357"/>
                    </a:cubicBezTo>
                    <a:cubicBezTo>
                      <a:pt x="462" y="357"/>
                      <a:pt x="462" y="358"/>
                      <a:pt x="462" y="358"/>
                    </a:cubicBezTo>
                    <a:cubicBezTo>
                      <a:pt x="462" y="358"/>
                      <a:pt x="461" y="359"/>
                      <a:pt x="461" y="359"/>
                    </a:cubicBezTo>
                    <a:cubicBezTo>
                      <a:pt x="461" y="359"/>
                      <a:pt x="461" y="359"/>
                      <a:pt x="461" y="360"/>
                    </a:cubicBezTo>
                    <a:cubicBezTo>
                      <a:pt x="460" y="361"/>
                      <a:pt x="459" y="361"/>
                      <a:pt x="458" y="362"/>
                    </a:cubicBezTo>
                    <a:cubicBezTo>
                      <a:pt x="456" y="364"/>
                      <a:pt x="454" y="366"/>
                      <a:pt x="452" y="368"/>
                    </a:cubicBezTo>
                    <a:cubicBezTo>
                      <a:pt x="448" y="372"/>
                      <a:pt x="445" y="376"/>
                      <a:pt x="441" y="380"/>
                    </a:cubicBezTo>
                    <a:cubicBezTo>
                      <a:pt x="437" y="384"/>
                      <a:pt x="433" y="388"/>
                      <a:pt x="429" y="391"/>
                    </a:cubicBezTo>
                    <a:cubicBezTo>
                      <a:pt x="428" y="392"/>
                      <a:pt x="427" y="393"/>
                      <a:pt x="426" y="394"/>
                    </a:cubicBezTo>
                    <a:cubicBezTo>
                      <a:pt x="425" y="395"/>
                      <a:pt x="424" y="396"/>
                      <a:pt x="423" y="397"/>
                    </a:cubicBezTo>
                    <a:cubicBezTo>
                      <a:pt x="422" y="398"/>
                      <a:pt x="421" y="400"/>
                      <a:pt x="419" y="401"/>
                    </a:cubicBezTo>
                    <a:cubicBezTo>
                      <a:pt x="418" y="402"/>
                      <a:pt x="418" y="403"/>
                      <a:pt x="417" y="403"/>
                    </a:cubicBezTo>
                    <a:cubicBezTo>
                      <a:pt x="414" y="406"/>
                      <a:pt x="410" y="409"/>
                      <a:pt x="407" y="412"/>
                    </a:cubicBezTo>
                    <a:cubicBezTo>
                      <a:pt x="406" y="413"/>
                      <a:pt x="406" y="413"/>
                      <a:pt x="405" y="413"/>
                    </a:cubicBezTo>
                    <a:cubicBezTo>
                      <a:pt x="405" y="414"/>
                      <a:pt x="405" y="414"/>
                      <a:pt x="405" y="414"/>
                    </a:cubicBezTo>
                    <a:cubicBezTo>
                      <a:pt x="405" y="414"/>
                      <a:pt x="404" y="414"/>
                      <a:pt x="404" y="414"/>
                    </a:cubicBezTo>
                    <a:cubicBezTo>
                      <a:pt x="404" y="414"/>
                      <a:pt x="404" y="415"/>
                      <a:pt x="404" y="415"/>
                    </a:cubicBezTo>
                    <a:cubicBezTo>
                      <a:pt x="402" y="416"/>
                      <a:pt x="400" y="418"/>
                      <a:pt x="398" y="419"/>
                    </a:cubicBezTo>
                    <a:cubicBezTo>
                      <a:pt x="398" y="420"/>
                      <a:pt x="398" y="420"/>
                      <a:pt x="398" y="420"/>
                    </a:cubicBezTo>
                    <a:cubicBezTo>
                      <a:pt x="398" y="420"/>
                      <a:pt x="398" y="420"/>
                      <a:pt x="398" y="420"/>
                    </a:cubicBezTo>
                    <a:cubicBezTo>
                      <a:pt x="397" y="420"/>
                      <a:pt x="397" y="421"/>
                      <a:pt x="397" y="421"/>
                    </a:cubicBezTo>
                    <a:cubicBezTo>
                      <a:pt x="397" y="421"/>
                      <a:pt x="396" y="421"/>
                      <a:pt x="396" y="421"/>
                    </a:cubicBezTo>
                    <a:cubicBezTo>
                      <a:pt x="396" y="422"/>
                      <a:pt x="395" y="422"/>
                      <a:pt x="395" y="423"/>
                    </a:cubicBezTo>
                    <a:cubicBezTo>
                      <a:pt x="394" y="423"/>
                      <a:pt x="394" y="423"/>
                      <a:pt x="394" y="423"/>
                    </a:cubicBezTo>
                    <a:cubicBezTo>
                      <a:pt x="390" y="426"/>
                      <a:pt x="386" y="429"/>
                      <a:pt x="382" y="432"/>
                    </a:cubicBezTo>
                    <a:cubicBezTo>
                      <a:pt x="382" y="432"/>
                      <a:pt x="382" y="433"/>
                      <a:pt x="382" y="433"/>
                    </a:cubicBezTo>
                    <a:cubicBezTo>
                      <a:pt x="382" y="433"/>
                      <a:pt x="381" y="433"/>
                      <a:pt x="381" y="434"/>
                    </a:cubicBezTo>
                    <a:cubicBezTo>
                      <a:pt x="381" y="434"/>
                      <a:pt x="381" y="434"/>
                      <a:pt x="381" y="434"/>
                    </a:cubicBezTo>
                    <a:cubicBezTo>
                      <a:pt x="380" y="434"/>
                      <a:pt x="380" y="434"/>
                      <a:pt x="380" y="434"/>
                    </a:cubicBezTo>
                    <a:cubicBezTo>
                      <a:pt x="380" y="434"/>
                      <a:pt x="379" y="435"/>
                      <a:pt x="379" y="435"/>
                    </a:cubicBezTo>
                    <a:cubicBezTo>
                      <a:pt x="373" y="440"/>
                      <a:pt x="366" y="444"/>
                      <a:pt x="360" y="449"/>
                    </a:cubicBezTo>
                    <a:cubicBezTo>
                      <a:pt x="358" y="450"/>
                      <a:pt x="356" y="451"/>
                      <a:pt x="354" y="453"/>
                    </a:cubicBezTo>
                    <a:cubicBezTo>
                      <a:pt x="354" y="453"/>
                      <a:pt x="354" y="453"/>
                      <a:pt x="354" y="453"/>
                    </a:cubicBezTo>
                    <a:cubicBezTo>
                      <a:pt x="351" y="455"/>
                      <a:pt x="348" y="457"/>
                      <a:pt x="345" y="459"/>
                    </a:cubicBezTo>
                    <a:cubicBezTo>
                      <a:pt x="344" y="459"/>
                      <a:pt x="344" y="460"/>
                      <a:pt x="343" y="460"/>
                    </a:cubicBezTo>
                    <a:cubicBezTo>
                      <a:pt x="343" y="460"/>
                      <a:pt x="342" y="461"/>
                      <a:pt x="341" y="461"/>
                    </a:cubicBezTo>
                    <a:cubicBezTo>
                      <a:pt x="341" y="461"/>
                      <a:pt x="340" y="462"/>
                      <a:pt x="340" y="462"/>
                    </a:cubicBezTo>
                    <a:cubicBezTo>
                      <a:pt x="335" y="465"/>
                      <a:pt x="330" y="468"/>
                      <a:pt x="325" y="471"/>
                    </a:cubicBezTo>
                    <a:cubicBezTo>
                      <a:pt x="319" y="474"/>
                      <a:pt x="313" y="477"/>
                      <a:pt x="306" y="481"/>
                    </a:cubicBezTo>
                    <a:cubicBezTo>
                      <a:pt x="304" y="482"/>
                      <a:pt x="302" y="483"/>
                      <a:pt x="299" y="484"/>
                    </a:cubicBezTo>
                    <a:cubicBezTo>
                      <a:pt x="299" y="484"/>
                      <a:pt x="298" y="484"/>
                      <a:pt x="298" y="484"/>
                    </a:cubicBezTo>
                    <a:cubicBezTo>
                      <a:pt x="298" y="484"/>
                      <a:pt x="297" y="485"/>
                      <a:pt x="296" y="485"/>
                    </a:cubicBezTo>
                    <a:cubicBezTo>
                      <a:pt x="296" y="485"/>
                      <a:pt x="296" y="485"/>
                      <a:pt x="295" y="485"/>
                    </a:cubicBezTo>
                    <a:cubicBezTo>
                      <a:pt x="295" y="486"/>
                      <a:pt x="294" y="486"/>
                      <a:pt x="293" y="486"/>
                    </a:cubicBezTo>
                    <a:cubicBezTo>
                      <a:pt x="293" y="486"/>
                      <a:pt x="293" y="487"/>
                      <a:pt x="292" y="487"/>
                    </a:cubicBezTo>
                    <a:cubicBezTo>
                      <a:pt x="292" y="487"/>
                      <a:pt x="292" y="487"/>
                      <a:pt x="291" y="487"/>
                    </a:cubicBezTo>
                    <a:cubicBezTo>
                      <a:pt x="291" y="487"/>
                      <a:pt x="291" y="488"/>
                      <a:pt x="290" y="488"/>
                    </a:cubicBezTo>
                    <a:cubicBezTo>
                      <a:pt x="289" y="488"/>
                      <a:pt x="288" y="488"/>
                      <a:pt x="287" y="489"/>
                    </a:cubicBezTo>
                    <a:cubicBezTo>
                      <a:pt x="287" y="489"/>
                      <a:pt x="287" y="489"/>
                      <a:pt x="286" y="489"/>
                    </a:cubicBezTo>
                    <a:cubicBezTo>
                      <a:pt x="285" y="490"/>
                      <a:pt x="283" y="490"/>
                      <a:pt x="282" y="491"/>
                    </a:cubicBezTo>
                    <a:cubicBezTo>
                      <a:pt x="280" y="492"/>
                      <a:pt x="278" y="492"/>
                      <a:pt x="276" y="493"/>
                    </a:cubicBezTo>
                    <a:cubicBezTo>
                      <a:pt x="272" y="495"/>
                      <a:pt x="267" y="496"/>
                      <a:pt x="263" y="498"/>
                    </a:cubicBezTo>
                    <a:cubicBezTo>
                      <a:pt x="262" y="498"/>
                      <a:pt x="261" y="498"/>
                      <a:pt x="261" y="498"/>
                    </a:cubicBezTo>
                    <a:cubicBezTo>
                      <a:pt x="260" y="498"/>
                      <a:pt x="260" y="499"/>
                      <a:pt x="260" y="499"/>
                    </a:cubicBezTo>
                    <a:cubicBezTo>
                      <a:pt x="259" y="499"/>
                      <a:pt x="259" y="499"/>
                      <a:pt x="258" y="499"/>
                    </a:cubicBezTo>
                    <a:cubicBezTo>
                      <a:pt x="257" y="499"/>
                      <a:pt x="256" y="500"/>
                      <a:pt x="254" y="500"/>
                    </a:cubicBezTo>
                    <a:cubicBezTo>
                      <a:pt x="252" y="501"/>
                      <a:pt x="250" y="501"/>
                      <a:pt x="247" y="502"/>
                    </a:cubicBezTo>
                    <a:cubicBezTo>
                      <a:pt x="246" y="502"/>
                      <a:pt x="245" y="503"/>
                      <a:pt x="244" y="503"/>
                    </a:cubicBezTo>
                    <a:cubicBezTo>
                      <a:pt x="243" y="503"/>
                      <a:pt x="243" y="503"/>
                      <a:pt x="243" y="503"/>
                    </a:cubicBezTo>
                    <a:cubicBezTo>
                      <a:pt x="236" y="504"/>
                      <a:pt x="230" y="506"/>
                      <a:pt x="223" y="507"/>
                    </a:cubicBezTo>
                    <a:cubicBezTo>
                      <a:pt x="223" y="507"/>
                      <a:pt x="222" y="507"/>
                      <a:pt x="222" y="507"/>
                    </a:cubicBezTo>
                    <a:cubicBezTo>
                      <a:pt x="219" y="507"/>
                      <a:pt x="216" y="507"/>
                      <a:pt x="213" y="508"/>
                    </a:cubicBezTo>
                    <a:cubicBezTo>
                      <a:pt x="210" y="508"/>
                      <a:pt x="206" y="508"/>
                      <a:pt x="202" y="509"/>
                    </a:cubicBezTo>
                    <a:cubicBezTo>
                      <a:pt x="195" y="509"/>
                      <a:pt x="187" y="509"/>
                      <a:pt x="180" y="508"/>
                    </a:cubicBezTo>
                    <a:cubicBezTo>
                      <a:pt x="179" y="508"/>
                      <a:pt x="178" y="508"/>
                      <a:pt x="177" y="508"/>
                    </a:cubicBezTo>
                    <a:cubicBezTo>
                      <a:pt x="165" y="507"/>
                      <a:pt x="154" y="505"/>
                      <a:pt x="143" y="502"/>
                    </a:cubicBezTo>
                    <a:cubicBezTo>
                      <a:pt x="141" y="501"/>
                      <a:pt x="139" y="500"/>
                      <a:pt x="137" y="500"/>
                    </a:cubicBezTo>
                    <a:cubicBezTo>
                      <a:pt x="135" y="499"/>
                      <a:pt x="134" y="499"/>
                      <a:pt x="133" y="498"/>
                    </a:cubicBezTo>
                    <a:cubicBezTo>
                      <a:pt x="131" y="498"/>
                      <a:pt x="129" y="497"/>
                      <a:pt x="127" y="496"/>
                    </a:cubicBezTo>
                    <a:cubicBezTo>
                      <a:pt x="127" y="496"/>
                      <a:pt x="126" y="496"/>
                      <a:pt x="125" y="495"/>
                    </a:cubicBezTo>
                    <a:cubicBezTo>
                      <a:pt x="125" y="495"/>
                      <a:pt x="125" y="495"/>
                      <a:pt x="124" y="495"/>
                    </a:cubicBezTo>
                    <a:cubicBezTo>
                      <a:pt x="124" y="495"/>
                      <a:pt x="123" y="494"/>
                      <a:pt x="122" y="494"/>
                    </a:cubicBezTo>
                    <a:cubicBezTo>
                      <a:pt x="122" y="494"/>
                      <a:pt x="122" y="494"/>
                      <a:pt x="121" y="494"/>
                    </a:cubicBezTo>
                    <a:cubicBezTo>
                      <a:pt x="119" y="492"/>
                      <a:pt x="115" y="491"/>
                      <a:pt x="113" y="489"/>
                    </a:cubicBezTo>
                    <a:cubicBezTo>
                      <a:pt x="102" y="484"/>
                      <a:pt x="91" y="476"/>
                      <a:pt x="82" y="468"/>
                    </a:cubicBezTo>
                    <a:cubicBezTo>
                      <a:pt x="78" y="465"/>
                      <a:pt x="74" y="461"/>
                      <a:pt x="70" y="457"/>
                    </a:cubicBezTo>
                    <a:cubicBezTo>
                      <a:pt x="69" y="456"/>
                      <a:pt x="68" y="455"/>
                      <a:pt x="67" y="453"/>
                    </a:cubicBezTo>
                    <a:cubicBezTo>
                      <a:pt x="66" y="453"/>
                      <a:pt x="66" y="452"/>
                      <a:pt x="66" y="452"/>
                    </a:cubicBezTo>
                    <a:cubicBezTo>
                      <a:pt x="65" y="451"/>
                      <a:pt x="65" y="451"/>
                      <a:pt x="64" y="450"/>
                    </a:cubicBezTo>
                    <a:cubicBezTo>
                      <a:pt x="64" y="450"/>
                      <a:pt x="63" y="449"/>
                      <a:pt x="63" y="449"/>
                    </a:cubicBezTo>
                    <a:cubicBezTo>
                      <a:pt x="62" y="448"/>
                      <a:pt x="62" y="447"/>
                      <a:pt x="61" y="446"/>
                    </a:cubicBezTo>
                    <a:cubicBezTo>
                      <a:pt x="61" y="446"/>
                      <a:pt x="60" y="446"/>
                      <a:pt x="60" y="446"/>
                    </a:cubicBezTo>
                    <a:cubicBezTo>
                      <a:pt x="60" y="445"/>
                      <a:pt x="59" y="444"/>
                      <a:pt x="58" y="443"/>
                    </a:cubicBezTo>
                    <a:cubicBezTo>
                      <a:pt x="56" y="441"/>
                      <a:pt x="54" y="438"/>
                      <a:pt x="52" y="435"/>
                    </a:cubicBezTo>
                    <a:cubicBezTo>
                      <a:pt x="52" y="435"/>
                      <a:pt x="52" y="434"/>
                      <a:pt x="52" y="434"/>
                    </a:cubicBezTo>
                    <a:cubicBezTo>
                      <a:pt x="52" y="434"/>
                      <a:pt x="51" y="434"/>
                      <a:pt x="51" y="434"/>
                    </a:cubicBezTo>
                    <a:cubicBezTo>
                      <a:pt x="51" y="434"/>
                      <a:pt x="51" y="433"/>
                      <a:pt x="51" y="433"/>
                    </a:cubicBezTo>
                    <a:cubicBezTo>
                      <a:pt x="51" y="433"/>
                      <a:pt x="51" y="433"/>
                      <a:pt x="51" y="433"/>
                    </a:cubicBezTo>
                    <a:cubicBezTo>
                      <a:pt x="50" y="433"/>
                      <a:pt x="51" y="433"/>
                      <a:pt x="50" y="432"/>
                    </a:cubicBezTo>
                    <a:cubicBezTo>
                      <a:pt x="50" y="432"/>
                      <a:pt x="50" y="432"/>
                      <a:pt x="50" y="432"/>
                    </a:cubicBezTo>
                    <a:cubicBezTo>
                      <a:pt x="50" y="432"/>
                      <a:pt x="49" y="431"/>
                      <a:pt x="49" y="430"/>
                    </a:cubicBezTo>
                    <a:cubicBezTo>
                      <a:pt x="48" y="430"/>
                      <a:pt x="48" y="429"/>
                      <a:pt x="48" y="428"/>
                    </a:cubicBezTo>
                    <a:cubicBezTo>
                      <a:pt x="47" y="428"/>
                      <a:pt x="47" y="427"/>
                      <a:pt x="46" y="426"/>
                    </a:cubicBezTo>
                    <a:cubicBezTo>
                      <a:pt x="46" y="426"/>
                      <a:pt x="46" y="426"/>
                      <a:pt x="46" y="425"/>
                    </a:cubicBezTo>
                    <a:cubicBezTo>
                      <a:pt x="46" y="425"/>
                      <a:pt x="45" y="425"/>
                      <a:pt x="45" y="425"/>
                    </a:cubicBezTo>
                    <a:cubicBezTo>
                      <a:pt x="45" y="424"/>
                      <a:pt x="45" y="424"/>
                      <a:pt x="45" y="424"/>
                    </a:cubicBezTo>
                    <a:cubicBezTo>
                      <a:pt x="44" y="423"/>
                      <a:pt x="44" y="423"/>
                      <a:pt x="44" y="423"/>
                    </a:cubicBezTo>
                    <a:cubicBezTo>
                      <a:pt x="44" y="422"/>
                      <a:pt x="44" y="422"/>
                      <a:pt x="43" y="421"/>
                    </a:cubicBezTo>
                    <a:cubicBezTo>
                      <a:pt x="43" y="420"/>
                      <a:pt x="42" y="419"/>
                      <a:pt x="41" y="418"/>
                    </a:cubicBezTo>
                    <a:cubicBezTo>
                      <a:pt x="35" y="408"/>
                      <a:pt x="30" y="398"/>
                      <a:pt x="26" y="387"/>
                    </a:cubicBezTo>
                    <a:cubicBezTo>
                      <a:pt x="21" y="377"/>
                      <a:pt x="18" y="366"/>
                      <a:pt x="14" y="355"/>
                    </a:cubicBezTo>
                    <a:cubicBezTo>
                      <a:pt x="14" y="354"/>
                      <a:pt x="14" y="354"/>
                      <a:pt x="14" y="353"/>
                    </a:cubicBezTo>
                    <a:cubicBezTo>
                      <a:pt x="14" y="353"/>
                      <a:pt x="14" y="352"/>
                      <a:pt x="14" y="352"/>
                    </a:cubicBezTo>
                    <a:cubicBezTo>
                      <a:pt x="13" y="348"/>
                      <a:pt x="11" y="343"/>
                      <a:pt x="10" y="338"/>
                    </a:cubicBezTo>
                    <a:cubicBezTo>
                      <a:pt x="10" y="337"/>
                      <a:pt x="10" y="337"/>
                      <a:pt x="10" y="337"/>
                    </a:cubicBezTo>
                    <a:cubicBezTo>
                      <a:pt x="10" y="336"/>
                      <a:pt x="9" y="335"/>
                      <a:pt x="9" y="334"/>
                    </a:cubicBezTo>
                    <a:cubicBezTo>
                      <a:pt x="9" y="333"/>
                      <a:pt x="9" y="331"/>
                      <a:pt x="8" y="330"/>
                    </a:cubicBezTo>
                    <a:cubicBezTo>
                      <a:pt x="7" y="325"/>
                      <a:pt x="6" y="320"/>
                      <a:pt x="6" y="315"/>
                    </a:cubicBezTo>
                    <a:cubicBezTo>
                      <a:pt x="3" y="302"/>
                      <a:pt x="2" y="288"/>
                      <a:pt x="1" y="274"/>
                    </a:cubicBezTo>
                    <a:cubicBezTo>
                      <a:pt x="0" y="247"/>
                      <a:pt x="2" y="221"/>
                      <a:pt x="5" y="197"/>
                    </a:cubicBezTo>
                    <a:cubicBezTo>
                      <a:pt x="5" y="195"/>
                      <a:pt x="6" y="193"/>
                      <a:pt x="6" y="190"/>
                    </a:cubicBezTo>
                    <a:cubicBezTo>
                      <a:pt x="7" y="187"/>
                      <a:pt x="8" y="183"/>
                      <a:pt x="8" y="179"/>
                    </a:cubicBezTo>
                    <a:cubicBezTo>
                      <a:pt x="9" y="178"/>
                      <a:pt x="9" y="177"/>
                      <a:pt x="9" y="176"/>
                    </a:cubicBezTo>
                    <a:cubicBezTo>
                      <a:pt x="9" y="175"/>
                      <a:pt x="10" y="174"/>
                      <a:pt x="10" y="173"/>
                    </a:cubicBezTo>
                    <a:cubicBezTo>
                      <a:pt x="10" y="173"/>
                      <a:pt x="10" y="172"/>
                      <a:pt x="10" y="172"/>
                    </a:cubicBezTo>
                    <a:cubicBezTo>
                      <a:pt x="11" y="166"/>
                      <a:pt x="13" y="159"/>
                      <a:pt x="15" y="153"/>
                    </a:cubicBezTo>
                    <a:cubicBezTo>
                      <a:pt x="15" y="152"/>
                      <a:pt x="16" y="151"/>
                      <a:pt x="16" y="149"/>
                    </a:cubicBezTo>
                    <a:cubicBezTo>
                      <a:pt x="16" y="149"/>
                      <a:pt x="16" y="148"/>
                      <a:pt x="16" y="148"/>
                    </a:cubicBezTo>
                    <a:cubicBezTo>
                      <a:pt x="17" y="146"/>
                      <a:pt x="18" y="144"/>
                      <a:pt x="18" y="142"/>
                    </a:cubicBezTo>
                    <a:cubicBezTo>
                      <a:pt x="19" y="140"/>
                      <a:pt x="20" y="138"/>
                      <a:pt x="21" y="135"/>
                    </a:cubicBezTo>
                    <a:cubicBezTo>
                      <a:pt x="21" y="133"/>
                      <a:pt x="22" y="131"/>
                      <a:pt x="23" y="128"/>
                    </a:cubicBezTo>
                    <a:cubicBezTo>
                      <a:pt x="23" y="128"/>
                      <a:pt x="24" y="128"/>
                      <a:pt x="24" y="127"/>
                    </a:cubicBezTo>
                    <a:cubicBezTo>
                      <a:pt x="24" y="127"/>
                      <a:pt x="24" y="126"/>
                      <a:pt x="24" y="125"/>
                    </a:cubicBezTo>
                    <a:cubicBezTo>
                      <a:pt x="25" y="125"/>
                      <a:pt x="25" y="124"/>
                      <a:pt x="25" y="124"/>
                    </a:cubicBezTo>
                    <a:cubicBezTo>
                      <a:pt x="25" y="123"/>
                      <a:pt x="26" y="121"/>
                      <a:pt x="27" y="120"/>
                    </a:cubicBezTo>
                    <a:cubicBezTo>
                      <a:pt x="27" y="119"/>
                      <a:pt x="27" y="119"/>
                      <a:pt x="27" y="118"/>
                    </a:cubicBezTo>
                    <a:cubicBezTo>
                      <a:pt x="28" y="118"/>
                      <a:pt x="28" y="117"/>
                      <a:pt x="28" y="117"/>
                    </a:cubicBezTo>
                    <a:cubicBezTo>
                      <a:pt x="28" y="116"/>
                      <a:pt x="29" y="116"/>
                      <a:pt x="29" y="115"/>
                    </a:cubicBezTo>
                    <a:cubicBezTo>
                      <a:pt x="29" y="115"/>
                      <a:pt x="29" y="114"/>
                      <a:pt x="29" y="114"/>
                    </a:cubicBezTo>
                    <a:cubicBezTo>
                      <a:pt x="30" y="113"/>
                      <a:pt x="31" y="111"/>
                      <a:pt x="32" y="109"/>
                    </a:cubicBezTo>
                    <a:cubicBezTo>
                      <a:pt x="32" y="108"/>
                      <a:pt x="33" y="107"/>
                      <a:pt x="33" y="105"/>
                    </a:cubicBezTo>
                    <a:cubicBezTo>
                      <a:pt x="34" y="104"/>
                      <a:pt x="35" y="102"/>
                      <a:pt x="36" y="101"/>
                    </a:cubicBezTo>
                    <a:cubicBezTo>
                      <a:pt x="36" y="100"/>
                      <a:pt x="36" y="100"/>
                      <a:pt x="36" y="100"/>
                    </a:cubicBezTo>
                    <a:cubicBezTo>
                      <a:pt x="36" y="100"/>
                      <a:pt x="37" y="99"/>
                      <a:pt x="37" y="98"/>
                    </a:cubicBezTo>
                    <a:cubicBezTo>
                      <a:pt x="37" y="98"/>
                      <a:pt x="38" y="97"/>
                      <a:pt x="38" y="96"/>
                    </a:cubicBezTo>
                    <a:cubicBezTo>
                      <a:pt x="39" y="96"/>
                      <a:pt x="39" y="95"/>
                      <a:pt x="40" y="94"/>
                    </a:cubicBezTo>
                    <a:cubicBezTo>
                      <a:pt x="42" y="91"/>
                      <a:pt x="44" y="87"/>
                      <a:pt x="46" y="83"/>
                    </a:cubicBezTo>
                    <a:cubicBezTo>
                      <a:pt x="46" y="83"/>
                      <a:pt x="46" y="83"/>
                      <a:pt x="47" y="82"/>
                    </a:cubicBezTo>
                    <a:cubicBezTo>
                      <a:pt x="47" y="82"/>
                      <a:pt x="47" y="82"/>
                      <a:pt x="47" y="82"/>
                    </a:cubicBezTo>
                    <a:cubicBezTo>
                      <a:pt x="47" y="81"/>
                      <a:pt x="47" y="81"/>
                      <a:pt x="48" y="81"/>
                    </a:cubicBezTo>
                    <a:cubicBezTo>
                      <a:pt x="48" y="81"/>
                      <a:pt x="48" y="81"/>
                      <a:pt x="48" y="80"/>
                    </a:cubicBezTo>
                    <a:cubicBezTo>
                      <a:pt x="49" y="78"/>
                      <a:pt x="51" y="76"/>
                      <a:pt x="53" y="73"/>
                    </a:cubicBezTo>
                    <a:cubicBezTo>
                      <a:pt x="55" y="71"/>
                      <a:pt x="57" y="68"/>
                      <a:pt x="59" y="65"/>
                    </a:cubicBezTo>
                    <a:cubicBezTo>
                      <a:pt x="60" y="65"/>
                      <a:pt x="60" y="64"/>
                      <a:pt x="60" y="63"/>
                    </a:cubicBezTo>
                    <a:cubicBezTo>
                      <a:pt x="61" y="63"/>
                      <a:pt x="61" y="63"/>
                      <a:pt x="61" y="63"/>
                    </a:cubicBezTo>
                    <a:cubicBezTo>
                      <a:pt x="61" y="63"/>
                      <a:pt x="61" y="62"/>
                      <a:pt x="62" y="62"/>
                    </a:cubicBezTo>
                    <a:cubicBezTo>
                      <a:pt x="62" y="62"/>
                      <a:pt x="62" y="62"/>
                      <a:pt x="62" y="61"/>
                    </a:cubicBezTo>
                    <a:cubicBezTo>
                      <a:pt x="63" y="61"/>
                      <a:pt x="63" y="61"/>
                      <a:pt x="63" y="60"/>
                    </a:cubicBezTo>
                    <a:cubicBezTo>
                      <a:pt x="63" y="60"/>
                      <a:pt x="64" y="60"/>
                      <a:pt x="64" y="60"/>
                    </a:cubicBezTo>
                    <a:cubicBezTo>
                      <a:pt x="64" y="60"/>
                      <a:pt x="64" y="59"/>
                      <a:pt x="64" y="59"/>
                    </a:cubicBezTo>
                    <a:cubicBezTo>
                      <a:pt x="64" y="59"/>
                      <a:pt x="65" y="59"/>
                      <a:pt x="65" y="59"/>
                    </a:cubicBezTo>
                    <a:cubicBezTo>
                      <a:pt x="65" y="58"/>
                      <a:pt x="65" y="58"/>
                      <a:pt x="66" y="57"/>
                    </a:cubicBezTo>
                    <a:cubicBezTo>
                      <a:pt x="66" y="57"/>
                      <a:pt x="66" y="57"/>
                      <a:pt x="66" y="57"/>
                    </a:cubicBezTo>
                    <a:cubicBezTo>
                      <a:pt x="66" y="57"/>
                      <a:pt x="67" y="56"/>
                      <a:pt x="67" y="56"/>
                    </a:cubicBezTo>
                    <a:cubicBezTo>
                      <a:pt x="67" y="56"/>
                      <a:pt x="68" y="55"/>
                      <a:pt x="68" y="55"/>
                    </a:cubicBezTo>
                    <a:cubicBezTo>
                      <a:pt x="68" y="55"/>
                      <a:pt x="68" y="55"/>
                      <a:pt x="68" y="54"/>
                    </a:cubicBezTo>
                    <a:cubicBezTo>
                      <a:pt x="69" y="53"/>
                      <a:pt x="70" y="52"/>
                      <a:pt x="71" y="51"/>
                    </a:cubicBezTo>
                    <a:cubicBezTo>
                      <a:pt x="73" y="49"/>
                      <a:pt x="75" y="48"/>
                      <a:pt x="77" y="46"/>
                    </a:cubicBezTo>
                    <a:cubicBezTo>
                      <a:pt x="78" y="45"/>
                      <a:pt x="78" y="44"/>
                      <a:pt x="79" y="43"/>
                    </a:cubicBezTo>
                    <a:cubicBezTo>
                      <a:pt x="79" y="43"/>
                      <a:pt x="80" y="43"/>
                      <a:pt x="80" y="43"/>
                    </a:cubicBezTo>
                    <a:cubicBezTo>
                      <a:pt x="80" y="43"/>
                      <a:pt x="81" y="42"/>
                      <a:pt x="81" y="42"/>
                    </a:cubicBezTo>
                    <a:cubicBezTo>
                      <a:pt x="81" y="42"/>
                      <a:pt x="82" y="42"/>
                      <a:pt x="82" y="42"/>
                    </a:cubicBezTo>
                    <a:cubicBezTo>
                      <a:pt x="82" y="41"/>
                      <a:pt x="82" y="41"/>
                      <a:pt x="83" y="40"/>
                    </a:cubicBezTo>
                    <a:cubicBezTo>
                      <a:pt x="83" y="40"/>
                      <a:pt x="83" y="40"/>
                      <a:pt x="83" y="40"/>
                    </a:cubicBezTo>
                    <a:cubicBezTo>
                      <a:pt x="83" y="40"/>
                      <a:pt x="84" y="40"/>
                      <a:pt x="84" y="39"/>
                    </a:cubicBezTo>
                    <a:cubicBezTo>
                      <a:pt x="84" y="39"/>
                      <a:pt x="84" y="39"/>
                      <a:pt x="85" y="39"/>
                    </a:cubicBezTo>
                    <a:cubicBezTo>
                      <a:pt x="85" y="38"/>
                      <a:pt x="86" y="38"/>
                      <a:pt x="87" y="37"/>
                    </a:cubicBezTo>
                    <a:cubicBezTo>
                      <a:pt x="87" y="37"/>
                      <a:pt x="88" y="36"/>
                      <a:pt x="89" y="35"/>
                    </a:cubicBezTo>
                    <a:cubicBezTo>
                      <a:pt x="90" y="35"/>
                      <a:pt x="90" y="34"/>
                      <a:pt x="91" y="34"/>
                    </a:cubicBezTo>
                    <a:cubicBezTo>
                      <a:pt x="91" y="33"/>
                      <a:pt x="92" y="33"/>
                      <a:pt x="92" y="32"/>
                    </a:cubicBezTo>
                    <a:cubicBezTo>
                      <a:pt x="93" y="32"/>
                      <a:pt x="94" y="32"/>
                      <a:pt x="94" y="31"/>
                    </a:cubicBezTo>
                    <a:cubicBezTo>
                      <a:pt x="96" y="30"/>
                      <a:pt x="97" y="29"/>
                      <a:pt x="98" y="28"/>
                    </a:cubicBezTo>
                    <a:cubicBezTo>
                      <a:pt x="99" y="28"/>
                      <a:pt x="99" y="28"/>
                      <a:pt x="99" y="28"/>
                    </a:cubicBezTo>
                    <a:cubicBezTo>
                      <a:pt x="101" y="27"/>
                      <a:pt x="103" y="26"/>
                      <a:pt x="105" y="24"/>
                    </a:cubicBezTo>
                    <a:cubicBezTo>
                      <a:pt x="105" y="24"/>
                      <a:pt x="105" y="24"/>
                      <a:pt x="106" y="24"/>
                    </a:cubicBezTo>
                    <a:cubicBezTo>
                      <a:pt x="107" y="23"/>
                      <a:pt x="109" y="22"/>
                      <a:pt x="110" y="21"/>
                    </a:cubicBezTo>
                    <a:cubicBezTo>
                      <a:pt x="111" y="21"/>
                      <a:pt x="112" y="20"/>
                      <a:pt x="114" y="19"/>
                    </a:cubicBezTo>
                    <a:cubicBezTo>
                      <a:pt x="114" y="19"/>
                      <a:pt x="114" y="19"/>
                      <a:pt x="115" y="19"/>
                    </a:cubicBezTo>
                    <a:cubicBezTo>
                      <a:pt x="116" y="18"/>
                      <a:pt x="118" y="17"/>
                      <a:pt x="119" y="16"/>
                    </a:cubicBezTo>
                    <a:cubicBezTo>
                      <a:pt x="120" y="16"/>
                      <a:pt x="121" y="16"/>
                      <a:pt x="121" y="15"/>
                    </a:cubicBezTo>
                    <a:cubicBezTo>
                      <a:pt x="123" y="15"/>
                      <a:pt x="124" y="14"/>
                      <a:pt x="125" y="14"/>
                    </a:cubicBezTo>
                    <a:cubicBezTo>
                      <a:pt x="128" y="13"/>
                      <a:pt x="131" y="12"/>
                      <a:pt x="134" y="10"/>
                    </a:cubicBezTo>
                    <a:cubicBezTo>
                      <a:pt x="135" y="10"/>
                      <a:pt x="137" y="9"/>
                      <a:pt x="139" y="9"/>
                    </a:cubicBezTo>
                    <a:cubicBezTo>
                      <a:pt x="140" y="8"/>
                      <a:pt x="141" y="8"/>
                      <a:pt x="141" y="8"/>
                    </a:cubicBezTo>
                    <a:cubicBezTo>
                      <a:pt x="153" y="4"/>
                      <a:pt x="167" y="2"/>
                      <a:pt x="181" y="1"/>
                    </a:cubicBezTo>
                    <a:cubicBezTo>
                      <a:pt x="192" y="0"/>
                      <a:pt x="204" y="0"/>
                      <a:pt x="214" y="1"/>
                    </a:cubicBezTo>
                    <a:cubicBezTo>
                      <a:pt x="218" y="2"/>
                      <a:pt x="223" y="2"/>
                      <a:pt x="227" y="3"/>
                    </a:cubicBezTo>
                    <a:cubicBezTo>
                      <a:pt x="232" y="4"/>
                      <a:pt x="238" y="5"/>
                      <a:pt x="244" y="6"/>
                    </a:cubicBezTo>
                    <a:cubicBezTo>
                      <a:pt x="245" y="6"/>
                      <a:pt x="245" y="6"/>
                      <a:pt x="246" y="7"/>
                    </a:cubicBezTo>
                    <a:cubicBezTo>
                      <a:pt x="248" y="7"/>
                      <a:pt x="251" y="8"/>
                      <a:pt x="253" y="8"/>
                    </a:cubicBezTo>
                    <a:cubicBezTo>
                      <a:pt x="253" y="8"/>
                      <a:pt x="254" y="9"/>
                      <a:pt x="254" y="9"/>
                    </a:cubicBezTo>
                    <a:cubicBezTo>
                      <a:pt x="255" y="9"/>
                      <a:pt x="255" y="9"/>
                      <a:pt x="256" y="9"/>
                    </a:cubicBezTo>
                    <a:cubicBezTo>
                      <a:pt x="256" y="9"/>
                      <a:pt x="257" y="9"/>
                      <a:pt x="257" y="9"/>
                    </a:cubicBezTo>
                    <a:cubicBezTo>
                      <a:pt x="257" y="9"/>
                      <a:pt x="258" y="10"/>
                      <a:pt x="259" y="10"/>
                    </a:cubicBezTo>
                    <a:cubicBezTo>
                      <a:pt x="259" y="10"/>
                      <a:pt x="260" y="10"/>
                      <a:pt x="260" y="10"/>
                    </a:cubicBezTo>
                    <a:cubicBezTo>
                      <a:pt x="262" y="11"/>
                      <a:pt x="263" y="11"/>
                      <a:pt x="264" y="12"/>
                    </a:cubicBezTo>
                    <a:cubicBezTo>
                      <a:pt x="269" y="13"/>
                      <a:pt x="275" y="15"/>
                      <a:pt x="280" y="17"/>
                    </a:cubicBezTo>
                    <a:cubicBezTo>
                      <a:pt x="280" y="17"/>
                      <a:pt x="281" y="17"/>
                      <a:pt x="281" y="17"/>
                    </a:cubicBezTo>
                    <a:cubicBezTo>
                      <a:pt x="281" y="18"/>
                      <a:pt x="282" y="18"/>
                      <a:pt x="283" y="18"/>
                    </a:cubicBezTo>
                    <a:cubicBezTo>
                      <a:pt x="283" y="18"/>
                      <a:pt x="283" y="18"/>
                      <a:pt x="283" y="18"/>
                    </a:cubicBezTo>
                    <a:cubicBezTo>
                      <a:pt x="285" y="19"/>
                      <a:pt x="286" y="19"/>
                      <a:pt x="288" y="20"/>
                    </a:cubicBezTo>
                    <a:cubicBezTo>
                      <a:pt x="302" y="26"/>
                      <a:pt x="316" y="33"/>
                      <a:pt x="329" y="41"/>
                    </a:cubicBezTo>
                    <a:cubicBezTo>
                      <a:pt x="332" y="42"/>
                      <a:pt x="335" y="44"/>
                      <a:pt x="337" y="45"/>
                    </a:cubicBezTo>
                    <a:cubicBezTo>
                      <a:pt x="338" y="46"/>
                      <a:pt x="338" y="46"/>
                      <a:pt x="339" y="46"/>
                    </a:cubicBezTo>
                    <a:cubicBezTo>
                      <a:pt x="340" y="47"/>
                      <a:pt x="341" y="48"/>
                      <a:pt x="342" y="48"/>
                    </a:cubicBezTo>
                    <a:cubicBezTo>
                      <a:pt x="342" y="48"/>
                      <a:pt x="343" y="49"/>
                      <a:pt x="343" y="49"/>
                    </a:cubicBezTo>
                    <a:cubicBezTo>
                      <a:pt x="343" y="49"/>
                      <a:pt x="343" y="49"/>
                      <a:pt x="344" y="49"/>
                    </a:cubicBezTo>
                    <a:cubicBezTo>
                      <a:pt x="344" y="50"/>
                      <a:pt x="345" y="50"/>
                      <a:pt x="346" y="51"/>
                    </a:cubicBezTo>
                    <a:cubicBezTo>
                      <a:pt x="346" y="51"/>
                      <a:pt x="346" y="51"/>
                      <a:pt x="346" y="51"/>
                    </a:cubicBezTo>
                    <a:cubicBezTo>
                      <a:pt x="346" y="51"/>
                      <a:pt x="346" y="51"/>
                      <a:pt x="346" y="51"/>
                    </a:cubicBezTo>
                    <a:cubicBezTo>
                      <a:pt x="347" y="51"/>
                      <a:pt x="347" y="51"/>
                      <a:pt x="347" y="51"/>
                    </a:cubicBezTo>
                    <a:cubicBezTo>
                      <a:pt x="347" y="52"/>
                      <a:pt x="348" y="52"/>
                      <a:pt x="348" y="52"/>
                    </a:cubicBezTo>
                    <a:cubicBezTo>
                      <a:pt x="348" y="52"/>
                      <a:pt x="348" y="52"/>
                      <a:pt x="349" y="52"/>
                    </a:cubicBezTo>
                    <a:cubicBezTo>
                      <a:pt x="349" y="52"/>
                      <a:pt x="349" y="53"/>
                      <a:pt x="349" y="53"/>
                    </a:cubicBezTo>
                    <a:cubicBezTo>
                      <a:pt x="349" y="53"/>
                      <a:pt x="350" y="53"/>
                      <a:pt x="350" y="53"/>
                    </a:cubicBezTo>
                    <a:cubicBezTo>
                      <a:pt x="351" y="54"/>
                      <a:pt x="352" y="55"/>
                      <a:pt x="353" y="55"/>
                    </a:cubicBezTo>
                    <a:cubicBezTo>
                      <a:pt x="375" y="70"/>
                      <a:pt x="396" y="86"/>
                      <a:pt x="415" y="104"/>
                    </a:cubicBezTo>
                    <a:cubicBezTo>
                      <a:pt x="416" y="105"/>
                      <a:pt x="417" y="106"/>
                      <a:pt x="419" y="108"/>
                    </a:cubicBezTo>
                    <a:cubicBezTo>
                      <a:pt x="419" y="108"/>
                      <a:pt x="420" y="109"/>
                      <a:pt x="421" y="110"/>
                    </a:cubicBezTo>
                    <a:cubicBezTo>
                      <a:pt x="422" y="110"/>
                      <a:pt x="423" y="111"/>
                      <a:pt x="423" y="112"/>
                    </a:cubicBezTo>
                    <a:cubicBezTo>
                      <a:pt x="424" y="112"/>
                      <a:pt x="424" y="112"/>
                      <a:pt x="424" y="113"/>
                    </a:cubicBezTo>
                    <a:cubicBezTo>
                      <a:pt x="424" y="113"/>
                      <a:pt x="424" y="113"/>
                      <a:pt x="425" y="113"/>
                    </a:cubicBezTo>
                    <a:cubicBezTo>
                      <a:pt x="426" y="114"/>
                      <a:pt x="428" y="116"/>
                      <a:pt x="429" y="118"/>
                    </a:cubicBezTo>
                    <a:cubicBezTo>
                      <a:pt x="431" y="119"/>
                      <a:pt x="432" y="121"/>
                      <a:pt x="434" y="122"/>
                    </a:cubicBezTo>
                    <a:cubicBezTo>
                      <a:pt x="435" y="124"/>
                      <a:pt x="437" y="125"/>
                      <a:pt x="438" y="127"/>
                    </a:cubicBezTo>
                    <a:cubicBezTo>
                      <a:pt x="441" y="130"/>
                      <a:pt x="444" y="132"/>
                      <a:pt x="446" y="135"/>
                    </a:cubicBezTo>
                    <a:cubicBezTo>
                      <a:pt x="448" y="137"/>
                      <a:pt x="450" y="139"/>
                      <a:pt x="452" y="141"/>
                    </a:cubicBezTo>
                    <a:cubicBezTo>
                      <a:pt x="453" y="141"/>
                      <a:pt x="453" y="142"/>
                      <a:pt x="454" y="143"/>
                    </a:cubicBezTo>
                    <a:cubicBezTo>
                      <a:pt x="455" y="144"/>
                      <a:pt x="455" y="144"/>
                      <a:pt x="455" y="144"/>
                    </a:cubicBezTo>
                    <a:cubicBezTo>
                      <a:pt x="456" y="145"/>
                      <a:pt x="457" y="146"/>
                      <a:pt x="458" y="147"/>
                    </a:cubicBezTo>
                    <a:cubicBezTo>
                      <a:pt x="460" y="149"/>
                      <a:pt x="463" y="152"/>
                      <a:pt x="465" y="155"/>
                    </a:cubicBezTo>
                    <a:cubicBezTo>
                      <a:pt x="467" y="157"/>
                      <a:pt x="469" y="160"/>
                      <a:pt x="471" y="162"/>
                    </a:cubicBezTo>
                    <a:cubicBezTo>
                      <a:pt x="473" y="164"/>
                      <a:pt x="476" y="167"/>
                      <a:pt x="478" y="170"/>
                    </a:cubicBezTo>
                    <a:cubicBezTo>
                      <a:pt x="480" y="172"/>
                      <a:pt x="482" y="175"/>
                      <a:pt x="484" y="177"/>
                    </a:cubicBezTo>
                    <a:cubicBezTo>
                      <a:pt x="485" y="178"/>
                      <a:pt x="485" y="178"/>
                      <a:pt x="486" y="178"/>
                    </a:cubicBezTo>
                    <a:cubicBezTo>
                      <a:pt x="486" y="179"/>
                      <a:pt x="486" y="179"/>
                      <a:pt x="486" y="179"/>
                    </a:cubicBezTo>
                    <a:cubicBezTo>
                      <a:pt x="486" y="179"/>
                      <a:pt x="486" y="179"/>
                      <a:pt x="486" y="179"/>
                    </a:cubicBezTo>
                    <a:cubicBezTo>
                      <a:pt x="487" y="180"/>
                      <a:pt x="488" y="181"/>
                      <a:pt x="489" y="182"/>
                    </a:cubicBezTo>
                    <a:cubicBezTo>
                      <a:pt x="489" y="183"/>
                      <a:pt x="489" y="183"/>
                      <a:pt x="490" y="183"/>
                    </a:cubicBezTo>
                    <a:cubicBezTo>
                      <a:pt x="490" y="184"/>
                      <a:pt x="490" y="184"/>
                      <a:pt x="490" y="184"/>
                    </a:cubicBezTo>
                    <a:cubicBezTo>
                      <a:pt x="491" y="184"/>
                      <a:pt x="491" y="185"/>
                      <a:pt x="491" y="185"/>
                    </a:cubicBezTo>
                    <a:cubicBezTo>
                      <a:pt x="491" y="185"/>
                      <a:pt x="492" y="186"/>
                      <a:pt x="492" y="186"/>
                    </a:cubicBezTo>
                    <a:cubicBezTo>
                      <a:pt x="492" y="186"/>
                      <a:pt x="492" y="186"/>
                      <a:pt x="492" y="187"/>
                    </a:cubicBezTo>
                    <a:cubicBezTo>
                      <a:pt x="492" y="187"/>
                      <a:pt x="492" y="187"/>
                      <a:pt x="492" y="187"/>
                    </a:cubicBezTo>
                    <a:cubicBezTo>
                      <a:pt x="493" y="188"/>
                      <a:pt x="494" y="188"/>
                      <a:pt x="494" y="189"/>
                    </a:cubicBezTo>
                    <a:cubicBezTo>
                      <a:pt x="495" y="190"/>
                      <a:pt x="495" y="190"/>
                      <a:pt x="495" y="190"/>
                    </a:cubicBezTo>
                    <a:cubicBezTo>
                      <a:pt x="496" y="191"/>
                      <a:pt x="496" y="192"/>
                      <a:pt x="497" y="192"/>
                    </a:cubicBezTo>
                    <a:cubicBezTo>
                      <a:pt x="497" y="193"/>
                      <a:pt x="497" y="193"/>
                      <a:pt x="497" y="193"/>
                    </a:cubicBezTo>
                    <a:cubicBezTo>
                      <a:pt x="497" y="193"/>
                      <a:pt x="498" y="193"/>
                      <a:pt x="498" y="194"/>
                    </a:cubicBezTo>
                    <a:cubicBezTo>
                      <a:pt x="498" y="194"/>
                      <a:pt x="499" y="195"/>
                      <a:pt x="499" y="195"/>
                    </a:cubicBezTo>
                    <a:cubicBezTo>
                      <a:pt x="499" y="195"/>
                      <a:pt x="499" y="195"/>
                      <a:pt x="499" y="195"/>
                    </a:cubicBezTo>
                    <a:cubicBezTo>
                      <a:pt x="499" y="196"/>
                      <a:pt x="500" y="196"/>
                      <a:pt x="500" y="196"/>
                    </a:cubicBezTo>
                    <a:cubicBezTo>
                      <a:pt x="500" y="197"/>
                      <a:pt x="500" y="197"/>
                      <a:pt x="501" y="197"/>
                    </a:cubicBezTo>
                    <a:cubicBezTo>
                      <a:pt x="501" y="197"/>
                      <a:pt x="501" y="198"/>
                      <a:pt x="501" y="198"/>
                    </a:cubicBezTo>
                    <a:cubicBezTo>
                      <a:pt x="502" y="198"/>
                      <a:pt x="502" y="199"/>
                      <a:pt x="503" y="200"/>
                    </a:cubicBezTo>
                    <a:cubicBezTo>
                      <a:pt x="503" y="200"/>
                      <a:pt x="503" y="200"/>
                      <a:pt x="503" y="201"/>
                    </a:cubicBezTo>
                    <a:cubicBezTo>
                      <a:pt x="503" y="201"/>
                      <a:pt x="504" y="201"/>
                      <a:pt x="504" y="201"/>
                    </a:cubicBezTo>
                    <a:cubicBezTo>
                      <a:pt x="504" y="201"/>
                      <a:pt x="504" y="201"/>
                      <a:pt x="504" y="201"/>
                    </a:cubicBezTo>
                    <a:cubicBezTo>
                      <a:pt x="504" y="201"/>
                      <a:pt x="504" y="201"/>
                      <a:pt x="504" y="201"/>
                    </a:cubicBezTo>
                    <a:cubicBezTo>
                      <a:pt x="504" y="202"/>
                      <a:pt x="504" y="202"/>
                      <a:pt x="504" y="202"/>
                    </a:cubicBezTo>
                    <a:cubicBezTo>
                      <a:pt x="504" y="202"/>
                      <a:pt x="505" y="202"/>
                      <a:pt x="505" y="203"/>
                    </a:cubicBezTo>
                    <a:cubicBezTo>
                      <a:pt x="506" y="203"/>
                      <a:pt x="506" y="204"/>
                      <a:pt x="507" y="205"/>
                    </a:cubicBezTo>
                    <a:cubicBezTo>
                      <a:pt x="507" y="205"/>
                      <a:pt x="507" y="205"/>
                      <a:pt x="507" y="205"/>
                    </a:cubicBezTo>
                    <a:cubicBezTo>
                      <a:pt x="507" y="205"/>
                      <a:pt x="507" y="206"/>
                      <a:pt x="507" y="206"/>
                    </a:cubicBezTo>
                    <a:cubicBezTo>
                      <a:pt x="508" y="206"/>
                      <a:pt x="508" y="207"/>
                      <a:pt x="509" y="207"/>
                    </a:cubicBezTo>
                    <a:cubicBezTo>
                      <a:pt x="509" y="208"/>
                      <a:pt x="509" y="208"/>
                      <a:pt x="509" y="208"/>
                    </a:cubicBezTo>
                    <a:cubicBezTo>
                      <a:pt x="509" y="208"/>
                      <a:pt x="510" y="209"/>
                      <a:pt x="510" y="209"/>
                    </a:cubicBezTo>
                    <a:cubicBezTo>
                      <a:pt x="510" y="209"/>
                      <a:pt x="510" y="210"/>
                      <a:pt x="510" y="210"/>
                    </a:cubicBezTo>
                    <a:cubicBezTo>
                      <a:pt x="511" y="210"/>
                      <a:pt x="511" y="210"/>
                      <a:pt x="511" y="211"/>
                    </a:cubicBezTo>
                    <a:cubicBezTo>
                      <a:pt x="514" y="215"/>
                      <a:pt x="518" y="219"/>
                      <a:pt x="521" y="224"/>
                    </a:cubicBezTo>
                    <a:cubicBezTo>
                      <a:pt x="523" y="226"/>
                      <a:pt x="524" y="228"/>
                      <a:pt x="526" y="230"/>
                    </a:cubicBezTo>
                    <a:cubicBezTo>
                      <a:pt x="526" y="230"/>
                      <a:pt x="526" y="231"/>
                      <a:pt x="526" y="231"/>
                    </a:cubicBezTo>
                    <a:cubicBezTo>
                      <a:pt x="527" y="231"/>
                      <a:pt x="527" y="231"/>
                      <a:pt x="527" y="231"/>
                    </a:cubicBezTo>
                    <a:cubicBezTo>
                      <a:pt x="527" y="232"/>
                      <a:pt x="527" y="232"/>
                      <a:pt x="527" y="232"/>
                    </a:cubicBezTo>
                    <a:cubicBezTo>
                      <a:pt x="527" y="232"/>
                      <a:pt x="527" y="232"/>
                      <a:pt x="528" y="233"/>
                    </a:cubicBezTo>
                    <a:cubicBezTo>
                      <a:pt x="528" y="233"/>
                      <a:pt x="528" y="233"/>
                      <a:pt x="528" y="233"/>
                    </a:cubicBezTo>
                    <a:cubicBezTo>
                      <a:pt x="528" y="234"/>
                      <a:pt x="529" y="234"/>
                      <a:pt x="529" y="234"/>
                    </a:cubicBezTo>
                    <a:cubicBezTo>
                      <a:pt x="530" y="236"/>
                      <a:pt x="531" y="237"/>
                      <a:pt x="532" y="239"/>
                    </a:cubicBezTo>
                    <a:cubicBezTo>
                      <a:pt x="532" y="239"/>
                      <a:pt x="533" y="240"/>
                      <a:pt x="533" y="240"/>
                    </a:cubicBezTo>
                    <a:cubicBezTo>
                      <a:pt x="533" y="240"/>
                      <a:pt x="533" y="240"/>
                      <a:pt x="533" y="240"/>
                    </a:cubicBezTo>
                    <a:cubicBezTo>
                      <a:pt x="533" y="240"/>
                      <a:pt x="533" y="241"/>
                      <a:pt x="534" y="241"/>
                    </a:cubicBezTo>
                    <a:cubicBezTo>
                      <a:pt x="534" y="241"/>
                      <a:pt x="534" y="241"/>
                      <a:pt x="534" y="241"/>
                    </a:cubicBezTo>
                    <a:cubicBezTo>
                      <a:pt x="534" y="241"/>
                      <a:pt x="534" y="242"/>
                      <a:pt x="535" y="242"/>
                    </a:cubicBezTo>
                    <a:cubicBezTo>
                      <a:pt x="535" y="242"/>
                      <a:pt x="535" y="241"/>
                      <a:pt x="535" y="241"/>
                    </a:cubicBezTo>
                    <a:cubicBezTo>
                      <a:pt x="536" y="241"/>
                      <a:pt x="536" y="240"/>
                      <a:pt x="537" y="240"/>
                    </a:cubicBezTo>
                    <a:cubicBezTo>
                      <a:pt x="537" y="239"/>
                      <a:pt x="537" y="239"/>
                      <a:pt x="537" y="239"/>
                    </a:cubicBezTo>
                    <a:cubicBezTo>
                      <a:pt x="537" y="239"/>
                      <a:pt x="537" y="239"/>
                      <a:pt x="537" y="239"/>
                    </a:cubicBezTo>
                    <a:cubicBezTo>
                      <a:pt x="537" y="239"/>
                      <a:pt x="537" y="239"/>
                      <a:pt x="537" y="238"/>
                    </a:cubicBezTo>
                    <a:cubicBezTo>
                      <a:pt x="537" y="238"/>
                      <a:pt x="538" y="238"/>
                      <a:pt x="538" y="238"/>
                    </a:cubicBezTo>
                    <a:cubicBezTo>
                      <a:pt x="538" y="238"/>
                      <a:pt x="539" y="237"/>
                      <a:pt x="539" y="237"/>
                    </a:cubicBezTo>
                    <a:cubicBezTo>
                      <a:pt x="539" y="236"/>
                      <a:pt x="539" y="236"/>
                      <a:pt x="539" y="236"/>
                    </a:cubicBezTo>
                    <a:cubicBezTo>
                      <a:pt x="540" y="235"/>
                      <a:pt x="540" y="235"/>
                      <a:pt x="541" y="234"/>
                    </a:cubicBezTo>
                    <a:cubicBezTo>
                      <a:pt x="541" y="234"/>
                      <a:pt x="541" y="234"/>
                      <a:pt x="541" y="234"/>
                    </a:cubicBezTo>
                    <a:cubicBezTo>
                      <a:pt x="541" y="234"/>
                      <a:pt x="541" y="234"/>
                      <a:pt x="541" y="234"/>
                    </a:cubicBezTo>
                    <a:cubicBezTo>
                      <a:pt x="541" y="233"/>
                      <a:pt x="541" y="233"/>
                      <a:pt x="541" y="233"/>
                    </a:cubicBezTo>
                    <a:cubicBezTo>
                      <a:pt x="542" y="233"/>
                      <a:pt x="542" y="233"/>
                      <a:pt x="542" y="233"/>
                    </a:cubicBezTo>
                    <a:cubicBezTo>
                      <a:pt x="542" y="233"/>
                      <a:pt x="542" y="232"/>
                      <a:pt x="543" y="232"/>
                    </a:cubicBezTo>
                    <a:cubicBezTo>
                      <a:pt x="543" y="231"/>
                      <a:pt x="543" y="231"/>
                      <a:pt x="543" y="231"/>
                    </a:cubicBezTo>
                    <a:cubicBezTo>
                      <a:pt x="543" y="231"/>
                      <a:pt x="543" y="231"/>
                      <a:pt x="544" y="231"/>
                    </a:cubicBezTo>
                    <a:cubicBezTo>
                      <a:pt x="544" y="230"/>
                      <a:pt x="544" y="230"/>
                      <a:pt x="545" y="229"/>
                    </a:cubicBezTo>
                    <a:cubicBezTo>
                      <a:pt x="545" y="229"/>
                      <a:pt x="545" y="229"/>
                      <a:pt x="545" y="229"/>
                    </a:cubicBezTo>
                    <a:cubicBezTo>
                      <a:pt x="545" y="228"/>
                      <a:pt x="545" y="228"/>
                      <a:pt x="545" y="228"/>
                    </a:cubicBezTo>
                    <a:cubicBezTo>
                      <a:pt x="546" y="228"/>
                      <a:pt x="545" y="228"/>
                      <a:pt x="546" y="228"/>
                    </a:cubicBezTo>
                    <a:cubicBezTo>
                      <a:pt x="546" y="228"/>
                      <a:pt x="546" y="228"/>
                      <a:pt x="546" y="228"/>
                    </a:cubicBezTo>
                    <a:cubicBezTo>
                      <a:pt x="546" y="227"/>
                      <a:pt x="546" y="227"/>
                      <a:pt x="547" y="226"/>
                    </a:cubicBezTo>
                    <a:cubicBezTo>
                      <a:pt x="547" y="226"/>
                      <a:pt x="547" y="226"/>
                      <a:pt x="547" y="226"/>
                    </a:cubicBezTo>
                    <a:cubicBezTo>
                      <a:pt x="547" y="226"/>
                      <a:pt x="547" y="226"/>
                      <a:pt x="548" y="225"/>
                    </a:cubicBezTo>
                    <a:cubicBezTo>
                      <a:pt x="548" y="225"/>
                      <a:pt x="549" y="224"/>
                      <a:pt x="549" y="224"/>
                    </a:cubicBezTo>
                    <a:cubicBezTo>
                      <a:pt x="549" y="224"/>
                      <a:pt x="549" y="223"/>
                      <a:pt x="549" y="223"/>
                    </a:cubicBezTo>
                    <a:cubicBezTo>
                      <a:pt x="549" y="223"/>
                      <a:pt x="549" y="223"/>
                      <a:pt x="549" y="223"/>
                    </a:cubicBezTo>
                    <a:cubicBezTo>
                      <a:pt x="550" y="223"/>
                      <a:pt x="550" y="223"/>
                      <a:pt x="550" y="223"/>
                    </a:cubicBezTo>
                    <a:cubicBezTo>
                      <a:pt x="550" y="223"/>
                      <a:pt x="550" y="223"/>
                      <a:pt x="550" y="222"/>
                    </a:cubicBezTo>
                    <a:cubicBezTo>
                      <a:pt x="550" y="222"/>
                      <a:pt x="551" y="221"/>
                      <a:pt x="551" y="221"/>
                    </a:cubicBezTo>
                    <a:cubicBezTo>
                      <a:pt x="551" y="221"/>
                      <a:pt x="551" y="220"/>
                      <a:pt x="552" y="220"/>
                    </a:cubicBezTo>
                    <a:cubicBezTo>
                      <a:pt x="552" y="220"/>
                      <a:pt x="553" y="219"/>
                      <a:pt x="553" y="219"/>
                    </a:cubicBezTo>
                    <a:cubicBezTo>
                      <a:pt x="553" y="218"/>
                      <a:pt x="553" y="218"/>
                      <a:pt x="553" y="218"/>
                    </a:cubicBezTo>
                    <a:cubicBezTo>
                      <a:pt x="553" y="218"/>
                      <a:pt x="554" y="218"/>
                      <a:pt x="554" y="217"/>
                    </a:cubicBezTo>
                    <a:cubicBezTo>
                      <a:pt x="554" y="217"/>
                      <a:pt x="554" y="217"/>
                      <a:pt x="554" y="217"/>
                    </a:cubicBezTo>
                    <a:cubicBezTo>
                      <a:pt x="554" y="217"/>
                      <a:pt x="554" y="217"/>
                      <a:pt x="555" y="217"/>
                    </a:cubicBezTo>
                    <a:cubicBezTo>
                      <a:pt x="555" y="216"/>
                      <a:pt x="555" y="216"/>
                      <a:pt x="555" y="216"/>
                    </a:cubicBezTo>
                    <a:cubicBezTo>
                      <a:pt x="555" y="215"/>
                      <a:pt x="556" y="215"/>
                      <a:pt x="556" y="215"/>
                    </a:cubicBezTo>
                    <a:cubicBezTo>
                      <a:pt x="556" y="214"/>
                      <a:pt x="556" y="214"/>
                      <a:pt x="556" y="214"/>
                    </a:cubicBezTo>
                    <a:cubicBezTo>
                      <a:pt x="556" y="214"/>
                      <a:pt x="557" y="214"/>
                      <a:pt x="557" y="214"/>
                    </a:cubicBezTo>
                    <a:cubicBezTo>
                      <a:pt x="557" y="214"/>
                      <a:pt x="557" y="214"/>
                      <a:pt x="557" y="213"/>
                    </a:cubicBezTo>
                    <a:cubicBezTo>
                      <a:pt x="557" y="213"/>
                      <a:pt x="557" y="213"/>
                      <a:pt x="558" y="213"/>
                    </a:cubicBezTo>
                    <a:cubicBezTo>
                      <a:pt x="558" y="212"/>
                      <a:pt x="558" y="212"/>
                      <a:pt x="559" y="211"/>
                    </a:cubicBezTo>
                    <a:cubicBezTo>
                      <a:pt x="559" y="211"/>
                      <a:pt x="559" y="211"/>
                      <a:pt x="559" y="210"/>
                    </a:cubicBezTo>
                    <a:cubicBezTo>
                      <a:pt x="561" y="209"/>
                      <a:pt x="563" y="206"/>
                      <a:pt x="564" y="204"/>
                    </a:cubicBezTo>
                    <a:cubicBezTo>
                      <a:pt x="565" y="204"/>
                      <a:pt x="565" y="203"/>
                      <a:pt x="565" y="203"/>
                    </a:cubicBezTo>
                    <a:cubicBezTo>
                      <a:pt x="566" y="203"/>
                      <a:pt x="566" y="202"/>
                      <a:pt x="566" y="202"/>
                    </a:cubicBezTo>
                    <a:cubicBezTo>
                      <a:pt x="567" y="201"/>
                      <a:pt x="568" y="199"/>
                      <a:pt x="569" y="198"/>
                    </a:cubicBezTo>
                    <a:cubicBezTo>
                      <a:pt x="569" y="198"/>
                      <a:pt x="569" y="198"/>
                      <a:pt x="569" y="198"/>
                    </a:cubicBezTo>
                    <a:cubicBezTo>
                      <a:pt x="570" y="197"/>
                      <a:pt x="571" y="196"/>
                      <a:pt x="572" y="195"/>
                    </a:cubicBezTo>
                    <a:cubicBezTo>
                      <a:pt x="572" y="195"/>
                      <a:pt x="572" y="194"/>
                      <a:pt x="573" y="194"/>
                    </a:cubicBezTo>
                    <a:cubicBezTo>
                      <a:pt x="573" y="193"/>
                      <a:pt x="574" y="192"/>
                      <a:pt x="575" y="191"/>
                    </a:cubicBezTo>
                    <a:cubicBezTo>
                      <a:pt x="575" y="191"/>
                      <a:pt x="575" y="191"/>
                      <a:pt x="575" y="191"/>
                    </a:cubicBezTo>
                    <a:cubicBezTo>
                      <a:pt x="576" y="191"/>
                      <a:pt x="576" y="190"/>
                      <a:pt x="576" y="190"/>
                    </a:cubicBezTo>
                    <a:cubicBezTo>
                      <a:pt x="577" y="189"/>
                      <a:pt x="577" y="189"/>
                      <a:pt x="578" y="188"/>
                    </a:cubicBezTo>
                    <a:cubicBezTo>
                      <a:pt x="579" y="187"/>
                      <a:pt x="579" y="187"/>
                      <a:pt x="579" y="186"/>
                    </a:cubicBezTo>
                    <a:cubicBezTo>
                      <a:pt x="580" y="186"/>
                      <a:pt x="580" y="186"/>
                      <a:pt x="580" y="185"/>
                    </a:cubicBezTo>
                    <a:cubicBezTo>
                      <a:pt x="581" y="185"/>
                      <a:pt x="581" y="185"/>
                      <a:pt x="581" y="184"/>
                    </a:cubicBezTo>
                    <a:cubicBezTo>
                      <a:pt x="582" y="183"/>
                      <a:pt x="584" y="182"/>
                      <a:pt x="585" y="181"/>
                    </a:cubicBezTo>
                    <a:cubicBezTo>
                      <a:pt x="588" y="177"/>
                      <a:pt x="591" y="175"/>
                      <a:pt x="594" y="171"/>
                    </a:cubicBezTo>
                    <a:cubicBezTo>
                      <a:pt x="595" y="171"/>
                      <a:pt x="596" y="170"/>
                      <a:pt x="597" y="169"/>
                    </a:cubicBezTo>
                    <a:cubicBezTo>
                      <a:pt x="597" y="169"/>
                      <a:pt x="597" y="168"/>
                      <a:pt x="598" y="168"/>
                    </a:cubicBezTo>
                    <a:cubicBezTo>
                      <a:pt x="599" y="167"/>
                      <a:pt x="600" y="166"/>
                      <a:pt x="601" y="165"/>
                    </a:cubicBezTo>
                    <a:cubicBezTo>
                      <a:pt x="602" y="164"/>
                      <a:pt x="603" y="164"/>
                      <a:pt x="603" y="163"/>
                    </a:cubicBezTo>
                    <a:cubicBezTo>
                      <a:pt x="604" y="163"/>
                      <a:pt x="605" y="162"/>
                      <a:pt x="605" y="162"/>
                    </a:cubicBezTo>
                    <a:cubicBezTo>
                      <a:pt x="608" y="159"/>
                      <a:pt x="611" y="156"/>
                      <a:pt x="614" y="154"/>
                    </a:cubicBezTo>
                    <a:cubicBezTo>
                      <a:pt x="617" y="151"/>
                      <a:pt x="621" y="149"/>
                      <a:pt x="624" y="146"/>
                    </a:cubicBezTo>
                    <a:cubicBezTo>
                      <a:pt x="631" y="141"/>
                      <a:pt x="637" y="137"/>
                      <a:pt x="644" y="133"/>
                    </a:cubicBezTo>
                    <a:cubicBezTo>
                      <a:pt x="644" y="133"/>
                      <a:pt x="644" y="133"/>
                      <a:pt x="645" y="133"/>
                    </a:cubicBezTo>
                    <a:cubicBezTo>
                      <a:pt x="646" y="132"/>
                      <a:pt x="647" y="131"/>
                      <a:pt x="648" y="131"/>
                    </a:cubicBezTo>
                    <a:cubicBezTo>
                      <a:pt x="648" y="131"/>
                      <a:pt x="649" y="130"/>
                      <a:pt x="649" y="130"/>
                    </a:cubicBezTo>
                    <a:cubicBezTo>
                      <a:pt x="649" y="130"/>
                      <a:pt x="649" y="130"/>
                      <a:pt x="650" y="130"/>
                    </a:cubicBezTo>
                    <a:cubicBezTo>
                      <a:pt x="650" y="130"/>
                      <a:pt x="650" y="129"/>
                      <a:pt x="650" y="129"/>
                    </a:cubicBezTo>
                    <a:cubicBezTo>
                      <a:pt x="650" y="129"/>
                      <a:pt x="650" y="129"/>
                      <a:pt x="651" y="129"/>
                    </a:cubicBezTo>
                    <a:cubicBezTo>
                      <a:pt x="651" y="129"/>
                      <a:pt x="651" y="129"/>
                      <a:pt x="651" y="129"/>
                    </a:cubicBezTo>
                    <a:cubicBezTo>
                      <a:pt x="652" y="128"/>
                      <a:pt x="652" y="128"/>
                      <a:pt x="653" y="128"/>
                    </a:cubicBezTo>
                    <a:cubicBezTo>
                      <a:pt x="654" y="127"/>
                      <a:pt x="655" y="127"/>
                      <a:pt x="656" y="126"/>
                    </a:cubicBezTo>
                    <a:cubicBezTo>
                      <a:pt x="660" y="124"/>
                      <a:pt x="664" y="122"/>
                      <a:pt x="668" y="120"/>
                    </a:cubicBezTo>
                    <a:cubicBezTo>
                      <a:pt x="669" y="120"/>
                      <a:pt x="670" y="119"/>
                      <a:pt x="671" y="119"/>
                    </a:cubicBezTo>
                    <a:cubicBezTo>
                      <a:pt x="673" y="118"/>
                      <a:pt x="676" y="117"/>
                      <a:pt x="678" y="116"/>
                    </a:cubicBezTo>
                    <a:cubicBezTo>
                      <a:pt x="679" y="116"/>
                      <a:pt x="679" y="115"/>
                      <a:pt x="680" y="115"/>
                    </a:cubicBezTo>
                    <a:cubicBezTo>
                      <a:pt x="680" y="115"/>
                      <a:pt x="681" y="115"/>
                      <a:pt x="681" y="115"/>
                    </a:cubicBezTo>
                    <a:cubicBezTo>
                      <a:pt x="681" y="114"/>
                      <a:pt x="682" y="114"/>
                      <a:pt x="683" y="114"/>
                    </a:cubicBezTo>
                    <a:cubicBezTo>
                      <a:pt x="688" y="112"/>
                      <a:pt x="694" y="110"/>
                      <a:pt x="699" y="109"/>
                    </a:cubicBezTo>
                    <a:cubicBezTo>
                      <a:pt x="709" y="106"/>
                      <a:pt x="720" y="105"/>
                      <a:pt x="732" y="105"/>
                    </a:cubicBezTo>
                    <a:cubicBezTo>
                      <a:pt x="744" y="105"/>
                      <a:pt x="754" y="107"/>
                      <a:pt x="764" y="110"/>
                    </a:cubicBezTo>
                    <a:cubicBezTo>
                      <a:pt x="771" y="113"/>
                      <a:pt x="777" y="116"/>
                      <a:pt x="783" y="119"/>
                    </a:cubicBezTo>
                    <a:cubicBezTo>
                      <a:pt x="783" y="119"/>
                      <a:pt x="784" y="119"/>
                      <a:pt x="784" y="119"/>
                    </a:cubicBezTo>
                    <a:cubicBezTo>
                      <a:pt x="784" y="119"/>
                      <a:pt x="784" y="120"/>
                      <a:pt x="784" y="120"/>
                    </a:cubicBezTo>
                    <a:cubicBezTo>
                      <a:pt x="784" y="120"/>
                      <a:pt x="784" y="120"/>
                      <a:pt x="785" y="120"/>
                    </a:cubicBezTo>
                    <a:cubicBezTo>
                      <a:pt x="785" y="120"/>
                      <a:pt x="785" y="120"/>
                      <a:pt x="785" y="121"/>
                    </a:cubicBezTo>
                    <a:cubicBezTo>
                      <a:pt x="786" y="121"/>
                      <a:pt x="787" y="122"/>
                      <a:pt x="788" y="122"/>
                    </a:cubicBezTo>
                    <a:cubicBezTo>
                      <a:pt x="790" y="124"/>
                      <a:pt x="792" y="125"/>
                      <a:pt x="794" y="127"/>
                    </a:cubicBezTo>
                    <a:cubicBezTo>
                      <a:pt x="805" y="136"/>
                      <a:pt x="814" y="147"/>
                      <a:pt x="821" y="160"/>
                    </a:cubicBezTo>
                    <a:cubicBezTo>
                      <a:pt x="825" y="168"/>
                      <a:pt x="829" y="177"/>
                      <a:pt x="832" y="186"/>
                    </a:cubicBezTo>
                    <a:cubicBezTo>
                      <a:pt x="839" y="205"/>
                      <a:pt x="843" y="229"/>
                      <a:pt x="843" y="255"/>
                    </a:cubicBezTo>
                    <a:cubicBezTo>
                      <a:pt x="843" y="279"/>
                      <a:pt x="839" y="301"/>
                      <a:pt x="834" y="320"/>
                    </a:cubicBezTo>
                    <a:cubicBezTo>
                      <a:pt x="833" y="320"/>
                      <a:pt x="833" y="321"/>
                      <a:pt x="833" y="321"/>
                    </a:cubicBezTo>
                    <a:cubicBezTo>
                      <a:pt x="832" y="325"/>
                      <a:pt x="830" y="330"/>
                      <a:pt x="829" y="333"/>
                    </a:cubicBezTo>
                    <a:cubicBezTo>
                      <a:pt x="827" y="338"/>
                      <a:pt x="825" y="342"/>
                      <a:pt x="823" y="346"/>
                    </a:cubicBezTo>
                    <a:cubicBezTo>
                      <a:pt x="822" y="348"/>
                      <a:pt x="821" y="350"/>
                      <a:pt x="819" y="352"/>
                    </a:cubicBezTo>
                    <a:cubicBezTo>
                      <a:pt x="817" y="356"/>
                      <a:pt x="814" y="361"/>
                      <a:pt x="811" y="365"/>
                    </a:cubicBezTo>
                    <a:cubicBezTo>
                      <a:pt x="811" y="365"/>
                      <a:pt x="811" y="365"/>
                      <a:pt x="810" y="365"/>
                    </a:cubicBezTo>
                    <a:cubicBezTo>
                      <a:pt x="810" y="366"/>
                      <a:pt x="810" y="366"/>
                      <a:pt x="810" y="366"/>
                    </a:cubicBezTo>
                    <a:cubicBezTo>
                      <a:pt x="809" y="367"/>
                      <a:pt x="809" y="367"/>
                      <a:pt x="808" y="368"/>
                    </a:cubicBezTo>
                    <a:cubicBezTo>
                      <a:pt x="808" y="368"/>
                      <a:pt x="807" y="369"/>
                      <a:pt x="807" y="370"/>
                    </a:cubicBezTo>
                    <a:cubicBezTo>
                      <a:pt x="806" y="371"/>
                      <a:pt x="806" y="371"/>
                      <a:pt x="805" y="372"/>
                    </a:cubicBezTo>
                    <a:cubicBezTo>
                      <a:pt x="805" y="372"/>
                      <a:pt x="804" y="373"/>
                      <a:pt x="804" y="373"/>
                    </a:cubicBezTo>
                    <a:cubicBezTo>
                      <a:pt x="804" y="373"/>
                      <a:pt x="804" y="373"/>
                      <a:pt x="804" y="373"/>
                    </a:cubicBezTo>
                    <a:cubicBezTo>
                      <a:pt x="802" y="375"/>
                      <a:pt x="801" y="377"/>
                      <a:pt x="799" y="378"/>
                    </a:cubicBezTo>
                    <a:cubicBezTo>
                      <a:pt x="795" y="382"/>
                      <a:pt x="791" y="385"/>
                      <a:pt x="786" y="388"/>
                    </a:cubicBezTo>
                    <a:cubicBezTo>
                      <a:pt x="785" y="389"/>
                      <a:pt x="784" y="390"/>
                      <a:pt x="783" y="390"/>
                    </a:cubicBezTo>
                    <a:cubicBezTo>
                      <a:pt x="783" y="390"/>
                      <a:pt x="783" y="390"/>
                      <a:pt x="782" y="390"/>
                    </a:cubicBezTo>
                    <a:cubicBezTo>
                      <a:pt x="782" y="391"/>
                      <a:pt x="781" y="391"/>
                      <a:pt x="780" y="392"/>
                    </a:cubicBezTo>
                    <a:cubicBezTo>
                      <a:pt x="777" y="394"/>
                      <a:pt x="773" y="396"/>
                      <a:pt x="769" y="397"/>
                    </a:cubicBezTo>
                    <a:cubicBezTo>
                      <a:pt x="768" y="397"/>
                      <a:pt x="768" y="397"/>
                      <a:pt x="767" y="398"/>
                    </a:cubicBezTo>
                    <a:cubicBezTo>
                      <a:pt x="767" y="398"/>
                      <a:pt x="767" y="398"/>
                      <a:pt x="767" y="398"/>
                    </a:cubicBezTo>
                    <a:cubicBezTo>
                      <a:pt x="767" y="398"/>
                      <a:pt x="766" y="398"/>
                      <a:pt x="766" y="398"/>
                    </a:cubicBezTo>
                    <a:cubicBezTo>
                      <a:pt x="757" y="402"/>
                      <a:pt x="745" y="404"/>
                      <a:pt x="732" y="404"/>
                    </a:cubicBezTo>
                    <a:cubicBezTo>
                      <a:pt x="726" y="404"/>
                      <a:pt x="720" y="404"/>
                      <a:pt x="715" y="403"/>
                    </a:cubicBezTo>
                    <a:cubicBezTo>
                      <a:pt x="712" y="403"/>
                      <a:pt x="709" y="402"/>
                      <a:pt x="707" y="402"/>
                    </a:cubicBezTo>
                    <a:cubicBezTo>
                      <a:pt x="703" y="401"/>
                      <a:pt x="700" y="400"/>
                      <a:pt x="696" y="399"/>
                    </a:cubicBezTo>
                    <a:cubicBezTo>
                      <a:pt x="696" y="399"/>
                      <a:pt x="696" y="399"/>
                      <a:pt x="695" y="399"/>
                    </a:cubicBezTo>
                    <a:cubicBezTo>
                      <a:pt x="695" y="399"/>
                      <a:pt x="694" y="399"/>
                      <a:pt x="694" y="399"/>
                    </a:cubicBezTo>
                    <a:cubicBezTo>
                      <a:pt x="693" y="398"/>
                      <a:pt x="693" y="399"/>
                      <a:pt x="693" y="398"/>
                    </a:cubicBezTo>
                    <a:cubicBezTo>
                      <a:pt x="685" y="396"/>
                      <a:pt x="678" y="394"/>
                      <a:pt x="671" y="391"/>
                    </a:cubicBezTo>
                    <a:cubicBezTo>
                      <a:pt x="670" y="390"/>
                      <a:pt x="669" y="390"/>
                      <a:pt x="668" y="389"/>
                    </a:cubicBezTo>
                    <a:cubicBezTo>
                      <a:pt x="666" y="388"/>
                      <a:pt x="665" y="388"/>
                      <a:pt x="663" y="387"/>
                    </a:cubicBezTo>
                    <a:cubicBezTo>
                      <a:pt x="663" y="387"/>
                      <a:pt x="662" y="386"/>
                      <a:pt x="662" y="386"/>
                    </a:cubicBezTo>
                    <a:cubicBezTo>
                      <a:pt x="661" y="386"/>
                      <a:pt x="660" y="385"/>
                      <a:pt x="659" y="385"/>
                    </a:cubicBezTo>
                    <a:cubicBezTo>
                      <a:pt x="658" y="384"/>
                      <a:pt x="657" y="384"/>
                      <a:pt x="656" y="383"/>
                    </a:cubicBezTo>
                    <a:cubicBezTo>
                      <a:pt x="654" y="382"/>
                      <a:pt x="653" y="381"/>
                      <a:pt x="651" y="380"/>
                    </a:cubicBezTo>
                    <a:cubicBezTo>
                      <a:pt x="651" y="380"/>
                      <a:pt x="651" y="380"/>
                      <a:pt x="650" y="380"/>
                    </a:cubicBezTo>
                    <a:cubicBezTo>
                      <a:pt x="650" y="380"/>
                      <a:pt x="649" y="379"/>
                      <a:pt x="648" y="379"/>
                    </a:cubicBezTo>
                    <a:cubicBezTo>
                      <a:pt x="648" y="378"/>
                      <a:pt x="647" y="378"/>
                      <a:pt x="647" y="378"/>
                    </a:cubicBezTo>
                    <a:cubicBezTo>
                      <a:pt x="647" y="378"/>
                      <a:pt x="646" y="378"/>
                      <a:pt x="646" y="378"/>
                    </a:cubicBezTo>
                    <a:cubicBezTo>
                      <a:pt x="646" y="377"/>
                      <a:pt x="646" y="377"/>
                      <a:pt x="645" y="377"/>
                    </a:cubicBezTo>
                    <a:cubicBezTo>
                      <a:pt x="645" y="377"/>
                      <a:pt x="645" y="377"/>
                      <a:pt x="645" y="377"/>
                    </a:cubicBezTo>
                    <a:cubicBezTo>
                      <a:pt x="644" y="377"/>
                      <a:pt x="644" y="376"/>
                      <a:pt x="644" y="376"/>
                    </a:cubicBezTo>
                    <a:cubicBezTo>
                      <a:pt x="644" y="376"/>
                      <a:pt x="643" y="376"/>
                      <a:pt x="643" y="376"/>
                    </a:cubicBezTo>
                    <a:cubicBezTo>
                      <a:pt x="643" y="376"/>
                      <a:pt x="643" y="376"/>
                      <a:pt x="643" y="376"/>
                    </a:cubicBezTo>
                    <a:cubicBezTo>
                      <a:pt x="643" y="376"/>
                      <a:pt x="643" y="375"/>
                      <a:pt x="642" y="375"/>
                    </a:cubicBezTo>
                    <a:cubicBezTo>
                      <a:pt x="642" y="375"/>
                      <a:pt x="642" y="375"/>
                      <a:pt x="642" y="375"/>
                    </a:cubicBezTo>
                    <a:cubicBezTo>
                      <a:pt x="638" y="372"/>
                      <a:pt x="634" y="370"/>
                      <a:pt x="630" y="367"/>
                    </a:cubicBezTo>
                    <a:cubicBezTo>
                      <a:pt x="628" y="366"/>
                      <a:pt x="627" y="365"/>
                      <a:pt x="626" y="364"/>
                    </a:cubicBezTo>
                    <a:cubicBezTo>
                      <a:pt x="625" y="364"/>
                      <a:pt x="625" y="363"/>
                      <a:pt x="624" y="363"/>
                    </a:cubicBezTo>
                    <a:cubicBezTo>
                      <a:pt x="624" y="363"/>
                      <a:pt x="624" y="363"/>
                      <a:pt x="624" y="363"/>
                    </a:cubicBezTo>
                    <a:cubicBezTo>
                      <a:pt x="624" y="363"/>
                      <a:pt x="624" y="363"/>
                      <a:pt x="624" y="363"/>
                    </a:cubicBezTo>
                    <a:cubicBezTo>
                      <a:pt x="624" y="362"/>
                      <a:pt x="623" y="363"/>
                      <a:pt x="623" y="362"/>
                    </a:cubicBezTo>
                    <a:cubicBezTo>
                      <a:pt x="623" y="362"/>
                      <a:pt x="623" y="362"/>
                      <a:pt x="623" y="362"/>
                    </a:cubicBezTo>
                    <a:cubicBezTo>
                      <a:pt x="623" y="362"/>
                      <a:pt x="623" y="362"/>
                      <a:pt x="623" y="362"/>
                    </a:cubicBezTo>
                    <a:cubicBezTo>
                      <a:pt x="623" y="362"/>
                      <a:pt x="623" y="362"/>
                      <a:pt x="622" y="362"/>
                    </a:cubicBezTo>
                    <a:cubicBezTo>
                      <a:pt x="622" y="361"/>
                      <a:pt x="622" y="362"/>
                      <a:pt x="622" y="361"/>
                    </a:cubicBezTo>
                    <a:cubicBezTo>
                      <a:pt x="622" y="361"/>
                      <a:pt x="622" y="361"/>
                      <a:pt x="622" y="361"/>
                    </a:cubicBezTo>
                    <a:cubicBezTo>
                      <a:pt x="622" y="361"/>
                      <a:pt x="621" y="361"/>
                      <a:pt x="621" y="361"/>
                    </a:cubicBezTo>
                    <a:cubicBezTo>
                      <a:pt x="621" y="361"/>
                      <a:pt x="621" y="361"/>
                      <a:pt x="621" y="361"/>
                    </a:cubicBezTo>
                    <a:cubicBezTo>
                      <a:pt x="621" y="360"/>
                      <a:pt x="621" y="361"/>
                      <a:pt x="621" y="360"/>
                    </a:cubicBezTo>
                    <a:cubicBezTo>
                      <a:pt x="621" y="360"/>
                      <a:pt x="620" y="360"/>
                      <a:pt x="620" y="360"/>
                    </a:cubicBezTo>
                    <a:cubicBezTo>
                      <a:pt x="620" y="360"/>
                      <a:pt x="620" y="360"/>
                      <a:pt x="620" y="360"/>
                    </a:cubicBezTo>
                    <a:cubicBezTo>
                      <a:pt x="619" y="360"/>
                      <a:pt x="619" y="359"/>
                      <a:pt x="618" y="358"/>
                    </a:cubicBezTo>
                    <a:cubicBezTo>
                      <a:pt x="618" y="358"/>
                      <a:pt x="617" y="358"/>
                      <a:pt x="617" y="357"/>
                    </a:cubicBezTo>
                    <a:cubicBezTo>
                      <a:pt x="616" y="357"/>
                      <a:pt x="616" y="356"/>
                      <a:pt x="615" y="356"/>
                    </a:cubicBezTo>
                    <a:cubicBezTo>
                      <a:pt x="615" y="356"/>
                      <a:pt x="615" y="356"/>
                      <a:pt x="615" y="356"/>
                    </a:cubicBezTo>
                    <a:cubicBezTo>
                      <a:pt x="615" y="356"/>
                      <a:pt x="615" y="356"/>
                      <a:pt x="614" y="355"/>
                    </a:cubicBezTo>
                    <a:cubicBezTo>
                      <a:pt x="614" y="355"/>
                      <a:pt x="614" y="355"/>
                      <a:pt x="614" y="355"/>
                    </a:cubicBezTo>
                    <a:cubicBezTo>
                      <a:pt x="613" y="355"/>
                      <a:pt x="613" y="354"/>
                      <a:pt x="613" y="354"/>
                    </a:cubicBezTo>
                    <a:cubicBezTo>
                      <a:pt x="612" y="354"/>
                      <a:pt x="612" y="354"/>
                      <a:pt x="612" y="354"/>
                    </a:cubicBezTo>
                    <a:cubicBezTo>
                      <a:pt x="612" y="354"/>
                      <a:pt x="612" y="353"/>
                      <a:pt x="611" y="353"/>
                    </a:cubicBezTo>
                    <a:cubicBezTo>
                      <a:pt x="607" y="349"/>
                      <a:pt x="602" y="345"/>
                      <a:pt x="598" y="341"/>
                    </a:cubicBezTo>
                    <a:cubicBezTo>
                      <a:pt x="597" y="341"/>
                      <a:pt x="597" y="340"/>
                      <a:pt x="597" y="340"/>
                    </a:cubicBezTo>
                    <a:cubicBezTo>
                      <a:pt x="596" y="340"/>
                      <a:pt x="595" y="338"/>
                      <a:pt x="594" y="338"/>
                    </a:cubicBezTo>
                    <a:cubicBezTo>
                      <a:pt x="594" y="338"/>
                      <a:pt x="594" y="338"/>
                      <a:pt x="594" y="337"/>
                    </a:cubicBezTo>
                    <a:cubicBezTo>
                      <a:pt x="591" y="335"/>
                      <a:pt x="588" y="331"/>
                      <a:pt x="585" y="328"/>
                    </a:cubicBezTo>
                    <a:cubicBezTo>
                      <a:pt x="583" y="326"/>
                      <a:pt x="581" y="324"/>
                      <a:pt x="578" y="322"/>
                    </a:cubicBezTo>
                    <a:cubicBezTo>
                      <a:pt x="578" y="322"/>
                      <a:pt x="578" y="322"/>
                      <a:pt x="578" y="322"/>
                    </a:cubicBezTo>
                    <a:cubicBezTo>
                      <a:pt x="578" y="321"/>
                      <a:pt x="577" y="321"/>
                      <a:pt x="577" y="320"/>
                    </a:cubicBezTo>
                    <a:cubicBezTo>
                      <a:pt x="576" y="319"/>
                      <a:pt x="575" y="318"/>
                      <a:pt x="574" y="317"/>
                    </a:cubicBezTo>
                    <a:cubicBezTo>
                      <a:pt x="573" y="316"/>
                      <a:pt x="572" y="315"/>
                      <a:pt x="571" y="314"/>
                    </a:cubicBezTo>
                    <a:cubicBezTo>
                      <a:pt x="571" y="313"/>
                      <a:pt x="570" y="312"/>
                      <a:pt x="569" y="311"/>
                    </a:cubicBezTo>
                    <a:cubicBezTo>
                      <a:pt x="569" y="311"/>
                      <a:pt x="568" y="311"/>
                      <a:pt x="568" y="310"/>
                    </a:cubicBezTo>
                    <a:cubicBezTo>
                      <a:pt x="568" y="310"/>
                      <a:pt x="568" y="310"/>
                      <a:pt x="568" y="310"/>
                    </a:cubicBezTo>
                    <a:cubicBezTo>
                      <a:pt x="568" y="310"/>
                      <a:pt x="568" y="310"/>
                      <a:pt x="568" y="309"/>
                    </a:cubicBezTo>
                    <a:cubicBezTo>
                      <a:pt x="567" y="309"/>
                      <a:pt x="567" y="309"/>
                      <a:pt x="567" y="309"/>
                    </a:cubicBezTo>
                    <a:cubicBezTo>
                      <a:pt x="567" y="308"/>
                      <a:pt x="566" y="308"/>
                      <a:pt x="566" y="308"/>
                    </a:cubicBezTo>
                    <a:cubicBezTo>
                      <a:pt x="566" y="307"/>
                      <a:pt x="566" y="307"/>
                      <a:pt x="566" y="307"/>
                    </a:cubicBezTo>
                    <a:cubicBezTo>
                      <a:pt x="566" y="307"/>
                      <a:pt x="565" y="307"/>
                      <a:pt x="565" y="306"/>
                    </a:cubicBezTo>
                    <a:cubicBezTo>
                      <a:pt x="563" y="304"/>
                      <a:pt x="561" y="301"/>
                      <a:pt x="559" y="298"/>
                    </a:cubicBezTo>
                    <a:cubicBezTo>
                      <a:pt x="556" y="295"/>
                      <a:pt x="553" y="292"/>
                      <a:pt x="551" y="288"/>
                    </a:cubicBezTo>
                    <a:cubicBezTo>
                      <a:pt x="545" y="281"/>
                      <a:pt x="540" y="274"/>
                      <a:pt x="535" y="26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29" name="Freeform 6">
                <a:extLst>
                  <a:ext uri="{FF2B5EF4-FFF2-40B4-BE49-F238E27FC236}">
                    <a16:creationId xmlns:a16="http://schemas.microsoft.com/office/drawing/2014/main" id="{94989E92-10D5-7249-B0A0-51B74050773A}"/>
                  </a:ext>
                </a:extLst>
              </p:cNvPr>
              <p:cNvSpPr>
                <a:spLocks/>
              </p:cNvSpPr>
              <p:nvPr/>
            </p:nvSpPr>
            <p:spPr bwMode="auto">
              <a:xfrm>
                <a:off x="3353" y="1747"/>
                <a:ext cx="77" cy="72"/>
              </a:xfrm>
              <a:custGeom>
                <a:avLst/>
                <a:gdLst>
                  <a:gd name="T0" fmla="*/ 16 w 18"/>
                  <a:gd name="T1" fmla="*/ 0 h 17"/>
                  <a:gd name="T2" fmla="*/ 18 w 18"/>
                  <a:gd name="T3" fmla="*/ 2 h 17"/>
                  <a:gd name="T4" fmla="*/ 18 w 18"/>
                  <a:gd name="T5" fmla="*/ 5 h 17"/>
                  <a:gd name="T6" fmla="*/ 17 w 18"/>
                  <a:gd name="T7" fmla="*/ 6 h 17"/>
                  <a:gd name="T8" fmla="*/ 17 w 18"/>
                  <a:gd name="T9" fmla="*/ 7 h 17"/>
                  <a:gd name="T10" fmla="*/ 16 w 18"/>
                  <a:gd name="T11" fmla="*/ 9 h 17"/>
                  <a:gd name="T12" fmla="*/ 14 w 18"/>
                  <a:gd name="T13" fmla="*/ 11 h 17"/>
                  <a:gd name="T14" fmla="*/ 10 w 18"/>
                  <a:gd name="T15" fmla="*/ 15 h 17"/>
                  <a:gd name="T16" fmla="*/ 8 w 18"/>
                  <a:gd name="T17" fmla="*/ 17 h 17"/>
                  <a:gd name="T18" fmla="*/ 4 w 18"/>
                  <a:gd name="T19" fmla="*/ 16 h 17"/>
                  <a:gd name="T20" fmla="*/ 3 w 18"/>
                  <a:gd name="T21" fmla="*/ 16 h 17"/>
                  <a:gd name="T22" fmla="*/ 3 w 18"/>
                  <a:gd name="T23" fmla="*/ 16 h 17"/>
                  <a:gd name="T24" fmla="*/ 2 w 18"/>
                  <a:gd name="T25" fmla="*/ 16 h 17"/>
                  <a:gd name="T26" fmla="*/ 1 w 18"/>
                  <a:gd name="T27" fmla="*/ 15 h 17"/>
                  <a:gd name="T28" fmla="*/ 1 w 18"/>
                  <a:gd name="T29" fmla="*/ 14 h 17"/>
                  <a:gd name="T30" fmla="*/ 0 w 18"/>
                  <a:gd name="T31" fmla="*/ 12 h 17"/>
                  <a:gd name="T32" fmla="*/ 1 w 18"/>
                  <a:gd name="T33" fmla="*/ 7 h 17"/>
                  <a:gd name="T34" fmla="*/ 3 w 18"/>
                  <a:gd name="T35" fmla="*/ 5 h 17"/>
                  <a:gd name="T36" fmla="*/ 3 w 18"/>
                  <a:gd name="T37" fmla="*/ 4 h 17"/>
                  <a:gd name="T38" fmla="*/ 3 w 18"/>
                  <a:gd name="T39" fmla="*/ 4 h 17"/>
                  <a:gd name="T40" fmla="*/ 4 w 18"/>
                  <a:gd name="T41" fmla="*/ 4 h 17"/>
                  <a:gd name="T42" fmla="*/ 6 w 18"/>
                  <a:gd name="T43" fmla="*/ 2 h 17"/>
                  <a:gd name="T44" fmla="*/ 6 w 18"/>
                  <a:gd name="T45" fmla="*/ 2 h 17"/>
                  <a:gd name="T46" fmla="*/ 6 w 18"/>
                  <a:gd name="T47" fmla="*/ 2 h 17"/>
                  <a:gd name="T48" fmla="*/ 7 w 18"/>
                  <a:gd name="T49" fmla="*/ 1 h 17"/>
                  <a:gd name="T50" fmla="*/ 12 w 18"/>
                  <a:gd name="T51" fmla="*/ 0 h 17"/>
                  <a:gd name="T52" fmla="*/ 13 w 18"/>
                  <a:gd name="T53" fmla="*/ 0 h 17"/>
                  <a:gd name="T54" fmla="*/ 14 w 18"/>
                  <a:gd name="T55" fmla="*/ 0 h 17"/>
                  <a:gd name="T56" fmla="*/ 16 w 18"/>
                  <a:gd name="T5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 h="17">
                    <a:moveTo>
                      <a:pt x="16" y="0"/>
                    </a:moveTo>
                    <a:cubicBezTo>
                      <a:pt x="17" y="1"/>
                      <a:pt x="17" y="2"/>
                      <a:pt x="18" y="2"/>
                    </a:cubicBezTo>
                    <a:cubicBezTo>
                      <a:pt x="18" y="3"/>
                      <a:pt x="18" y="4"/>
                      <a:pt x="18" y="5"/>
                    </a:cubicBezTo>
                    <a:cubicBezTo>
                      <a:pt x="18" y="5"/>
                      <a:pt x="17" y="5"/>
                      <a:pt x="17" y="6"/>
                    </a:cubicBezTo>
                    <a:cubicBezTo>
                      <a:pt x="17" y="6"/>
                      <a:pt x="17" y="7"/>
                      <a:pt x="17" y="7"/>
                    </a:cubicBezTo>
                    <a:cubicBezTo>
                      <a:pt x="17" y="8"/>
                      <a:pt x="16" y="8"/>
                      <a:pt x="16" y="9"/>
                    </a:cubicBezTo>
                    <a:cubicBezTo>
                      <a:pt x="15" y="10"/>
                      <a:pt x="15" y="11"/>
                      <a:pt x="14" y="11"/>
                    </a:cubicBezTo>
                    <a:cubicBezTo>
                      <a:pt x="13" y="13"/>
                      <a:pt x="12" y="14"/>
                      <a:pt x="10" y="15"/>
                    </a:cubicBezTo>
                    <a:cubicBezTo>
                      <a:pt x="10" y="16"/>
                      <a:pt x="9" y="16"/>
                      <a:pt x="8" y="17"/>
                    </a:cubicBezTo>
                    <a:cubicBezTo>
                      <a:pt x="6" y="16"/>
                      <a:pt x="5" y="17"/>
                      <a:pt x="4" y="16"/>
                    </a:cubicBezTo>
                    <a:cubicBezTo>
                      <a:pt x="4" y="16"/>
                      <a:pt x="3" y="16"/>
                      <a:pt x="3" y="16"/>
                    </a:cubicBezTo>
                    <a:cubicBezTo>
                      <a:pt x="3" y="16"/>
                      <a:pt x="3" y="16"/>
                      <a:pt x="3" y="16"/>
                    </a:cubicBezTo>
                    <a:cubicBezTo>
                      <a:pt x="3" y="16"/>
                      <a:pt x="2" y="16"/>
                      <a:pt x="2" y="16"/>
                    </a:cubicBezTo>
                    <a:cubicBezTo>
                      <a:pt x="2" y="16"/>
                      <a:pt x="1" y="15"/>
                      <a:pt x="1" y="15"/>
                    </a:cubicBezTo>
                    <a:cubicBezTo>
                      <a:pt x="1" y="14"/>
                      <a:pt x="1" y="14"/>
                      <a:pt x="1" y="14"/>
                    </a:cubicBezTo>
                    <a:cubicBezTo>
                      <a:pt x="1" y="13"/>
                      <a:pt x="0" y="13"/>
                      <a:pt x="0" y="12"/>
                    </a:cubicBezTo>
                    <a:cubicBezTo>
                      <a:pt x="0" y="11"/>
                      <a:pt x="1" y="9"/>
                      <a:pt x="1" y="7"/>
                    </a:cubicBezTo>
                    <a:cubicBezTo>
                      <a:pt x="1" y="7"/>
                      <a:pt x="2" y="6"/>
                      <a:pt x="3" y="5"/>
                    </a:cubicBezTo>
                    <a:cubicBezTo>
                      <a:pt x="3" y="5"/>
                      <a:pt x="3" y="5"/>
                      <a:pt x="3" y="4"/>
                    </a:cubicBezTo>
                    <a:cubicBezTo>
                      <a:pt x="3" y="4"/>
                      <a:pt x="3" y="4"/>
                      <a:pt x="3" y="4"/>
                    </a:cubicBezTo>
                    <a:cubicBezTo>
                      <a:pt x="4" y="4"/>
                      <a:pt x="4" y="4"/>
                      <a:pt x="4" y="4"/>
                    </a:cubicBezTo>
                    <a:cubicBezTo>
                      <a:pt x="5" y="3"/>
                      <a:pt x="5" y="3"/>
                      <a:pt x="6" y="2"/>
                    </a:cubicBezTo>
                    <a:cubicBezTo>
                      <a:pt x="6" y="2"/>
                      <a:pt x="6" y="2"/>
                      <a:pt x="6" y="2"/>
                    </a:cubicBezTo>
                    <a:cubicBezTo>
                      <a:pt x="6" y="2"/>
                      <a:pt x="6" y="2"/>
                      <a:pt x="6" y="2"/>
                    </a:cubicBezTo>
                    <a:cubicBezTo>
                      <a:pt x="7" y="1"/>
                      <a:pt x="7" y="1"/>
                      <a:pt x="7" y="1"/>
                    </a:cubicBezTo>
                    <a:cubicBezTo>
                      <a:pt x="8" y="1"/>
                      <a:pt x="11" y="0"/>
                      <a:pt x="12" y="0"/>
                    </a:cubicBezTo>
                    <a:cubicBezTo>
                      <a:pt x="12" y="0"/>
                      <a:pt x="13" y="0"/>
                      <a:pt x="13" y="0"/>
                    </a:cubicBezTo>
                    <a:cubicBezTo>
                      <a:pt x="13" y="0"/>
                      <a:pt x="14" y="0"/>
                      <a:pt x="14" y="0"/>
                    </a:cubicBezTo>
                    <a:cubicBezTo>
                      <a:pt x="15" y="0"/>
                      <a:pt x="15" y="1"/>
                      <a:pt x="1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0" name="Freeform 7">
                <a:extLst>
                  <a:ext uri="{FF2B5EF4-FFF2-40B4-BE49-F238E27FC236}">
                    <a16:creationId xmlns:a16="http://schemas.microsoft.com/office/drawing/2014/main" id="{5FE4CA66-56BA-984B-AEB7-CA1B7AB21C38}"/>
                  </a:ext>
                </a:extLst>
              </p:cNvPr>
              <p:cNvSpPr>
                <a:spLocks/>
              </p:cNvSpPr>
              <p:nvPr/>
            </p:nvSpPr>
            <p:spPr bwMode="auto">
              <a:xfrm>
                <a:off x="3310" y="1881"/>
                <a:ext cx="90" cy="277"/>
              </a:xfrm>
              <a:custGeom>
                <a:avLst/>
                <a:gdLst>
                  <a:gd name="T0" fmla="*/ 20 w 21"/>
                  <a:gd name="T1" fmla="*/ 4 h 66"/>
                  <a:gd name="T2" fmla="*/ 21 w 21"/>
                  <a:gd name="T3" fmla="*/ 6 h 66"/>
                  <a:gd name="T4" fmla="*/ 20 w 21"/>
                  <a:gd name="T5" fmla="*/ 9 h 66"/>
                  <a:gd name="T6" fmla="*/ 20 w 21"/>
                  <a:gd name="T7" fmla="*/ 11 h 66"/>
                  <a:gd name="T8" fmla="*/ 19 w 21"/>
                  <a:gd name="T9" fmla="*/ 13 h 66"/>
                  <a:gd name="T10" fmla="*/ 20 w 21"/>
                  <a:gd name="T11" fmla="*/ 14 h 66"/>
                  <a:gd name="T12" fmla="*/ 20 w 21"/>
                  <a:gd name="T13" fmla="*/ 15 h 66"/>
                  <a:gd name="T14" fmla="*/ 19 w 21"/>
                  <a:gd name="T15" fmla="*/ 17 h 66"/>
                  <a:gd name="T16" fmla="*/ 19 w 21"/>
                  <a:gd name="T17" fmla="*/ 17 h 66"/>
                  <a:gd name="T18" fmla="*/ 19 w 21"/>
                  <a:gd name="T19" fmla="*/ 18 h 66"/>
                  <a:gd name="T20" fmla="*/ 18 w 21"/>
                  <a:gd name="T21" fmla="*/ 24 h 66"/>
                  <a:gd name="T22" fmla="*/ 19 w 21"/>
                  <a:gd name="T23" fmla="*/ 26 h 66"/>
                  <a:gd name="T24" fmla="*/ 19 w 21"/>
                  <a:gd name="T25" fmla="*/ 28 h 66"/>
                  <a:gd name="T26" fmla="*/ 19 w 21"/>
                  <a:gd name="T27" fmla="*/ 29 h 66"/>
                  <a:gd name="T28" fmla="*/ 19 w 21"/>
                  <a:gd name="T29" fmla="*/ 32 h 66"/>
                  <a:gd name="T30" fmla="*/ 19 w 21"/>
                  <a:gd name="T31" fmla="*/ 33 h 66"/>
                  <a:gd name="T32" fmla="*/ 18 w 21"/>
                  <a:gd name="T33" fmla="*/ 35 h 66"/>
                  <a:gd name="T34" fmla="*/ 19 w 21"/>
                  <a:gd name="T35" fmla="*/ 40 h 66"/>
                  <a:gd name="T36" fmla="*/ 18 w 21"/>
                  <a:gd name="T37" fmla="*/ 40 h 66"/>
                  <a:gd name="T38" fmla="*/ 18 w 21"/>
                  <a:gd name="T39" fmla="*/ 41 h 66"/>
                  <a:gd name="T40" fmla="*/ 17 w 21"/>
                  <a:gd name="T41" fmla="*/ 52 h 66"/>
                  <a:gd name="T42" fmla="*/ 17 w 21"/>
                  <a:gd name="T43" fmla="*/ 57 h 66"/>
                  <a:gd name="T44" fmla="*/ 16 w 21"/>
                  <a:gd name="T45" fmla="*/ 58 h 66"/>
                  <a:gd name="T46" fmla="*/ 16 w 21"/>
                  <a:gd name="T47" fmla="*/ 59 h 66"/>
                  <a:gd name="T48" fmla="*/ 14 w 21"/>
                  <a:gd name="T49" fmla="*/ 61 h 66"/>
                  <a:gd name="T50" fmla="*/ 13 w 21"/>
                  <a:gd name="T51" fmla="*/ 62 h 66"/>
                  <a:gd name="T52" fmla="*/ 11 w 21"/>
                  <a:gd name="T53" fmla="*/ 63 h 66"/>
                  <a:gd name="T54" fmla="*/ 11 w 21"/>
                  <a:gd name="T55" fmla="*/ 63 h 66"/>
                  <a:gd name="T56" fmla="*/ 4 w 21"/>
                  <a:gd name="T57" fmla="*/ 65 h 66"/>
                  <a:gd name="T58" fmla="*/ 0 w 21"/>
                  <a:gd name="T59" fmla="*/ 62 h 66"/>
                  <a:gd name="T60" fmla="*/ 0 w 21"/>
                  <a:gd name="T61" fmla="*/ 56 h 66"/>
                  <a:gd name="T62" fmla="*/ 1 w 21"/>
                  <a:gd name="T63" fmla="*/ 49 h 66"/>
                  <a:gd name="T64" fmla="*/ 1 w 21"/>
                  <a:gd name="T65" fmla="*/ 46 h 66"/>
                  <a:gd name="T66" fmla="*/ 2 w 21"/>
                  <a:gd name="T67" fmla="*/ 37 h 66"/>
                  <a:gd name="T68" fmla="*/ 2 w 21"/>
                  <a:gd name="T69" fmla="*/ 37 h 66"/>
                  <a:gd name="T70" fmla="*/ 2 w 21"/>
                  <a:gd name="T71" fmla="*/ 34 h 66"/>
                  <a:gd name="T72" fmla="*/ 3 w 21"/>
                  <a:gd name="T73" fmla="*/ 30 h 66"/>
                  <a:gd name="T74" fmla="*/ 3 w 21"/>
                  <a:gd name="T75" fmla="*/ 27 h 66"/>
                  <a:gd name="T76" fmla="*/ 3 w 21"/>
                  <a:gd name="T77" fmla="*/ 27 h 66"/>
                  <a:gd name="T78" fmla="*/ 3 w 21"/>
                  <a:gd name="T79" fmla="*/ 25 h 66"/>
                  <a:gd name="T80" fmla="*/ 4 w 21"/>
                  <a:gd name="T81" fmla="*/ 19 h 66"/>
                  <a:gd name="T82" fmla="*/ 6 w 21"/>
                  <a:gd name="T83" fmla="*/ 8 h 66"/>
                  <a:gd name="T84" fmla="*/ 10 w 21"/>
                  <a:gd name="T85" fmla="*/ 3 h 66"/>
                  <a:gd name="T86" fmla="*/ 12 w 21"/>
                  <a:gd name="T87" fmla="*/ 1 h 66"/>
                  <a:gd name="T88" fmla="*/ 17 w 21"/>
                  <a:gd name="T89" fmla="*/ 0 h 66"/>
                  <a:gd name="T90" fmla="*/ 19 w 21"/>
                  <a:gd name="T91" fmla="*/ 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 h="66">
                    <a:moveTo>
                      <a:pt x="19" y="4"/>
                    </a:moveTo>
                    <a:cubicBezTo>
                      <a:pt x="19" y="4"/>
                      <a:pt x="20" y="4"/>
                      <a:pt x="20" y="4"/>
                    </a:cubicBezTo>
                    <a:cubicBezTo>
                      <a:pt x="20" y="5"/>
                      <a:pt x="20" y="5"/>
                      <a:pt x="20" y="5"/>
                    </a:cubicBezTo>
                    <a:cubicBezTo>
                      <a:pt x="20" y="5"/>
                      <a:pt x="20" y="6"/>
                      <a:pt x="21" y="6"/>
                    </a:cubicBezTo>
                    <a:cubicBezTo>
                      <a:pt x="20" y="7"/>
                      <a:pt x="21" y="8"/>
                      <a:pt x="20" y="8"/>
                    </a:cubicBezTo>
                    <a:cubicBezTo>
                      <a:pt x="20" y="9"/>
                      <a:pt x="20" y="9"/>
                      <a:pt x="20" y="9"/>
                    </a:cubicBezTo>
                    <a:cubicBezTo>
                      <a:pt x="20" y="10"/>
                      <a:pt x="20" y="10"/>
                      <a:pt x="20" y="10"/>
                    </a:cubicBezTo>
                    <a:cubicBezTo>
                      <a:pt x="20" y="11"/>
                      <a:pt x="20" y="11"/>
                      <a:pt x="20" y="11"/>
                    </a:cubicBezTo>
                    <a:cubicBezTo>
                      <a:pt x="20" y="12"/>
                      <a:pt x="20" y="12"/>
                      <a:pt x="20" y="12"/>
                    </a:cubicBezTo>
                    <a:cubicBezTo>
                      <a:pt x="20" y="12"/>
                      <a:pt x="19" y="13"/>
                      <a:pt x="19" y="13"/>
                    </a:cubicBezTo>
                    <a:cubicBezTo>
                      <a:pt x="19" y="13"/>
                      <a:pt x="20" y="13"/>
                      <a:pt x="20" y="13"/>
                    </a:cubicBezTo>
                    <a:cubicBezTo>
                      <a:pt x="20" y="13"/>
                      <a:pt x="19" y="13"/>
                      <a:pt x="20" y="14"/>
                    </a:cubicBezTo>
                    <a:cubicBezTo>
                      <a:pt x="20" y="14"/>
                      <a:pt x="19" y="14"/>
                      <a:pt x="19" y="15"/>
                    </a:cubicBezTo>
                    <a:cubicBezTo>
                      <a:pt x="19" y="15"/>
                      <a:pt x="20" y="15"/>
                      <a:pt x="20" y="15"/>
                    </a:cubicBezTo>
                    <a:cubicBezTo>
                      <a:pt x="19" y="15"/>
                      <a:pt x="19" y="16"/>
                      <a:pt x="19" y="16"/>
                    </a:cubicBezTo>
                    <a:cubicBezTo>
                      <a:pt x="19" y="16"/>
                      <a:pt x="19" y="16"/>
                      <a:pt x="19" y="17"/>
                    </a:cubicBezTo>
                    <a:cubicBezTo>
                      <a:pt x="19" y="17"/>
                      <a:pt x="19" y="17"/>
                      <a:pt x="19" y="17"/>
                    </a:cubicBezTo>
                    <a:cubicBezTo>
                      <a:pt x="19" y="17"/>
                      <a:pt x="19" y="17"/>
                      <a:pt x="19" y="17"/>
                    </a:cubicBezTo>
                    <a:cubicBezTo>
                      <a:pt x="19" y="18"/>
                      <a:pt x="19" y="18"/>
                      <a:pt x="19" y="18"/>
                    </a:cubicBezTo>
                    <a:cubicBezTo>
                      <a:pt x="19" y="18"/>
                      <a:pt x="19" y="18"/>
                      <a:pt x="19" y="18"/>
                    </a:cubicBezTo>
                    <a:cubicBezTo>
                      <a:pt x="19" y="19"/>
                      <a:pt x="19" y="22"/>
                      <a:pt x="19" y="23"/>
                    </a:cubicBezTo>
                    <a:cubicBezTo>
                      <a:pt x="19" y="23"/>
                      <a:pt x="19" y="24"/>
                      <a:pt x="18" y="24"/>
                    </a:cubicBezTo>
                    <a:cubicBezTo>
                      <a:pt x="19" y="25"/>
                      <a:pt x="19" y="25"/>
                      <a:pt x="19" y="25"/>
                    </a:cubicBezTo>
                    <a:cubicBezTo>
                      <a:pt x="19" y="25"/>
                      <a:pt x="19" y="26"/>
                      <a:pt x="19" y="26"/>
                    </a:cubicBezTo>
                    <a:cubicBezTo>
                      <a:pt x="19" y="26"/>
                      <a:pt x="19" y="26"/>
                      <a:pt x="19" y="26"/>
                    </a:cubicBezTo>
                    <a:cubicBezTo>
                      <a:pt x="19" y="27"/>
                      <a:pt x="18" y="28"/>
                      <a:pt x="19" y="28"/>
                    </a:cubicBezTo>
                    <a:cubicBezTo>
                      <a:pt x="19" y="28"/>
                      <a:pt x="19" y="28"/>
                      <a:pt x="19" y="29"/>
                    </a:cubicBezTo>
                    <a:cubicBezTo>
                      <a:pt x="19" y="29"/>
                      <a:pt x="19" y="29"/>
                      <a:pt x="19" y="29"/>
                    </a:cubicBezTo>
                    <a:cubicBezTo>
                      <a:pt x="19" y="29"/>
                      <a:pt x="18" y="29"/>
                      <a:pt x="19" y="30"/>
                    </a:cubicBezTo>
                    <a:cubicBezTo>
                      <a:pt x="19" y="31"/>
                      <a:pt x="19" y="31"/>
                      <a:pt x="19" y="32"/>
                    </a:cubicBezTo>
                    <a:cubicBezTo>
                      <a:pt x="19" y="32"/>
                      <a:pt x="19" y="32"/>
                      <a:pt x="19" y="32"/>
                    </a:cubicBezTo>
                    <a:cubicBezTo>
                      <a:pt x="19" y="32"/>
                      <a:pt x="19" y="33"/>
                      <a:pt x="19" y="33"/>
                    </a:cubicBezTo>
                    <a:cubicBezTo>
                      <a:pt x="19" y="34"/>
                      <a:pt x="19" y="34"/>
                      <a:pt x="19" y="34"/>
                    </a:cubicBezTo>
                    <a:cubicBezTo>
                      <a:pt x="18" y="34"/>
                      <a:pt x="19" y="35"/>
                      <a:pt x="18" y="35"/>
                    </a:cubicBezTo>
                    <a:cubicBezTo>
                      <a:pt x="18" y="36"/>
                      <a:pt x="18" y="37"/>
                      <a:pt x="18" y="38"/>
                    </a:cubicBezTo>
                    <a:cubicBezTo>
                      <a:pt x="18" y="38"/>
                      <a:pt x="19" y="39"/>
                      <a:pt x="19" y="40"/>
                    </a:cubicBezTo>
                    <a:cubicBezTo>
                      <a:pt x="19" y="40"/>
                      <a:pt x="18" y="39"/>
                      <a:pt x="18" y="39"/>
                    </a:cubicBezTo>
                    <a:cubicBezTo>
                      <a:pt x="18" y="40"/>
                      <a:pt x="18" y="40"/>
                      <a:pt x="18" y="40"/>
                    </a:cubicBezTo>
                    <a:cubicBezTo>
                      <a:pt x="18" y="41"/>
                      <a:pt x="19" y="40"/>
                      <a:pt x="19" y="41"/>
                    </a:cubicBezTo>
                    <a:cubicBezTo>
                      <a:pt x="19" y="42"/>
                      <a:pt x="18" y="41"/>
                      <a:pt x="18" y="41"/>
                    </a:cubicBezTo>
                    <a:cubicBezTo>
                      <a:pt x="17" y="42"/>
                      <a:pt x="18" y="44"/>
                      <a:pt x="17" y="46"/>
                    </a:cubicBezTo>
                    <a:cubicBezTo>
                      <a:pt x="17" y="48"/>
                      <a:pt x="17" y="50"/>
                      <a:pt x="17" y="52"/>
                    </a:cubicBezTo>
                    <a:cubicBezTo>
                      <a:pt x="17" y="52"/>
                      <a:pt x="18" y="52"/>
                      <a:pt x="18" y="53"/>
                    </a:cubicBezTo>
                    <a:cubicBezTo>
                      <a:pt x="17" y="54"/>
                      <a:pt x="17" y="55"/>
                      <a:pt x="17" y="57"/>
                    </a:cubicBezTo>
                    <a:cubicBezTo>
                      <a:pt x="17" y="57"/>
                      <a:pt x="17" y="57"/>
                      <a:pt x="16" y="57"/>
                    </a:cubicBezTo>
                    <a:cubicBezTo>
                      <a:pt x="16" y="57"/>
                      <a:pt x="16" y="58"/>
                      <a:pt x="16" y="58"/>
                    </a:cubicBezTo>
                    <a:cubicBezTo>
                      <a:pt x="16" y="58"/>
                      <a:pt x="16" y="58"/>
                      <a:pt x="16" y="58"/>
                    </a:cubicBezTo>
                    <a:cubicBezTo>
                      <a:pt x="16" y="58"/>
                      <a:pt x="16" y="59"/>
                      <a:pt x="16" y="59"/>
                    </a:cubicBezTo>
                    <a:cubicBezTo>
                      <a:pt x="15" y="59"/>
                      <a:pt x="15" y="60"/>
                      <a:pt x="14" y="60"/>
                    </a:cubicBezTo>
                    <a:cubicBezTo>
                      <a:pt x="14" y="61"/>
                      <a:pt x="14" y="61"/>
                      <a:pt x="14" y="61"/>
                    </a:cubicBezTo>
                    <a:cubicBezTo>
                      <a:pt x="13" y="61"/>
                      <a:pt x="13" y="62"/>
                      <a:pt x="13" y="62"/>
                    </a:cubicBezTo>
                    <a:cubicBezTo>
                      <a:pt x="13" y="62"/>
                      <a:pt x="13" y="62"/>
                      <a:pt x="13" y="62"/>
                    </a:cubicBezTo>
                    <a:cubicBezTo>
                      <a:pt x="13" y="62"/>
                      <a:pt x="13" y="62"/>
                      <a:pt x="12" y="62"/>
                    </a:cubicBezTo>
                    <a:cubicBezTo>
                      <a:pt x="12" y="63"/>
                      <a:pt x="12" y="63"/>
                      <a:pt x="11" y="63"/>
                    </a:cubicBezTo>
                    <a:cubicBezTo>
                      <a:pt x="11" y="63"/>
                      <a:pt x="11" y="63"/>
                      <a:pt x="11" y="63"/>
                    </a:cubicBezTo>
                    <a:cubicBezTo>
                      <a:pt x="11" y="63"/>
                      <a:pt x="11" y="63"/>
                      <a:pt x="11" y="63"/>
                    </a:cubicBezTo>
                    <a:cubicBezTo>
                      <a:pt x="10" y="63"/>
                      <a:pt x="10" y="63"/>
                      <a:pt x="10" y="64"/>
                    </a:cubicBezTo>
                    <a:cubicBezTo>
                      <a:pt x="8" y="65"/>
                      <a:pt x="6" y="66"/>
                      <a:pt x="4" y="65"/>
                    </a:cubicBezTo>
                    <a:cubicBezTo>
                      <a:pt x="3" y="65"/>
                      <a:pt x="2" y="65"/>
                      <a:pt x="1" y="65"/>
                    </a:cubicBezTo>
                    <a:cubicBezTo>
                      <a:pt x="1" y="64"/>
                      <a:pt x="1" y="64"/>
                      <a:pt x="0" y="62"/>
                    </a:cubicBezTo>
                    <a:cubicBezTo>
                      <a:pt x="0" y="62"/>
                      <a:pt x="0" y="62"/>
                      <a:pt x="0" y="62"/>
                    </a:cubicBezTo>
                    <a:cubicBezTo>
                      <a:pt x="0" y="60"/>
                      <a:pt x="0" y="58"/>
                      <a:pt x="0" y="56"/>
                    </a:cubicBezTo>
                    <a:cubicBezTo>
                      <a:pt x="0" y="55"/>
                      <a:pt x="0" y="53"/>
                      <a:pt x="0" y="52"/>
                    </a:cubicBezTo>
                    <a:cubicBezTo>
                      <a:pt x="0" y="51"/>
                      <a:pt x="1" y="50"/>
                      <a:pt x="1" y="49"/>
                    </a:cubicBezTo>
                    <a:cubicBezTo>
                      <a:pt x="1" y="49"/>
                      <a:pt x="1" y="48"/>
                      <a:pt x="1" y="48"/>
                    </a:cubicBezTo>
                    <a:cubicBezTo>
                      <a:pt x="1" y="47"/>
                      <a:pt x="1" y="46"/>
                      <a:pt x="1" y="46"/>
                    </a:cubicBezTo>
                    <a:cubicBezTo>
                      <a:pt x="1" y="45"/>
                      <a:pt x="1" y="45"/>
                      <a:pt x="1" y="44"/>
                    </a:cubicBezTo>
                    <a:cubicBezTo>
                      <a:pt x="1" y="42"/>
                      <a:pt x="2" y="40"/>
                      <a:pt x="2" y="37"/>
                    </a:cubicBezTo>
                    <a:cubicBezTo>
                      <a:pt x="2" y="37"/>
                      <a:pt x="2" y="37"/>
                      <a:pt x="2" y="37"/>
                    </a:cubicBezTo>
                    <a:cubicBezTo>
                      <a:pt x="2" y="37"/>
                      <a:pt x="2" y="37"/>
                      <a:pt x="2" y="37"/>
                    </a:cubicBezTo>
                    <a:cubicBezTo>
                      <a:pt x="2" y="36"/>
                      <a:pt x="2" y="36"/>
                      <a:pt x="2" y="35"/>
                    </a:cubicBezTo>
                    <a:cubicBezTo>
                      <a:pt x="2" y="35"/>
                      <a:pt x="2" y="35"/>
                      <a:pt x="2" y="34"/>
                    </a:cubicBezTo>
                    <a:cubicBezTo>
                      <a:pt x="2" y="34"/>
                      <a:pt x="2" y="34"/>
                      <a:pt x="2" y="34"/>
                    </a:cubicBezTo>
                    <a:cubicBezTo>
                      <a:pt x="2" y="34"/>
                      <a:pt x="3" y="31"/>
                      <a:pt x="3" y="30"/>
                    </a:cubicBezTo>
                    <a:cubicBezTo>
                      <a:pt x="3" y="30"/>
                      <a:pt x="3" y="29"/>
                      <a:pt x="3" y="29"/>
                    </a:cubicBezTo>
                    <a:cubicBezTo>
                      <a:pt x="3" y="28"/>
                      <a:pt x="3" y="28"/>
                      <a:pt x="3" y="27"/>
                    </a:cubicBezTo>
                    <a:cubicBezTo>
                      <a:pt x="3" y="27"/>
                      <a:pt x="3" y="27"/>
                      <a:pt x="3" y="27"/>
                    </a:cubicBezTo>
                    <a:cubicBezTo>
                      <a:pt x="3" y="27"/>
                      <a:pt x="3" y="27"/>
                      <a:pt x="3" y="27"/>
                    </a:cubicBezTo>
                    <a:cubicBezTo>
                      <a:pt x="3" y="27"/>
                      <a:pt x="3" y="26"/>
                      <a:pt x="3" y="26"/>
                    </a:cubicBezTo>
                    <a:cubicBezTo>
                      <a:pt x="3" y="26"/>
                      <a:pt x="3" y="25"/>
                      <a:pt x="3" y="25"/>
                    </a:cubicBezTo>
                    <a:cubicBezTo>
                      <a:pt x="3" y="23"/>
                      <a:pt x="3" y="22"/>
                      <a:pt x="4" y="20"/>
                    </a:cubicBezTo>
                    <a:cubicBezTo>
                      <a:pt x="4" y="20"/>
                      <a:pt x="4" y="19"/>
                      <a:pt x="4" y="19"/>
                    </a:cubicBezTo>
                    <a:cubicBezTo>
                      <a:pt x="4" y="18"/>
                      <a:pt x="4" y="17"/>
                      <a:pt x="4" y="16"/>
                    </a:cubicBezTo>
                    <a:cubicBezTo>
                      <a:pt x="4" y="13"/>
                      <a:pt x="5" y="10"/>
                      <a:pt x="6" y="8"/>
                    </a:cubicBezTo>
                    <a:cubicBezTo>
                      <a:pt x="7" y="7"/>
                      <a:pt x="7" y="6"/>
                      <a:pt x="8" y="5"/>
                    </a:cubicBezTo>
                    <a:cubicBezTo>
                      <a:pt x="8" y="4"/>
                      <a:pt x="9" y="4"/>
                      <a:pt x="10" y="3"/>
                    </a:cubicBezTo>
                    <a:cubicBezTo>
                      <a:pt x="10" y="2"/>
                      <a:pt x="11" y="2"/>
                      <a:pt x="11" y="2"/>
                    </a:cubicBezTo>
                    <a:cubicBezTo>
                      <a:pt x="12" y="1"/>
                      <a:pt x="12" y="1"/>
                      <a:pt x="12" y="1"/>
                    </a:cubicBezTo>
                    <a:cubicBezTo>
                      <a:pt x="12" y="1"/>
                      <a:pt x="12" y="1"/>
                      <a:pt x="13" y="1"/>
                    </a:cubicBezTo>
                    <a:cubicBezTo>
                      <a:pt x="13" y="1"/>
                      <a:pt x="16" y="0"/>
                      <a:pt x="17" y="0"/>
                    </a:cubicBezTo>
                    <a:cubicBezTo>
                      <a:pt x="18" y="0"/>
                      <a:pt x="18" y="1"/>
                      <a:pt x="19" y="2"/>
                    </a:cubicBezTo>
                    <a:cubicBezTo>
                      <a:pt x="19" y="2"/>
                      <a:pt x="19" y="3"/>
                      <a:pt x="19"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1" name="Freeform 8">
                <a:extLst>
                  <a:ext uri="{FF2B5EF4-FFF2-40B4-BE49-F238E27FC236}">
                    <a16:creationId xmlns:a16="http://schemas.microsoft.com/office/drawing/2014/main" id="{6024FAC9-BDBD-C24B-801B-E25451F48FF5}"/>
                  </a:ext>
                </a:extLst>
              </p:cNvPr>
              <p:cNvSpPr>
                <a:spLocks/>
              </p:cNvSpPr>
              <p:nvPr/>
            </p:nvSpPr>
            <p:spPr bwMode="auto">
              <a:xfrm>
                <a:off x="2763" y="1982"/>
                <a:ext cx="77" cy="80"/>
              </a:xfrm>
              <a:custGeom>
                <a:avLst/>
                <a:gdLst>
                  <a:gd name="T0" fmla="*/ 16 w 18"/>
                  <a:gd name="T1" fmla="*/ 0 h 19"/>
                  <a:gd name="T2" fmla="*/ 17 w 18"/>
                  <a:gd name="T3" fmla="*/ 3 h 19"/>
                  <a:gd name="T4" fmla="*/ 18 w 18"/>
                  <a:gd name="T5" fmla="*/ 5 h 19"/>
                  <a:gd name="T6" fmla="*/ 18 w 18"/>
                  <a:gd name="T7" fmla="*/ 6 h 19"/>
                  <a:gd name="T8" fmla="*/ 18 w 18"/>
                  <a:gd name="T9" fmla="*/ 7 h 19"/>
                  <a:gd name="T10" fmla="*/ 17 w 18"/>
                  <a:gd name="T11" fmla="*/ 9 h 19"/>
                  <a:gd name="T12" fmla="*/ 16 w 18"/>
                  <a:gd name="T13" fmla="*/ 11 h 19"/>
                  <a:gd name="T14" fmla="*/ 15 w 18"/>
                  <a:gd name="T15" fmla="*/ 12 h 19"/>
                  <a:gd name="T16" fmla="*/ 14 w 18"/>
                  <a:gd name="T17" fmla="*/ 13 h 19"/>
                  <a:gd name="T18" fmla="*/ 13 w 18"/>
                  <a:gd name="T19" fmla="*/ 13 h 19"/>
                  <a:gd name="T20" fmla="*/ 11 w 18"/>
                  <a:gd name="T21" fmla="*/ 16 h 19"/>
                  <a:gd name="T22" fmla="*/ 10 w 18"/>
                  <a:gd name="T23" fmla="*/ 16 h 19"/>
                  <a:gd name="T24" fmla="*/ 8 w 18"/>
                  <a:gd name="T25" fmla="*/ 17 h 19"/>
                  <a:gd name="T26" fmla="*/ 7 w 18"/>
                  <a:gd name="T27" fmla="*/ 18 h 19"/>
                  <a:gd name="T28" fmla="*/ 7 w 18"/>
                  <a:gd name="T29" fmla="*/ 18 h 19"/>
                  <a:gd name="T30" fmla="*/ 7 w 18"/>
                  <a:gd name="T31" fmla="*/ 18 h 19"/>
                  <a:gd name="T32" fmla="*/ 5 w 18"/>
                  <a:gd name="T33" fmla="*/ 19 h 19"/>
                  <a:gd name="T34" fmla="*/ 3 w 18"/>
                  <a:gd name="T35" fmla="*/ 18 h 19"/>
                  <a:gd name="T36" fmla="*/ 3 w 18"/>
                  <a:gd name="T37" fmla="*/ 18 h 19"/>
                  <a:gd name="T38" fmla="*/ 2 w 18"/>
                  <a:gd name="T39" fmla="*/ 18 h 19"/>
                  <a:gd name="T40" fmla="*/ 0 w 18"/>
                  <a:gd name="T41" fmla="*/ 16 h 19"/>
                  <a:gd name="T42" fmla="*/ 0 w 18"/>
                  <a:gd name="T43" fmla="*/ 14 h 19"/>
                  <a:gd name="T44" fmla="*/ 0 w 18"/>
                  <a:gd name="T45" fmla="*/ 13 h 19"/>
                  <a:gd name="T46" fmla="*/ 0 w 18"/>
                  <a:gd name="T47" fmla="*/ 12 h 19"/>
                  <a:gd name="T48" fmla="*/ 0 w 18"/>
                  <a:gd name="T49" fmla="*/ 12 h 19"/>
                  <a:gd name="T50" fmla="*/ 0 w 18"/>
                  <a:gd name="T51" fmla="*/ 10 h 19"/>
                  <a:gd name="T52" fmla="*/ 1 w 18"/>
                  <a:gd name="T53" fmla="*/ 9 h 19"/>
                  <a:gd name="T54" fmla="*/ 1 w 18"/>
                  <a:gd name="T55" fmla="*/ 8 h 19"/>
                  <a:gd name="T56" fmla="*/ 3 w 18"/>
                  <a:gd name="T57" fmla="*/ 6 h 19"/>
                  <a:gd name="T58" fmla="*/ 4 w 18"/>
                  <a:gd name="T59" fmla="*/ 4 h 19"/>
                  <a:gd name="T60" fmla="*/ 7 w 18"/>
                  <a:gd name="T61" fmla="*/ 2 h 19"/>
                  <a:gd name="T62" fmla="*/ 10 w 18"/>
                  <a:gd name="T63" fmla="*/ 1 h 19"/>
                  <a:gd name="T64" fmla="*/ 12 w 18"/>
                  <a:gd name="T65" fmla="*/ 0 h 19"/>
                  <a:gd name="T66" fmla="*/ 13 w 18"/>
                  <a:gd name="T67" fmla="*/ 0 h 19"/>
                  <a:gd name="T68" fmla="*/ 14 w 18"/>
                  <a:gd name="T69" fmla="*/ 0 h 19"/>
                  <a:gd name="T70" fmla="*/ 16 w 18"/>
                  <a:gd name="T71"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 h="19">
                    <a:moveTo>
                      <a:pt x="16" y="0"/>
                    </a:moveTo>
                    <a:cubicBezTo>
                      <a:pt x="16" y="1"/>
                      <a:pt x="16" y="2"/>
                      <a:pt x="17" y="3"/>
                    </a:cubicBezTo>
                    <a:cubicBezTo>
                      <a:pt x="17" y="3"/>
                      <a:pt x="18" y="4"/>
                      <a:pt x="18" y="5"/>
                    </a:cubicBezTo>
                    <a:cubicBezTo>
                      <a:pt x="18" y="5"/>
                      <a:pt x="18" y="6"/>
                      <a:pt x="18" y="6"/>
                    </a:cubicBezTo>
                    <a:cubicBezTo>
                      <a:pt x="17" y="7"/>
                      <a:pt x="17" y="7"/>
                      <a:pt x="18" y="7"/>
                    </a:cubicBezTo>
                    <a:cubicBezTo>
                      <a:pt x="17" y="8"/>
                      <a:pt x="17" y="8"/>
                      <a:pt x="17" y="9"/>
                    </a:cubicBezTo>
                    <a:cubicBezTo>
                      <a:pt x="16" y="9"/>
                      <a:pt x="16" y="10"/>
                      <a:pt x="16" y="11"/>
                    </a:cubicBezTo>
                    <a:cubicBezTo>
                      <a:pt x="15" y="11"/>
                      <a:pt x="15" y="12"/>
                      <a:pt x="15" y="12"/>
                    </a:cubicBezTo>
                    <a:cubicBezTo>
                      <a:pt x="15" y="12"/>
                      <a:pt x="15" y="12"/>
                      <a:pt x="14" y="13"/>
                    </a:cubicBezTo>
                    <a:cubicBezTo>
                      <a:pt x="14" y="13"/>
                      <a:pt x="14" y="13"/>
                      <a:pt x="13" y="13"/>
                    </a:cubicBezTo>
                    <a:cubicBezTo>
                      <a:pt x="13" y="14"/>
                      <a:pt x="11" y="15"/>
                      <a:pt x="11" y="16"/>
                    </a:cubicBezTo>
                    <a:cubicBezTo>
                      <a:pt x="10" y="16"/>
                      <a:pt x="10" y="16"/>
                      <a:pt x="10" y="16"/>
                    </a:cubicBezTo>
                    <a:cubicBezTo>
                      <a:pt x="10" y="16"/>
                      <a:pt x="9" y="17"/>
                      <a:pt x="8" y="17"/>
                    </a:cubicBezTo>
                    <a:cubicBezTo>
                      <a:pt x="8" y="17"/>
                      <a:pt x="8" y="18"/>
                      <a:pt x="7" y="18"/>
                    </a:cubicBezTo>
                    <a:cubicBezTo>
                      <a:pt x="7" y="18"/>
                      <a:pt x="7" y="18"/>
                      <a:pt x="7" y="18"/>
                    </a:cubicBezTo>
                    <a:cubicBezTo>
                      <a:pt x="7" y="18"/>
                      <a:pt x="7" y="18"/>
                      <a:pt x="7" y="18"/>
                    </a:cubicBezTo>
                    <a:cubicBezTo>
                      <a:pt x="6" y="18"/>
                      <a:pt x="6" y="18"/>
                      <a:pt x="5" y="19"/>
                    </a:cubicBezTo>
                    <a:cubicBezTo>
                      <a:pt x="4" y="19"/>
                      <a:pt x="4" y="18"/>
                      <a:pt x="3" y="18"/>
                    </a:cubicBezTo>
                    <a:cubicBezTo>
                      <a:pt x="3" y="18"/>
                      <a:pt x="3" y="18"/>
                      <a:pt x="3" y="18"/>
                    </a:cubicBezTo>
                    <a:cubicBezTo>
                      <a:pt x="2" y="18"/>
                      <a:pt x="2" y="18"/>
                      <a:pt x="2" y="18"/>
                    </a:cubicBezTo>
                    <a:cubicBezTo>
                      <a:pt x="1" y="17"/>
                      <a:pt x="1" y="16"/>
                      <a:pt x="0" y="16"/>
                    </a:cubicBezTo>
                    <a:cubicBezTo>
                      <a:pt x="0" y="15"/>
                      <a:pt x="0" y="15"/>
                      <a:pt x="0" y="14"/>
                    </a:cubicBezTo>
                    <a:cubicBezTo>
                      <a:pt x="0" y="14"/>
                      <a:pt x="0" y="13"/>
                      <a:pt x="0" y="13"/>
                    </a:cubicBezTo>
                    <a:cubicBezTo>
                      <a:pt x="0" y="13"/>
                      <a:pt x="0" y="13"/>
                      <a:pt x="0" y="12"/>
                    </a:cubicBezTo>
                    <a:cubicBezTo>
                      <a:pt x="0" y="12"/>
                      <a:pt x="0" y="12"/>
                      <a:pt x="0" y="12"/>
                    </a:cubicBezTo>
                    <a:cubicBezTo>
                      <a:pt x="0" y="11"/>
                      <a:pt x="0" y="11"/>
                      <a:pt x="0" y="10"/>
                    </a:cubicBezTo>
                    <a:cubicBezTo>
                      <a:pt x="1" y="10"/>
                      <a:pt x="1" y="9"/>
                      <a:pt x="1" y="9"/>
                    </a:cubicBezTo>
                    <a:cubicBezTo>
                      <a:pt x="1" y="8"/>
                      <a:pt x="1" y="8"/>
                      <a:pt x="1" y="8"/>
                    </a:cubicBezTo>
                    <a:cubicBezTo>
                      <a:pt x="2" y="7"/>
                      <a:pt x="2" y="7"/>
                      <a:pt x="3" y="6"/>
                    </a:cubicBezTo>
                    <a:cubicBezTo>
                      <a:pt x="3" y="5"/>
                      <a:pt x="4" y="5"/>
                      <a:pt x="4" y="4"/>
                    </a:cubicBezTo>
                    <a:cubicBezTo>
                      <a:pt x="5" y="4"/>
                      <a:pt x="6" y="3"/>
                      <a:pt x="7" y="2"/>
                    </a:cubicBezTo>
                    <a:cubicBezTo>
                      <a:pt x="8" y="2"/>
                      <a:pt x="9" y="1"/>
                      <a:pt x="10" y="1"/>
                    </a:cubicBezTo>
                    <a:cubicBezTo>
                      <a:pt x="10" y="0"/>
                      <a:pt x="11" y="0"/>
                      <a:pt x="12" y="0"/>
                    </a:cubicBezTo>
                    <a:cubicBezTo>
                      <a:pt x="12" y="0"/>
                      <a:pt x="12" y="0"/>
                      <a:pt x="13" y="0"/>
                    </a:cubicBezTo>
                    <a:cubicBezTo>
                      <a:pt x="13" y="0"/>
                      <a:pt x="14" y="0"/>
                      <a:pt x="14" y="0"/>
                    </a:cubicBezTo>
                    <a:cubicBezTo>
                      <a:pt x="14" y="0"/>
                      <a:pt x="15" y="0"/>
                      <a:pt x="1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2" name="Freeform 9">
                <a:extLst>
                  <a:ext uri="{FF2B5EF4-FFF2-40B4-BE49-F238E27FC236}">
                    <a16:creationId xmlns:a16="http://schemas.microsoft.com/office/drawing/2014/main" id="{559310C0-C2D7-E54F-8B38-6AD9D1F5B3EB}"/>
                  </a:ext>
                </a:extLst>
              </p:cNvPr>
              <p:cNvSpPr>
                <a:spLocks/>
              </p:cNvSpPr>
              <p:nvPr/>
            </p:nvSpPr>
            <p:spPr bwMode="auto">
              <a:xfrm>
                <a:off x="5225" y="2003"/>
                <a:ext cx="56" cy="59"/>
              </a:xfrm>
              <a:custGeom>
                <a:avLst/>
                <a:gdLst>
                  <a:gd name="T0" fmla="*/ 6 w 13"/>
                  <a:gd name="T1" fmla="*/ 0 h 14"/>
                  <a:gd name="T2" fmla="*/ 11 w 13"/>
                  <a:gd name="T3" fmla="*/ 2 h 14"/>
                  <a:gd name="T4" fmla="*/ 13 w 13"/>
                  <a:gd name="T5" fmla="*/ 7 h 14"/>
                  <a:gd name="T6" fmla="*/ 5 w 13"/>
                  <a:gd name="T7" fmla="*/ 13 h 14"/>
                  <a:gd name="T8" fmla="*/ 3 w 13"/>
                  <a:gd name="T9" fmla="*/ 12 h 14"/>
                  <a:gd name="T10" fmla="*/ 2 w 13"/>
                  <a:gd name="T11" fmla="*/ 11 h 14"/>
                  <a:gd name="T12" fmla="*/ 2 w 13"/>
                  <a:gd name="T13" fmla="*/ 11 h 14"/>
                  <a:gd name="T14" fmla="*/ 1 w 13"/>
                  <a:gd name="T15" fmla="*/ 10 h 14"/>
                  <a:gd name="T16" fmla="*/ 1 w 13"/>
                  <a:gd name="T17" fmla="*/ 9 h 14"/>
                  <a:gd name="T18" fmla="*/ 2 w 13"/>
                  <a:gd name="T19" fmla="*/ 2 h 14"/>
                  <a:gd name="T20" fmla="*/ 3 w 13"/>
                  <a:gd name="T21" fmla="*/ 2 h 14"/>
                  <a:gd name="T22" fmla="*/ 3 w 13"/>
                  <a:gd name="T23" fmla="*/ 1 h 14"/>
                  <a:gd name="T24" fmla="*/ 6 w 13"/>
                  <a:gd name="T2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14">
                    <a:moveTo>
                      <a:pt x="6" y="0"/>
                    </a:moveTo>
                    <a:cubicBezTo>
                      <a:pt x="8" y="0"/>
                      <a:pt x="10" y="1"/>
                      <a:pt x="11" y="2"/>
                    </a:cubicBezTo>
                    <a:cubicBezTo>
                      <a:pt x="12" y="3"/>
                      <a:pt x="13" y="5"/>
                      <a:pt x="13" y="7"/>
                    </a:cubicBezTo>
                    <a:cubicBezTo>
                      <a:pt x="13" y="11"/>
                      <a:pt x="9" y="14"/>
                      <a:pt x="5" y="13"/>
                    </a:cubicBezTo>
                    <a:cubicBezTo>
                      <a:pt x="4" y="12"/>
                      <a:pt x="4" y="12"/>
                      <a:pt x="3" y="12"/>
                    </a:cubicBezTo>
                    <a:cubicBezTo>
                      <a:pt x="3" y="12"/>
                      <a:pt x="2" y="11"/>
                      <a:pt x="2" y="11"/>
                    </a:cubicBezTo>
                    <a:cubicBezTo>
                      <a:pt x="2" y="11"/>
                      <a:pt x="2" y="11"/>
                      <a:pt x="2" y="11"/>
                    </a:cubicBezTo>
                    <a:cubicBezTo>
                      <a:pt x="2" y="10"/>
                      <a:pt x="1" y="10"/>
                      <a:pt x="1" y="10"/>
                    </a:cubicBezTo>
                    <a:cubicBezTo>
                      <a:pt x="1" y="9"/>
                      <a:pt x="1" y="9"/>
                      <a:pt x="1" y="9"/>
                    </a:cubicBezTo>
                    <a:cubicBezTo>
                      <a:pt x="0" y="7"/>
                      <a:pt x="1" y="4"/>
                      <a:pt x="2" y="2"/>
                    </a:cubicBezTo>
                    <a:cubicBezTo>
                      <a:pt x="2" y="2"/>
                      <a:pt x="3" y="2"/>
                      <a:pt x="3" y="2"/>
                    </a:cubicBezTo>
                    <a:cubicBezTo>
                      <a:pt x="3" y="2"/>
                      <a:pt x="3" y="1"/>
                      <a:pt x="3" y="1"/>
                    </a:cubicBezTo>
                    <a:cubicBezTo>
                      <a:pt x="4" y="1"/>
                      <a:pt x="5" y="0"/>
                      <a:pt x="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3" name="Freeform 10">
                <a:extLst>
                  <a:ext uri="{FF2B5EF4-FFF2-40B4-BE49-F238E27FC236}">
                    <a16:creationId xmlns:a16="http://schemas.microsoft.com/office/drawing/2014/main" id="{8D4866AC-17EA-7145-AAC7-0113201E6DF6}"/>
                  </a:ext>
                </a:extLst>
              </p:cNvPr>
              <p:cNvSpPr>
                <a:spLocks noEditPoints="1"/>
              </p:cNvSpPr>
              <p:nvPr/>
            </p:nvSpPr>
            <p:spPr bwMode="auto">
              <a:xfrm>
                <a:off x="5029" y="2007"/>
                <a:ext cx="171" cy="239"/>
              </a:xfrm>
              <a:custGeom>
                <a:avLst/>
                <a:gdLst>
                  <a:gd name="T0" fmla="*/ 15 w 40"/>
                  <a:gd name="T1" fmla="*/ 27 h 57"/>
                  <a:gd name="T2" fmla="*/ 15 w 40"/>
                  <a:gd name="T3" fmla="*/ 28 h 57"/>
                  <a:gd name="T4" fmla="*/ 12 w 40"/>
                  <a:gd name="T5" fmla="*/ 32 h 57"/>
                  <a:gd name="T6" fmla="*/ 11 w 40"/>
                  <a:gd name="T7" fmla="*/ 39 h 57"/>
                  <a:gd name="T8" fmla="*/ 15 w 40"/>
                  <a:gd name="T9" fmla="*/ 46 h 57"/>
                  <a:gd name="T10" fmla="*/ 24 w 40"/>
                  <a:gd name="T11" fmla="*/ 46 h 57"/>
                  <a:gd name="T12" fmla="*/ 27 w 40"/>
                  <a:gd name="T13" fmla="*/ 43 h 57"/>
                  <a:gd name="T14" fmla="*/ 28 w 40"/>
                  <a:gd name="T15" fmla="*/ 43 h 57"/>
                  <a:gd name="T16" fmla="*/ 28 w 40"/>
                  <a:gd name="T17" fmla="*/ 33 h 57"/>
                  <a:gd name="T18" fmla="*/ 28 w 40"/>
                  <a:gd name="T19" fmla="*/ 31 h 57"/>
                  <a:gd name="T20" fmla="*/ 27 w 40"/>
                  <a:gd name="T21" fmla="*/ 30 h 57"/>
                  <a:gd name="T22" fmla="*/ 27 w 40"/>
                  <a:gd name="T23" fmla="*/ 30 h 57"/>
                  <a:gd name="T24" fmla="*/ 27 w 40"/>
                  <a:gd name="T25" fmla="*/ 29 h 57"/>
                  <a:gd name="T26" fmla="*/ 25 w 40"/>
                  <a:gd name="T27" fmla="*/ 28 h 57"/>
                  <a:gd name="T28" fmla="*/ 22 w 40"/>
                  <a:gd name="T29" fmla="*/ 26 h 57"/>
                  <a:gd name="T30" fmla="*/ 18 w 40"/>
                  <a:gd name="T31" fmla="*/ 26 h 57"/>
                  <a:gd name="T32" fmla="*/ 15 w 40"/>
                  <a:gd name="T33" fmla="*/ 27 h 57"/>
                  <a:gd name="T34" fmla="*/ 39 w 40"/>
                  <a:gd name="T35" fmla="*/ 55 h 57"/>
                  <a:gd name="T36" fmla="*/ 34 w 40"/>
                  <a:gd name="T37" fmla="*/ 56 h 57"/>
                  <a:gd name="T38" fmla="*/ 30 w 40"/>
                  <a:gd name="T39" fmla="*/ 55 h 57"/>
                  <a:gd name="T40" fmla="*/ 29 w 40"/>
                  <a:gd name="T41" fmla="*/ 52 h 57"/>
                  <a:gd name="T42" fmla="*/ 28 w 40"/>
                  <a:gd name="T43" fmla="*/ 52 h 57"/>
                  <a:gd name="T44" fmla="*/ 26 w 40"/>
                  <a:gd name="T45" fmla="*/ 54 h 57"/>
                  <a:gd name="T46" fmla="*/ 26 w 40"/>
                  <a:gd name="T47" fmla="*/ 55 h 57"/>
                  <a:gd name="T48" fmla="*/ 17 w 40"/>
                  <a:gd name="T49" fmla="*/ 56 h 57"/>
                  <a:gd name="T50" fmla="*/ 10 w 40"/>
                  <a:gd name="T51" fmla="*/ 54 h 57"/>
                  <a:gd name="T52" fmla="*/ 8 w 40"/>
                  <a:gd name="T53" fmla="*/ 53 h 57"/>
                  <a:gd name="T54" fmla="*/ 7 w 40"/>
                  <a:gd name="T55" fmla="*/ 52 h 57"/>
                  <a:gd name="T56" fmla="*/ 6 w 40"/>
                  <a:gd name="T57" fmla="*/ 52 h 57"/>
                  <a:gd name="T58" fmla="*/ 5 w 40"/>
                  <a:gd name="T59" fmla="*/ 51 h 57"/>
                  <a:gd name="T60" fmla="*/ 5 w 40"/>
                  <a:gd name="T61" fmla="*/ 50 h 57"/>
                  <a:gd name="T62" fmla="*/ 4 w 40"/>
                  <a:gd name="T63" fmla="*/ 48 h 57"/>
                  <a:gd name="T64" fmla="*/ 0 w 40"/>
                  <a:gd name="T65" fmla="*/ 35 h 57"/>
                  <a:gd name="T66" fmla="*/ 3 w 40"/>
                  <a:gd name="T67" fmla="*/ 26 h 57"/>
                  <a:gd name="T68" fmla="*/ 3 w 40"/>
                  <a:gd name="T69" fmla="*/ 26 h 57"/>
                  <a:gd name="T70" fmla="*/ 4 w 40"/>
                  <a:gd name="T71" fmla="*/ 25 h 57"/>
                  <a:gd name="T72" fmla="*/ 4 w 40"/>
                  <a:gd name="T73" fmla="*/ 24 h 57"/>
                  <a:gd name="T74" fmla="*/ 5 w 40"/>
                  <a:gd name="T75" fmla="*/ 23 h 57"/>
                  <a:gd name="T76" fmla="*/ 5 w 40"/>
                  <a:gd name="T77" fmla="*/ 23 h 57"/>
                  <a:gd name="T78" fmla="*/ 6 w 40"/>
                  <a:gd name="T79" fmla="*/ 22 h 57"/>
                  <a:gd name="T80" fmla="*/ 9 w 40"/>
                  <a:gd name="T81" fmla="*/ 20 h 57"/>
                  <a:gd name="T82" fmla="*/ 9 w 40"/>
                  <a:gd name="T83" fmla="*/ 19 h 57"/>
                  <a:gd name="T84" fmla="*/ 11 w 40"/>
                  <a:gd name="T85" fmla="*/ 19 h 57"/>
                  <a:gd name="T86" fmla="*/ 20 w 40"/>
                  <a:gd name="T87" fmla="*/ 17 h 57"/>
                  <a:gd name="T88" fmla="*/ 23 w 40"/>
                  <a:gd name="T89" fmla="*/ 18 h 57"/>
                  <a:gd name="T90" fmla="*/ 25 w 40"/>
                  <a:gd name="T91" fmla="*/ 18 h 57"/>
                  <a:gd name="T92" fmla="*/ 26 w 40"/>
                  <a:gd name="T93" fmla="*/ 18 h 57"/>
                  <a:gd name="T94" fmla="*/ 26 w 40"/>
                  <a:gd name="T95" fmla="*/ 19 h 57"/>
                  <a:gd name="T96" fmla="*/ 29 w 40"/>
                  <a:gd name="T97" fmla="*/ 21 h 57"/>
                  <a:gd name="T98" fmla="*/ 29 w 40"/>
                  <a:gd name="T99" fmla="*/ 1 h 57"/>
                  <a:gd name="T100" fmla="*/ 35 w 40"/>
                  <a:gd name="T101" fmla="*/ 0 h 57"/>
                  <a:gd name="T102" fmla="*/ 38 w 40"/>
                  <a:gd name="T103" fmla="*/ 1 h 57"/>
                  <a:gd name="T104" fmla="*/ 39 w 40"/>
                  <a:gd name="T105" fmla="*/ 6 h 57"/>
                  <a:gd name="T106" fmla="*/ 39 w 40"/>
                  <a:gd name="T107" fmla="*/ 25 h 57"/>
                  <a:gd name="T108" fmla="*/ 39 w 40"/>
                  <a:gd name="T109" fmla="*/ 51 h 57"/>
                  <a:gd name="T110" fmla="*/ 39 w 40"/>
                  <a:gd name="T111"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 h="57">
                    <a:moveTo>
                      <a:pt x="15" y="27"/>
                    </a:moveTo>
                    <a:cubicBezTo>
                      <a:pt x="15" y="27"/>
                      <a:pt x="15" y="28"/>
                      <a:pt x="15" y="28"/>
                    </a:cubicBezTo>
                    <a:cubicBezTo>
                      <a:pt x="13" y="29"/>
                      <a:pt x="12" y="30"/>
                      <a:pt x="12" y="32"/>
                    </a:cubicBezTo>
                    <a:cubicBezTo>
                      <a:pt x="11" y="33"/>
                      <a:pt x="10" y="36"/>
                      <a:pt x="11" y="39"/>
                    </a:cubicBezTo>
                    <a:cubicBezTo>
                      <a:pt x="11" y="42"/>
                      <a:pt x="13" y="45"/>
                      <a:pt x="15" y="46"/>
                    </a:cubicBezTo>
                    <a:cubicBezTo>
                      <a:pt x="18" y="48"/>
                      <a:pt x="22" y="48"/>
                      <a:pt x="24" y="46"/>
                    </a:cubicBezTo>
                    <a:cubicBezTo>
                      <a:pt x="25" y="46"/>
                      <a:pt x="27" y="44"/>
                      <a:pt x="27" y="43"/>
                    </a:cubicBezTo>
                    <a:cubicBezTo>
                      <a:pt x="27" y="43"/>
                      <a:pt x="28" y="43"/>
                      <a:pt x="28" y="43"/>
                    </a:cubicBezTo>
                    <a:cubicBezTo>
                      <a:pt x="29" y="40"/>
                      <a:pt x="29" y="36"/>
                      <a:pt x="28" y="33"/>
                    </a:cubicBezTo>
                    <a:cubicBezTo>
                      <a:pt x="28" y="32"/>
                      <a:pt x="28" y="31"/>
                      <a:pt x="28" y="31"/>
                    </a:cubicBezTo>
                    <a:cubicBezTo>
                      <a:pt x="28" y="31"/>
                      <a:pt x="28" y="31"/>
                      <a:pt x="27" y="30"/>
                    </a:cubicBezTo>
                    <a:cubicBezTo>
                      <a:pt x="27" y="30"/>
                      <a:pt x="27" y="30"/>
                      <a:pt x="27" y="30"/>
                    </a:cubicBezTo>
                    <a:cubicBezTo>
                      <a:pt x="27" y="29"/>
                      <a:pt x="27" y="29"/>
                      <a:pt x="27" y="29"/>
                    </a:cubicBezTo>
                    <a:cubicBezTo>
                      <a:pt x="26" y="28"/>
                      <a:pt x="26" y="28"/>
                      <a:pt x="25" y="28"/>
                    </a:cubicBezTo>
                    <a:cubicBezTo>
                      <a:pt x="24" y="27"/>
                      <a:pt x="23" y="26"/>
                      <a:pt x="22" y="26"/>
                    </a:cubicBezTo>
                    <a:cubicBezTo>
                      <a:pt x="21" y="26"/>
                      <a:pt x="19" y="26"/>
                      <a:pt x="18" y="26"/>
                    </a:cubicBezTo>
                    <a:cubicBezTo>
                      <a:pt x="17" y="27"/>
                      <a:pt x="16" y="27"/>
                      <a:pt x="15" y="27"/>
                    </a:cubicBezTo>
                    <a:moveTo>
                      <a:pt x="39" y="55"/>
                    </a:moveTo>
                    <a:cubicBezTo>
                      <a:pt x="38" y="56"/>
                      <a:pt x="36" y="56"/>
                      <a:pt x="34" y="56"/>
                    </a:cubicBezTo>
                    <a:cubicBezTo>
                      <a:pt x="33" y="56"/>
                      <a:pt x="31" y="56"/>
                      <a:pt x="30" y="55"/>
                    </a:cubicBezTo>
                    <a:cubicBezTo>
                      <a:pt x="29" y="54"/>
                      <a:pt x="29" y="53"/>
                      <a:pt x="29" y="52"/>
                    </a:cubicBezTo>
                    <a:cubicBezTo>
                      <a:pt x="29" y="51"/>
                      <a:pt x="29" y="52"/>
                      <a:pt x="28" y="52"/>
                    </a:cubicBezTo>
                    <a:cubicBezTo>
                      <a:pt x="28" y="53"/>
                      <a:pt x="27" y="54"/>
                      <a:pt x="26" y="54"/>
                    </a:cubicBezTo>
                    <a:cubicBezTo>
                      <a:pt x="26" y="54"/>
                      <a:pt x="26" y="54"/>
                      <a:pt x="26" y="55"/>
                    </a:cubicBezTo>
                    <a:cubicBezTo>
                      <a:pt x="24" y="56"/>
                      <a:pt x="20" y="57"/>
                      <a:pt x="17" y="56"/>
                    </a:cubicBezTo>
                    <a:cubicBezTo>
                      <a:pt x="14" y="56"/>
                      <a:pt x="12" y="55"/>
                      <a:pt x="10" y="54"/>
                    </a:cubicBezTo>
                    <a:cubicBezTo>
                      <a:pt x="9" y="54"/>
                      <a:pt x="9" y="54"/>
                      <a:pt x="8" y="53"/>
                    </a:cubicBezTo>
                    <a:cubicBezTo>
                      <a:pt x="8" y="53"/>
                      <a:pt x="7" y="53"/>
                      <a:pt x="7" y="52"/>
                    </a:cubicBezTo>
                    <a:cubicBezTo>
                      <a:pt x="7" y="52"/>
                      <a:pt x="6" y="52"/>
                      <a:pt x="6" y="52"/>
                    </a:cubicBezTo>
                    <a:cubicBezTo>
                      <a:pt x="6" y="51"/>
                      <a:pt x="6" y="51"/>
                      <a:pt x="5" y="51"/>
                    </a:cubicBezTo>
                    <a:cubicBezTo>
                      <a:pt x="5" y="50"/>
                      <a:pt x="5" y="50"/>
                      <a:pt x="5" y="50"/>
                    </a:cubicBezTo>
                    <a:cubicBezTo>
                      <a:pt x="4" y="50"/>
                      <a:pt x="4" y="49"/>
                      <a:pt x="4" y="48"/>
                    </a:cubicBezTo>
                    <a:cubicBezTo>
                      <a:pt x="1" y="45"/>
                      <a:pt x="0" y="40"/>
                      <a:pt x="0" y="35"/>
                    </a:cubicBezTo>
                    <a:cubicBezTo>
                      <a:pt x="1" y="32"/>
                      <a:pt x="2" y="29"/>
                      <a:pt x="3" y="26"/>
                    </a:cubicBezTo>
                    <a:cubicBezTo>
                      <a:pt x="3" y="26"/>
                      <a:pt x="3" y="26"/>
                      <a:pt x="3" y="26"/>
                    </a:cubicBezTo>
                    <a:cubicBezTo>
                      <a:pt x="3" y="25"/>
                      <a:pt x="3" y="25"/>
                      <a:pt x="4" y="25"/>
                    </a:cubicBezTo>
                    <a:cubicBezTo>
                      <a:pt x="4" y="25"/>
                      <a:pt x="4" y="25"/>
                      <a:pt x="4" y="24"/>
                    </a:cubicBezTo>
                    <a:cubicBezTo>
                      <a:pt x="4" y="24"/>
                      <a:pt x="5" y="24"/>
                      <a:pt x="5" y="23"/>
                    </a:cubicBezTo>
                    <a:cubicBezTo>
                      <a:pt x="5" y="23"/>
                      <a:pt x="5" y="23"/>
                      <a:pt x="5" y="23"/>
                    </a:cubicBezTo>
                    <a:cubicBezTo>
                      <a:pt x="6" y="22"/>
                      <a:pt x="6" y="22"/>
                      <a:pt x="6" y="22"/>
                    </a:cubicBezTo>
                    <a:cubicBezTo>
                      <a:pt x="7" y="21"/>
                      <a:pt x="8" y="20"/>
                      <a:pt x="9" y="20"/>
                    </a:cubicBezTo>
                    <a:cubicBezTo>
                      <a:pt x="9" y="20"/>
                      <a:pt x="9" y="20"/>
                      <a:pt x="9" y="19"/>
                    </a:cubicBezTo>
                    <a:cubicBezTo>
                      <a:pt x="10" y="19"/>
                      <a:pt x="10" y="19"/>
                      <a:pt x="11" y="19"/>
                    </a:cubicBezTo>
                    <a:cubicBezTo>
                      <a:pt x="13" y="18"/>
                      <a:pt x="16" y="17"/>
                      <a:pt x="20" y="17"/>
                    </a:cubicBezTo>
                    <a:cubicBezTo>
                      <a:pt x="21" y="17"/>
                      <a:pt x="22" y="17"/>
                      <a:pt x="23" y="18"/>
                    </a:cubicBezTo>
                    <a:cubicBezTo>
                      <a:pt x="24" y="18"/>
                      <a:pt x="24" y="18"/>
                      <a:pt x="25" y="18"/>
                    </a:cubicBezTo>
                    <a:cubicBezTo>
                      <a:pt x="25" y="18"/>
                      <a:pt x="25" y="18"/>
                      <a:pt x="26" y="18"/>
                    </a:cubicBezTo>
                    <a:cubicBezTo>
                      <a:pt x="26" y="18"/>
                      <a:pt x="26" y="19"/>
                      <a:pt x="26" y="19"/>
                    </a:cubicBezTo>
                    <a:cubicBezTo>
                      <a:pt x="27" y="19"/>
                      <a:pt x="28" y="20"/>
                      <a:pt x="29" y="21"/>
                    </a:cubicBezTo>
                    <a:cubicBezTo>
                      <a:pt x="29" y="15"/>
                      <a:pt x="29" y="8"/>
                      <a:pt x="29" y="1"/>
                    </a:cubicBezTo>
                    <a:cubicBezTo>
                      <a:pt x="30" y="0"/>
                      <a:pt x="32" y="0"/>
                      <a:pt x="35" y="0"/>
                    </a:cubicBezTo>
                    <a:cubicBezTo>
                      <a:pt x="36" y="0"/>
                      <a:pt x="38" y="0"/>
                      <a:pt x="38" y="1"/>
                    </a:cubicBezTo>
                    <a:cubicBezTo>
                      <a:pt x="39" y="2"/>
                      <a:pt x="39" y="4"/>
                      <a:pt x="39" y="6"/>
                    </a:cubicBezTo>
                    <a:cubicBezTo>
                      <a:pt x="39" y="25"/>
                      <a:pt x="39" y="25"/>
                      <a:pt x="39" y="25"/>
                    </a:cubicBezTo>
                    <a:cubicBezTo>
                      <a:pt x="39" y="35"/>
                      <a:pt x="39" y="43"/>
                      <a:pt x="39" y="51"/>
                    </a:cubicBezTo>
                    <a:cubicBezTo>
                      <a:pt x="39" y="52"/>
                      <a:pt x="40" y="54"/>
                      <a:pt x="39" y="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4" name="Freeform 11">
                <a:extLst>
                  <a:ext uri="{FF2B5EF4-FFF2-40B4-BE49-F238E27FC236}">
                    <a16:creationId xmlns:a16="http://schemas.microsoft.com/office/drawing/2014/main" id="{C0700A59-E53B-0C41-9050-B56819BCF50C}"/>
                  </a:ext>
                </a:extLst>
              </p:cNvPr>
              <p:cNvSpPr>
                <a:spLocks noEditPoints="1"/>
              </p:cNvSpPr>
              <p:nvPr/>
            </p:nvSpPr>
            <p:spPr bwMode="auto">
              <a:xfrm>
                <a:off x="4849" y="2074"/>
                <a:ext cx="162" cy="172"/>
              </a:xfrm>
              <a:custGeom>
                <a:avLst/>
                <a:gdLst>
                  <a:gd name="T0" fmla="*/ 19 w 38"/>
                  <a:gd name="T1" fmla="*/ 9 h 41"/>
                  <a:gd name="T2" fmla="*/ 11 w 38"/>
                  <a:gd name="T3" fmla="*/ 16 h 41"/>
                  <a:gd name="T4" fmla="*/ 27 w 38"/>
                  <a:gd name="T5" fmla="*/ 16 h 41"/>
                  <a:gd name="T6" fmla="*/ 19 w 38"/>
                  <a:gd name="T7" fmla="*/ 9 h 41"/>
                  <a:gd name="T8" fmla="*/ 10 w 38"/>
                  <a:gd name="T9" fmla="*/ 23 h 41"/>
                  <a:gd name="T10" fmla="*/ 13 w 38"/>
                  <a:gd name="T11" fmla="*/ 30 h 41"/>
                  <a:gd name="T12" fmla="*/ 16 w 38"/>
                  <a:gd name="T13" fmla="*/ 31 h 41"/>
                  <a:gd name="T14" fmla="*/ 24 w 38"/>
                  <a:gd name="T15" fmla="*/ 31 h 41"/>
                  <a:gd name="T16" fmla="*/ 27 w 38"/>
                  <a:gd name="T17" fmla="*/ 29 h 41"/>
                  <a:gd name="T18" fmla="*/ 29 w 38"/>
                  <a:gd name="T19" fmla="*/ 27 h 41"/>
                  <a:gd name="T20" fmla="*/ 33 w 38"/>
                  <a:gd name="T21" fmla="*/ 28 h 41"/>
                  <a:gd name="T22" fmla="*/ 35 w 38"/>
                  <a:gd name="T23" fmla="*/ 28 h 41"/>
                  <a:gd name="T24" fmla="*/ 34 w 38"/>
                  <a:gd name="T25" fmla="*/ 34 h 41"/>
                  <a:gd name="T26" fmla="*/ 21 w 38"/>
                  <a:gd name="T27" fmla="*/ 41 h 41"/>
                  <a:gd name="T28" fmla="*/ 9 w 38"/>
                  <a:gd name="T29" fmla="*/ 37 h 41"/>
                  <a:gd name="T30" fmla="*/ 0 w 38"/>
                  <a:gd name="T31" fmla="*/ 21 h 41"/>
                  <a:gd name="T32" fmla="*/ 1 w 38"/>
                  <a:gd name="T33" fmla="*/ 16 h 41"/>
                  <a:gd name="T34" fmla="*/ 2 w 38"/>
                  <a:gd name="T35" fmla="*/ 13 h 41"/>
                  <a:gd name="T36" fmla="*/ 2 w 38"/>
                  <a:gd name="T37" fmla="*/ 11 h 41"/>
                  <a:gd name="T38" fmla="*/ 3 w 38"/>
                  <a:gd name="T39" fmla="*/ 10 h 41"/>
                  <a:gd name="T40" fmla="*/ 4 w 38"/>
                  <a:gd name="T41" fmla="*/ 8 h 41"/>
                  <a:gd name="T42" fmla="*/ 5 w 38"/>
                  <a:gd name="T43" fmla="*/ 8 h 41"/>
                  <a:gd name="T44" fmla="*/ 5 w 38"/>
                  <a:gd name="T45" fmla="*/ 7 h 41"/>
                  <a:gd name="T46" fmla="*/ 8 w 38"/>
                  <a:gd name="T47" fmla="*/ 4 h 41"/>
                  <a:gd name="T48" fmla="*/ 24 w 38"/>
                  <a:gd name="T49" fmla="*/ 1 h 41"/>
                  <a:gd name="T50" fmla="*/ 25 w 38"/>
                  <a:gd name="T51" fmla="*/ 1 h 41"/>
                  <a:gd name="T52" fmla="*/ 26 w 38"/>
                  <a:gd name="T53" fmla="*/ 2 h 41"/>
                  <a:gd name="T54" fmla="*/ 29 w 38"/>
                  <a:gd name="T55" fmla="*/ 3 h 41"/>
                  <a:gd name="T56" fmla="*/ 30 w 38"/>
                  <a:gd name="T57" fmla="*/ 4 h 41"/>
                  <a:gd name="T58" fmla="*/ 31 w 38"/>
                  <a:gd name="T59" fmla="*/ 5 h 41"/>
                  <a:gd name="T60" fmla="*/ 34 w 38"/>
                  <a:gd name="T61" fmla="*/ 8 h 41"/>
                  <a:gd name="T62" fmla="*/ 36 w 38"/>
                  <a:gd name="T63" fmla="*/ 11 h 41"/>
                  <a:gd name="T64" fmla="*/ 37 w 38"/>
                  <a:gd name="T65" fmla="*/ 20 h 41"/>
                  <a:gd name="T66" fmla="*/ 37 w 38"/>
                  <a:gd name="T67" fmla="*/ 22 h 41"/>
                  <a:gd name="T68" fmla="*/ 34 w 38"/>
                  <a:gd name="T69" fmla="*/ 23 h 41"/>
                  <a:gd name="T70" fmla="*/ 10 w 38"/>
                  <a:gd name="T71" fmla="*/ 2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 h="41">
                    <a:moveTo>
                      <a:pt x="19" y="9"/>
                    </a:moveTo>
                    <a:cubicBezTo>
                      <a:pt x="14" y="9"/>
                      <a:pt x="11" y="12"/>
                      <a:pt x="11" y="16"/>
                    </a:cubicBezTo>
                    <a:cubicBezTo>
                      <a:pt x="27" y="16"/>
                      <a:pt x="27" y="16"/>
                      <a:pt x="27" y="16"/>
                    </a:cubicBezTo>
                    <a:cubicBezTo>
                      <a:pt x="27" y="12"/>
                      <a:pt x="23" y="9"/>
                      <a:pt x="19" y="9"/>
                    </a:cubicBezTo>
                    <a:moveTo>
                      <a:pt x="10" y="23"/>
                    </a:moveTo>
                    <a:cubicBezTo>
                      <a:pt x="10" y="26"/>
                      <a:pt x="12" y="28"/>
                      <a:pt x="13" y="30"/>
                    </a:cubicBezTo>
                    <a:cubicBezTo>
                      <a:pt x="14" y="30"/>
                      <a:pt x="15" y="31"/>
                      <a:pt x="16" y="31"/>
                    </a:cubicBezTo>
                    <a:cubicBezTo>
                      <a:pt x="18" y="32"/>
                      <a:pt x="22" y="32"/>
                      <a:pt x="24" y="31"/>
                    </a:cubicBezTo>
                    <a:cubicBezTo>
                      <a:pt x="25" y="31"/>
                      <a:pt x="26" y="30"/>
                      <a:pt x="27" y="29"/>
                    </a:cubicBezTo>
                    <a:cubicBezTo>
                      <a:pt x="27" y="28"/>
                      <a:pt x="28" y="27"/>
                      <a:pt x="29" y="27"/>
                    </a:cubicBezTo>
                    <a:cubicBezTo>
                      <a:pt x="30" y="26"/>
                      <a:pt x="32" y="27"/>
                      <a:pt x="33" y="28"/>
                    </a:cubicBezTo>
                    <a:cubicBezTo>
                      <a:pt x="34" y="28"/>
                      <a:pt x="35" y="28"/>
                      <a:pt x="35" y="28"/>
                    </a:cubicBezTo>
                    <a:cubicBezTo>
                      <a:pt x="38" y="30"/>
                      <a:pt x="35" y="33"/>
                      <a:pt x="34" y="34"/>
                    </a:cubicBezTo>
                    <a:cubicBezTo>
                      <a:pt x="31" y="38"/>
                      <a:pt x="27" y="40"/>
                      <a:pt x="21" y="41"/>
                    </a:cubicBezTo>
                    <a:cubicBezTo>
                      <a:pt x="16" y="41"/>
                      <a:pt x="12" y="39"/>
                      <a:pt x="9" y="37"/>
                    </a:cubicBezTo>
                    <a:cubicBezTo>
                      <a:pt x="4" y="34"/>
                      <a:pt x="0" y="29"/>
                      <a:pt x="0" y="21"/>
                    </a:cubicBezTo>
                    <a:cubicBezTo>
                      <a:pt x="0" y="19"/>
                      <a:pt x="1" y="17"/>
                      <a:pt x="1" y="16"/>
                    </a:cubicBezTo>
                    <a:cubicBezTo>
                      <a:pt x="1" y="15"/>
                      <a:pt x="1" y="14"/>
                      <a:pt x="2" y="13"/>
                    </a:cubicBezTo>
                    <a:cubicBezTo>
                      <a:pt x="2" y="13"/>
                      <a:pt x="2" y="12"/>
                      <a:pt x="2" y="11"/>
                    </a:cubicBezTo>
                    <a:cubicBezTo>
                      <a:pt x="2" y="11"/>
                      <a:pt x="3" y="11"/>
                      <a:pt x="3" y="10"/>
                    </a:cubicBezTo>
                    <a:cubicBezTo>
                      <a:pt x="3" y="9"/>
                      <a:pt x="4" y="9"/>
                      <a:pt x="4" y="8"/>
                    </a:cubicBezTo>
                    <a:cubicBezTo>
                      <a:pt x="4" y="8"/>
                      <a:pt x="5" y="8"/>
                      <a:pt x="5" y="8"/>
                    </a:cubicBezTo>
                    <a:cubicBezTo>
                      <a:pt x="5" y="8"/>
                      <a:pt x="5" y="7"/>
                      <a:pt x="5" y="7"/>
                    </a:cubicBezTo>
                    <a:cubicBezTo>
                      <a:pt x="6" y="6"/>
                      <a:pt x="7" y="5"/>
                      <a:pt x="8" y="4"/>
                    </a:cubicBezTo>
                    <a:cubicBezTo>
                      <a:pt x="12" y="1"/>
                      <a:pt x="18" y="0"/>
                      <a:pt x="24" y="1"/>
                    </a:cubicBezTo>
                    <a:cubicBezTo>
                      <a:pt x="24" y="1"/>
                      <a:pt x="24" y="1"/>
                      <a:pt x="25" y="1"/>
                    </a:cubicBezTo>
                    <a:cubicBezTo>
                      <a:pt x="25" y="1"/>
                      <a:pt x="26" y="2"/>
                      <a:pt x="26" y="2"/>
                    </a:cubicBezTo>
                    <a:cubicBezTo>
                      <a:pt x="27" y="2"/>
                      <a:pt x="28" y="3"/>
                      <a:pt x="29" y="3"/>
                    </a:cubicBezTo>
                    <a:cubicBezTo>
                      <a:pt x="29" y="3"/>
                      <a:pt x="29" y="4"/>
                      <a:pt x="30" y="4"/>
                    </a:cubicBezTo>
                    <a:cubicBezTo>
                      <a:pt x="30" y="4"/>
                      <a:pt x="31" y="4"/>
                      <a:pt x="31" y="5"/>
                    </a:cubicBezTo>
                    <a:cubicBezTo>
                      <a:pt x="32" y="6"/>
                      <a:pt x="33" y="7"/>
                      <a:pt x="34" y="8"/>
                    </a:cubicBezTo>
                    <a:cubicBezTo>
                      <a:pt x="35" y="9"/>
                      <a:pt x="35" y="10"/>
                      <a:pt x="36" y="11"/>
                    </a:cubicBezTo>
                    <a:cubicBezTo>
                      <a:pt x="37" y="13"/>
                      <a:pt x="38" y="16"/>
                      <a:pt x="37" y="20"/>
                    </a:cubicBezTo>
                    <a:cubicBezTo>
                      <a:pt x="37" y="21"/>
                      <a:pt x="37" y="22"/>
                      <a:pt x="37" y="22"/>
                    </a:cubicBezTo>
                    <a:cubicBezTo>
                      <a:pt x="37" y="23"/>
                      <a:pt x="36" y="23"/>
                      <a:pt x="34" y="23"/>
                    </a:cubicBezTo>
                    <a:cubicBezTo>
                      <a:pt x="26" y="24"/>
                      <a:pt x="18" y="23"/>
                      <a:pt x="10" y="2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5" name="Freeform 12">
                <a:extLst>
                  <a:ext uri="{FF2B5EF4-FFF2-40B4-BE49-F238E27FC236}">
                    <a16:creationId xmlns:a16="http://schemas.microsoft.com/office/drawing/2014/main" id="{A524CA13-3ACB-904F-95ED-C7F93CCE60BF}"/>
                  </a:ext>
                </a:extLst>
              </p:cNvPr>
              <p:cNvSpPr>
                <a:spLocks/>
              </p:cNvSpPr>
              <p:nvPr/>
            </p:nvSpPr>
            <p:spPr bwMode="auto">
              <a:xfrm>
                <a:off x="4580" y="2074"/>
                <a:ext cx="252" cy="168"/>
              </a:xfrm>
              <a:custGeom>
                <a:avLst/>
                <a:gdLst>
                  <a:gd name="T0" fmla="*/ 32 w 59"/>
                  <a:gd name="T1" fmla="*/ 7 h 40"/>
                  <a:gd name="T2" fmla="*/ 33 w 59"/>
                  <a:gd name="T3" fmla="*/ 6 h 40"/>
                  <a:gd name="T4" fmla="*/ 34 w 59"/>
                  <a:gd name="T5" fmla="*/ 5 h 40"/>
                  <a:gd name="T6" fmla="*/ 35 w 59"/>
                  <a:gd name="T7" fmla="*/ 4 h 40"/>
                  <a:gd name="T8" fmla="*/ 36 w 59"/>
                  <a:gd name="T9" fmla="*/ 3 h 40"/>
                  <a:gd name="T10" fmla="*/ 37 w 59"/>
                  <a:gd name="T11" fmla="*/ 3 h 40"/>
                  <a:gd name="T12" fmla="*/ 37 w 59"/>
                  <a:gd name="T13" fmla="*/ 2 h 40"/>
                  <a:gd name="T14" fmla="*/ 51 w 59"/>
                  <a:gd name="T15" fmla="*/ 2 h 40"/>
                  <a:gd name="T16" fmla="*/ 52 w 59"/>
                  <a:gd name="T17" fmla="*/ 3 h 40"/>
                  <a:gd name="T18" fmla="*/ 53 w 59"/>
                  <a:gd name="T19" fmla="*/ 4 h 40"/>
                  <a:gd name="T20" fmla="*/ 54 w 59"/>
                  <a:gd name="T21" fmla="*/ 5 h 40"/>
                  <a:gd name="T22" fmla="*/ 55 w 59"/>
                  <a:gd name="T23" fmla="*/ 5 h 40"/>
                  <a:gd name="T24" fmla="*/ 56 w 59"/>
                  <a:gd name="T25" fmla="*/ 7 h 40"/>
                  <a:gd name="T26" fmla="*/ 58 w 59"/>
                  <a:gd name="T27" fmla="*/ 30 h 40"/>
                  <a:gd name="T28" fmla="*/ 57 w 59"/>
                  <a:gd name="T29" fmla="*/ 39 h 40"/>
                  <a:gd name="T30" fmla="*/ 51 w 59"/>
                  <a:gd name="T31" fmla="*/ 40 h 40"/>
                  <a:gd name="T32" fmla="*/ 50 w 59"/>
                  <a:gd name="T33" fmla="*/ 39 h 40"/>
                  <a:gd name="T34" fmla="*/ 49 w 59"/>
                  <a:gd name="T35" fmla="*/ 39 h 40"/>
                  <a:gd name="T36" fmla="*/ 48 w 59"/>
                  <a:gd name="T37" fmla="*/ 28 h 40"/>
                  <a:gd name="T38" fmla="*/ 47 w 59"/>
                  <a:gd name="T39" fmla="*/ 13 h 40"/>
                  <a:gd name="T40" fmla="*/ 39 w 59"/>
                  <a:gd name="T41" fmla="*/ 11 h 40"/>
                  <a:gd name="T42" fmla="*/ 36 w 59"/>
                  <a:gd name="T43" fmla="*/ 13 h 40"/>
                  <a:gd name="T44" fmla="*/ 35 w 59"/>
                  <a:gd name="T45" fmla="*/ 14 h 40"/>
                  <a:gd name="T46" fmla="*/ 35 w 59"/>
                  <a:gd name="T47" fmla="*/ 28 h 40"/>
                  <a:gd name="T48" fmla="*/ 34 w 59"/>
                  <a:gd name="T49" fmla="*/ 39 h 40"/>
                  <a:gd name="T50" fmla="*/ 30 w 59"/>
                  <a:gd name="T51" fmla="*/ 40 h 40"/>
                  <a:gd name="T52" fmla="*/ 25 w 59"/>
                  <a:gd name="T53" fmla="*/ 39 h 40"/>
                  <a:gd name="T54" fmla="*/ 24 w 59"/>
                  <a:gd name="T55" fmla="*/ 28 h 40"/>
                  <a:gd name="T56" fmla="*/ 24 w 59"/>
                  <a:gd name="T57" fmla="*/ 22 h 40"/>
                  <a:gd name="T58" fmla="*/ 24 w 59"/>
                  <a:gd name="T59" fmla="*/ 13 h 40"/>
                  <a:gd name="T60" fmla="*/ 15 w 59"/>
                  <a:gd name="T61" fmla="*/ 11 h 40"/>
                  <a:gd name="T62" fmla="*/ 11 w 59"/>
                  <a:gd name="T63" fmla="*/ 14 h 40"/>
                  <a:gd name="T64" fmla="*/ 11 w 59"/>
                  <a:gd name="T65" fmla="*/ 16 h 40"/>
                  <a:gd name="T66" fmla="*/ 11 w 59"/>
                  <a:gd name="T67" fmla="*/ 28 h 40"/>
                  <a:gd name="T68" fmla="*/ 11 w 59"/>
                  <a:gd name="T69" fmla="*/ 34 h 40"/>
                  <a:gd name="T70" fmla="*/ 10 w 59"/>
                  <a:gd name="T71" fmla="*/ 39 h 40"/>
                  <a:gd name="T72" fmla="*/ 3 w 59"/>
                  <a:gd name="T73" fmla="*/ 40 h 40"/>
                  <a:gd name="T74" fmla="*/ 2 w 59"/>
                  <a:gd name="T75" fmla="*/ 39 h 40"/>
                  <a:gd name="T76" fmla="*/ 1 w 59"/>
                  <a:gd name="T77" fmla="*/ 39 h 40"/>
                  <a:gd name="T78" fmla="*/ 1 w 59"/>
                  <a:gd name="T79" fmla="*/ 30 h 40"/>
                  <a:gd name="T80" fmla="*/ 1 w 59"/>
                  <a:gd name="T81" fmla="*/ 12 h 40"/>
                  <a:gd name="T82" fmla="*/ 1 w 59"/>
                  <a:gd name="T83" fmla="*/ 3 h 40"/>
                  <a:gd name="T84" fmla="*/ 5 w 59"/>
                  <a:gd name="T85" fmla="*/ 2 h 40"/>
                  <a:gd name="T86" fmla="*/ 9 w 59"/>
                  <a:gd name="T87" fmla="*/ 2 h 40"/>
                  <a:gd name="T88" fmla="*/ 10 w 59"/>
                  <a:gd name="T89" fmla="*/ 6 h 40"/>
                  <a:gd name="T90" fmla="*/ 11 w 59"/>
                  <a:gd name="T91" fmla="*/ 6 h 40"/>
                  <a:gd name="T92" fmla="*/ 20 w 59"/>
                  <a:gd name="T93" fmla="*/ 1 h 40"/>
                  <a:gd name="T94" fmla="*/ 32 w 59"/>
                  <a:gd name="T95" fmla="*/ 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 h="40">
                    <a:moveTo>
                      <a:pt x="32" y="7"/>
                    </a:moveTo>
                    <a:cubicBezTo>
                      <a:pt x="33" y="7"/>
                      <a:pt x="33" y="6"/>
                      <a:pt x="33" y="6"/>
                    </a:cubicBezTo>
                    <a:cubicBezTo>
                      <a:pt x="33" y="6"/>
                      <a:pt x="34" y="6"/>
                      <a:pt x="34" y="5"/>
                    </a:cubicBezTo>
                    <a:cubicBezTo>
                      <a:pt x="34" y="5"/>
                      <a:pt x="35" y="5"/>
                      <a:pt x="35" y="4"/>
                    </a:cubicBezTo>
                    <a:cubicBezTo>
                      <a:pt x="35" y="4"/>
                      <a:pt x="36" y="3"/>
                      <a:pt x="36" y="3"/>
                    </a:cubicBezTo>
                    <a:cubicBezTo>
                      <a:pt x="36" y="3"/>
                      <a:pt x="36" y="3"/>
                      <a:pt x="37" y="3"/>
                    </a:cubicBezTo>
                    <a:cubicBezTo>
                      <a:pt x="37" y="3"/>
                      <a:pt x="37" y="2"/>
                      <a:pt x="37" y="2"/>
                    </a:cubicBezTo>
                    <a:cubicBezTo>
                      <a:pt x="41" y="1"/>
                      <a:pt x="47" y="0"/>
                      <a:pt x="51" y="2"/>
                    </a:cubicBezTo>
                    <a:cubicBezTo>
                      <a:pt x="51" y="2"/>
                      <a:pt x="52" y="3"/>
                      <a:pt x="52" y="3"/>
                    </a:cubicBezTo>
                    <a:cubicBezTo>
                      <a:pt x="52" y="3"/>
                      <a:pt x="53" y="3"/>
                      <a:pt x="53" y="4"/>
                    </a:cubicBezTo>
                    <a:cubicBezTo>
                      <a:pt x="54" y="4"/>
                      <a:pt x="54" y="4"/>
                      <a:pt x="54" y="5"/>
                    </a:cubicBezTo>
                    <a:cubicBezTo>
                      <a:pt x="55" y="5"/>
                      <a:pt x="54" y="5"/>
                      <a:pt x="55" y="5"/>
                    </a:cubicBezTo>
                    <a:cubicBezTo>
                      <a:pt x="55" y="6"/>
                      <a:pt x="56" y="6"/>
                      <a:pt x="56" y="7"/>
                    </a:cubicBezTo>
                    <a:cubicBezTo>
                      <a:pt x="59" y="12"/>
                      <a:pt x="58" y="22"/>
                      <a:pt x="58" y="30"/>
                    </a:cubicBezTo>
                    <a:cubicBezTo>
                      <a:pt x="58" y="33"/>
                      <a:pt x="59" y="38"/>
                      <a:pt x="57" y="39"/>
                    </a:cubicBezTo>
                    <a:cubicBezTo>
                      <a:pt x="56" y="40"/>
                      <a:pt x="53" y="40"/>
                      <a:pt x="51" y="40"/>
                    </a:cubicBezTo>
                    <a:cubicBezTo>
                      <a:pt x="50" y="39"/>
                      <a:pt x="50" y="39"/>
                      <a:pt x="50" y="39"/>
                    </a:cubicBezTo>
                    <a:cubicBezTo>
                      <a:pt x="49" y="39"/>
                      <a:pt x="49" y="39"/>
                      <a:pt x="49" y="39"/>
                    </a:cubicBezTo>
                    <a:cubicBezTo>
                      <a:pt x="47" y="38"/>
                      <a:pt x="48" y="31"/>
                      <a:pt x="48" y="28"/>
                    </a:cubicBezTo>
                    <a:cubicBezTo>
                      <a:pt x="48" y="23"/>
                      <a:pt x="49" y="16"/>
                      <a:pt x="47" y="13"/>
                    </a:cubicBezTo>
                    <a:cubicBezTo>
                      <a:pt x="46" y="11"/>
                      <a:pt x="42" y="9"/>
                      <a:pt x="39" y="11"/>
                    </a:cubicBezTo>
                    <a:cubicBezTo>
                      <a:pt x="38" y="11"/>
                      <a:pt x="36" y="12"/>
                      <a:pt x="36" y="13"/>
                    </a:cubicBezTo>
                    <a:cubicBezTo>
                      <a:pt x="36" y="14"/>
                      <a:pt x="35" y="14"/>
                      <a:pt x="35" y="14"/>
                    </a:cubicBezTo>
                    <a:cubicBezTo>
                      <a:pt x="34" y="17"/>
                      <a:pt x="35" y="24"/>
                      <a:pt x="35" y="28"/>
                    </a:cubicBezTo>
                    <a:cubicBezTo>
                      <a:pt x="35" y="30"/>
                      <a:pt x="35" y="38"/>
                      <a:pt x="34" y="39"/>
                    </a:cubicBezTo>
                    <a:cubicBezTo>
                      <a:pt x="33" y="40"/>
                      <a:pt x="32" y="40"/>
                      <a:pt x="30" y="40"/>
                    </a:cubicBezTo>
                    <a:cubicBezTo>
                      <a:pt x="28" y="40"/>
                      <a:pt x="26" y="40"/>
                      <a:pt x="25" y="39"/>
                    </a:cubicBezTo>
                    <a:cubicBezTo>
                      <a:pt x="24" y="38"/>
                      <a:pt x="24" y="32"/>
                      <a:pt x="24" y="28"/>
                    </a:cubicBezTo>
                    <a:cubicBezTo>
                      <a:pt x="24" y="26"/>
                      <a:pt x="24" y="24"/>
                      <a:pt x="24" y="22"/>
                    </a:cubicBezTo>
                    <a:cubicBezTo>
                      <a:pt x="24" y="18"/>
                      <a:pt x="25" y="15"/>
                      <a:pt x="24" y="13"/>
                    </a:cubicBezTo>
                    <a:cubicBezTo>
                      <a:pt x="22" y="11"/>
                      <a:pt x="19" y="9"/>
                      <a:pt x="15" y="11"/>
                    </a:cubicBezTo>
                    <a:cubicBezTo>
                      <a:pt x="14" y="11"/>
                      <a:pt x="12" y="12"/>
                      <a:pt x="11" y="14"/>
                    </a:cubicBezTo>
                    <a:cubicBezTo>
                      <a:pt x="11" y="15"/>
                      <a:pt x="11" y="15"/>
                      <a:pt x="11" y="16"/>
                    </a:cubicBezTo>
                    <a:cubicBezTo>
                      <a:pt x="11" y="19"/>
                      <a:pt x="11" y="24"/>
                      <a:pt x="11" y="28"/>
                    </a:cubicBezTo>
                    <a:cubicBezTo>
                      <a:pt x="11" y="29"/>
                      <a:pt x="11" y="32"/>
                      <a:pt x="11" y="34"/>
                    </a:cubicBezTo>
                    <a:cubicBezTo>
                      <a:pt x="11" y="36"/>
                      <a:pt x="11" y="38"/>
                      <a:pt x="10" y="39"/>
                    </a:cubicBezTo>
                    <a:cubicBezTo>
                      <a:pt x="10" y="40"/>
                      <a:pt x="6" y="40"/>
                      <a:pt x="3" y="40"/>
                    </a:cubicBezTo>
                    <a:cubicBezTo>
                      <a:pt x="3" y="39"/>
                      <a:pt x="3" y="39"/>
                      <a:pt x="2" y="39"/>
                    </a:cubicBezTo>
                    <a:cubicBezTo>
                      <a:pt x="2" y="39"/>
                      <a:pt x="1" y="39"/>
                      <a:pt x="1" y="39"/>
                    </a:cubicBezTo>
                    <a:cubicBezTo>
                      <a:pt x="0" y="38"/>
                      <a:pt x="1" y="33"/>
                      <a:pt x="1" y="30"/>
                    </a:cubicBezTo>
                    <a:cubicBezTo>
                      <a:pt x="1" y="24"/>
                      <a:pt x="1" y="18"/>
                      <a:pt x="1" y="12"/>
                    </a:cubicBezTo>
                    <a:cubicBezTo>
                      <a:pt x="1" y="9"/>
                      <a:pt x="0" y="4"/>
                      <a:pt x="1" y="3"/>
                    </a:cubicBezTo>
                    <a:cubicBezTo>
                      <a:pt x="2" y="2"/>
                      <a:pt x="3" y="2"/>
                      <a:pt x="5" y="2"/>
                    </a:cubicBezTo>
                    <a:cubicBezTo>
                      <a:pt x="6" y="2"/>
                      <a:pt x="8" y="2"/>
                      <a:pt x="9" y="2"/>
                    </a:cubicBezTo>
                    <a:cubicBezTo>
                      <a:pt x="10" y="3"/>
                      <a:pt x="11" y="4"/>
                      <a:pt x="10" y="6"/>
                    </a:cubicBezTo>
                    <a:cubicBezTo>
                      <a:pt x="11" y="6"/>
                      <a:pt x="11" y="6"/>
                      <a:pt x="11" y="6"/>
                    </a:cubicBezTo>
                    <a:cubicBezTo>
                      <a:pt x="13" y="3"/>
                      <a:pt x="16" y="1"/>
                      <a:pt x="20" y="1"/>
                    </a:cubicBezTo>
                    <a:cubicBezTo>
                      <a:pt x="26" y="0"/>
                      <a:pt x="31" y="3"/>
                      <a:pt x="32"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6" name="Freeform 13">
                <a:extLst>
                  <a:ext uri="{FF2B5EF4-FFF2-40B4-BE49-F238E27FC236}">
                    <a16:creationId xmlns:a16="http://schemas.microsoft.com/office/drawing/2014/main" id="{84F92AAC-F4B8-1248-9644-2F131ADF032B}"/>
                  </a:ext>
                </a:extLst>
              </p:cNvPr>
              <p:cNvSpPr>
                <a:spLocks noEditPoints="1"/>
              </p:cNvSpPr>
              <p:nvPr/>
            </p:nvSpPr>
            <p:spPr bwMode="auto">
              <a:xfrm>
                <a:off x="5302" y="2074"/>
                <a:ext cx="167" cy="172"/>
              </a:xfrm>
              <a:custGeom>
                <a:avLst/>
                <a:gdLst>
                  <a:gd name="T0" fmla="*/ 14 w 39"/>
                  <a:gd name="T1" fmla="*/ 12 h 41"/>
                  <a:gd name="T2" fmla="*/ 13 w 39"/>
                  <a:gd name="T3" fmla="*/ 13 h 41"/>
                  <a:gd name="T4" fmla="*/ 11 w 39"/>
                  <a:gd name="T5" fmla="*/ 17 h 41"/>
                  <a:gd name="T6" fmla="*/ 10 w 39"/>
                  <a:gd name="T7" fmla="*/ 19 h 41"/>
                  <a:gd name="T8" fmla="*/ 13 w 39"/>
                  <a:gd name="T9" fmla="*/ 28 h 41"/>
                  <a:gd name="T10" fmla="*/ 15 w 39"/>
                  <a:gd name="T11" fmla="*/ 30 h 41"/>
                  <a:gd name="T12" fmla="*/ 18 w 39"/>
                  <a:gd name="T13" fmla="*/ 31 h 41"/>
                  <a:gd name="T14" fmla="*/ 22 w 39"/>
                  <a:gd name="T15" fmla="*/ 31 h 41"/>
                  <a:gd name="T16" fmla="*/ 23 w 39"/>
                  <a:gd name="T17" fmla="*/ 31 h 41"/>
                  <a:gd name="T18" fmla="*/ 27 w 39"/>
                  <a:gd name="T19" fmla="*/ 27 h 41"/>
                  <a:gd name="T20" fmla="*/ 29 w 39"/>
                  <a:gd name="T21" fmla="*/ 21 h 41"/>
                  <a:gd name="T22" fmla="*/ 27 w 39"/>
                  <a:gd name="T23" fmla="*/ 14 h 41"/>
                  <a:gd name="T24" fmla="*/ 25 w 39"/>
                  <a:gd name="T25" fmla="*/ 12 h 41"/>
                  <a:gd name="T26" fmla="*/ 23 w 39"/>
                  <a:gd name="T27" fmla="*/ 11 h 41"/>
                  <a:gd name="T28" fmla="*/ 22 w 39"/>
                  <a:gd name="T29" fmla="*/ 10 h 41"/>
                  <a:gd name="T30" fmla="*/ 18 w 39"/>
                  <a:gd name="T31" fmla="*/ 10 h 41"/>
                  <a:gd name="T32" fmla="*/ 18 w 39"/>
                  <a:gd name="T33" fmla="*/ 10 h 41"/>
                  <a:gd name="T34" fmla="*/ 14 w 39"/>
                  <a:gd name="T35" fmla="*/ 12 h 41"/>
                  <a:gd name="T36" fmla="*/ 29 w 39"/>
                  <a:gd name="T37" fmla="*/ 5 h 41"/>
                  <a:gd name="T38" fmla="*/ 29 w 39"/>
                  <a:gd name="T39" fmla="*/ 2 h 41"/>
                  <a:gd name="T40" fmla="*/ 34 w 39"/>
                  <a:gd name="T41" fmla="*/ 2 h 41"/>
                  <a:gd name="T42" fmla="*/ 38 w 39"/>
                  <a:gd name="T43" fmla="*/ 3 h 41"/>
                  <a:gd name="T44" fmla="*/ 39 w 39"/>
                  <a:gd name="T45" fmla="*/ 11 h 41"/>
                  <a:gd name="T46" fmla="*/ 39 w 39"/>
                  <a:gd name="T47" fmla="*/ 21 h 41"/>
                  <a:gd name="T48" fmla="*/ 39 w 39"/>
                  <a:gd name="T49" fmla="*/ 39 h 41"/>
                  <a:gd name="T50" fmla="*/ 34 w 39"/>
                  <a:gd name="T51" fmla="*/ 40 h 41"/>
                  <a:gd name="T52" fmla="*/ 29 w 39"/>
                  <a:gd name="T53" fmla="*/ 39 h 41"/>
                  <a:gd name="T54" fmla="*/ 29 w 39"/>
                  <a:gd name="T55" fmla="*/ 36 h 41"/>
                  <a:gd name="T56" fmla="*/ 29 w 39"/>
                  <a:gd name="T57" fmla="*/ 36 h 41"/>
                  <a:gd name="T58" fmla="*/ 27 w 39"/>
                  <a:gd name="T59" fmla="*/ 37 h 41"/>
                  <a:gd name="T60" fmla="*/ 24 w 39"/>
                  <a:gd name="T61" fmla="*/ 40 h 41"/>
                  <a:gd name="T62" fmla="*/ 16 w 39"/>
                  <a:gd name="T63" fmla="*/ 40 h 41"/>
                  <a:gd name="T64" fmla="*/ 9 w 39"/>
                  <a:gd name="T65" fmla="*/ 38 h 41"/>
                  <a:gd name="T66" fmla="*/ 4 w 39"/>
                  <a:gd name="T67" fmla="*/ 34 h 41"/>
                  <a:gd name="T68" fmla="*/ 4 w 39"/>
                  <a:gd name="T69" fmla="*/ 33 h 41"/>
                  <a:gd name="T70" fmla="*/ 3 w 39"/>
                  <a:gd name="T71" fmla="*/ 32 h 41"/>
                  <a:gd name="T72" fmla="*/ 1 w 39"/>
                  <a:gd name="T73" fmla="*/ 29 h 41"/>
                  <a:gd name="T74" fmla="*/ 0 w 39"/>
                  <a:gd name="T75" fmla="*/ 19 h 41"/>
                  <a:gd name="T76" fmla="*/ 4 w 39"/>
                  <a:gd name="T77" fmla="*/ 8 h 41"/>
                  <a:gd name="T78" fmla="*/ 6 w 39"/>
                  <a:gd name="T79" fmla="*/ 6 h 41"/>
                  <a:gd name="T80" fmla="*/ 9 w 39"/>
                  <a:gd name="T81" fmla="*/ 3 h 41"/>
                  <a:gd name="T82" fmla="*/ 16 w 39"/>
                  <a:gd name="T83" fmla="*/ 1 h 41"/>
                  <a:gd name="T84" fmla="*/ 29 w 39"/>
                  <a:gd name="T85"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41">
                    <a:moveTo>
                      <a:pt x="14" y="12"/>
                    </a:moveTo>
                    <a:cubicBezTo>
                      <a:pt x="13" y="12"/>
                      <a:pt x="13" y="13"/>
                      <a:pt x="13" y="13"/>
                    </a:cubicBezTo>
                    <a:cubicBezTo>
                      <a:pt x="12" y="14"/>
                      <a:pt x="11" y="15"/>
                      <a:pt x="11" y="17"/>
                    </a:cubicBezTo>
                    <a:cubicBezTo>
                      <a:pt x="11" y="18"/>
                      <a:pt x="10" y="18"/>
                      <a:pt x="10" y="19"/>
                    </a:cubicBezTo>
                    <a:cubicBezTo>
                      <a:pt x="10" y="23"/>
                      <a:pt x="11" y="26"/>
                      <a:pt x="13" y="28"/>
                    </a:cubicBezTo>
                    <a:cubicBezTo>
                      <a:pt x="14" y="29"/>
                      <a:pt x="14" y="30"/>
                      <a:pt x="15" y="30"/>
                    </a:cubicBezTo>
                    <a:cubicBezTo>
                      <a:pt x="16" y="31"/>
                      <a:pt x="17" y="31"/>
                      <a:pt x="18" y="31"/>
                    </a:cubicBezTo>
                    <a:cubicBezTo>
                      <a:pt x="19" y="31"/>
                      <a:pt x="21" y="31"/>
                      <a:pt x="22" y="31"/>
                    </a:cubicBezTo>
                    <a:cubicBezTo>
                      <a:pt x="22" y="31"/>
                      <a:pt x="23" y="31"/>
                      <a:pt x="23" y="31"/>
                    </a:cubicBezTo>
                    <a:cubicBezTo>
                      <a:pt x="25" y="30"/>
                      <a:pt x="27" y="28"/>
                      <a:pt x="27" y="27"/>
                    </a:cubicBezTo>
                    <a:cubicBezTo>
                      <a:pt x="28" y="25"/>
                      <a:pt x="29" y="23"/>
                      <a:pt x="29" y="21"/>
                    </a:cubicBezTo>
                    <a:cubicBezTo>
                      <a:pt x="29" y="18"/>
                      <a:pt x="28" y="16"/>
                      <a:pt x="27" y="14"/>
                    </a:cubicBezTo>
                    <a:cubicBezTo>
                      <a:pt x="26" y="13"/>
                      <a:pt x="26" y="13"/>
                      <a:pt x="25" y="12"/>
                    </a:cubicBezTo>
                    <a:cubicBezTo>
                      <a:pt x="24" y="11"/>
                      <a:pt x="24" y="11"/>
                      <a:pt x="23" y="11"/>
                    </a:cubicBezTo>
                    <a:cubicBezTo>
                      <a:pt x="23" y="11"/>
                      <a:pt x="22" y="10"/>
                      <a:pt x="22" y="10"/>
                    </a:cubicBezTo>
                    <a:cubicBezTo>
                      <a:pt x="21" y="10"/>
                      <a:pt x="19" y="10"/>
                      <a:pt x="18" y="10"/>
                    </a:cubicBezTo>
                    <a:cubicBezTo>
                      <a:pt x="18" y="10"/>
                      <a:pt x="18" y="10"/>
                      <a:pt x="18" y="10"/>
                    </a:cubicBezTo>
                    <a:cubicBezTo>
                      <a:pt x="16" y="11"/>
                      <a:pt x="15" y="11"/>
                      <a:pt x="14" y="12"/>
                    </a:cubicBezTo>
                    <a:moveTo>
                      <a:pt x="29" y="5"/>
                    </a:moveTo>
                    <a:cubicBezTo>
                      <a:pt x="29" y="4"/>
                      <a:pt x="29" y="3"/>
                      <a:pt x="29" y="2"/>
                    </a:cubicBezTo>
                    <a:cubicBezTo>
                      <a:pt x="30" y="2"/>
                      <a:pt x="32" y="2"/>
                      <a:pt x="34" y="2"/>
                    </a:cubicBezTo>
                    <a:cubicBezTo>
                      <a:pt x="36" y="2"/>
                      <a:pt x="37" y="2"/>
                      <a:pt x="38" y="3"/>
                    </a:cubicBezTo>
                    <a:cubicBezTo>
                      <a:pt x="39" y="4"/>
                      <a:pt x="39" y="9"/>
                      <a:pt x="39" y="11"/>
                    </a:cubicBezTo>
                    <a:cubicBezTo>
                      <a:pt x="39" y="21"/>
                      <a:pt x="39" y="21"/>
                      <a:pt x="39" y="21"/>
                    </a:cubicBezTo>
                    <a:cubicBezTo>
                      <a:pt x="39" y="28"/>
                      <a:pt x="39" y="34"/>
                      <a:pt x="39" y="39"/>
                    </a:cubicBezTo>
                    <a:cubicBezTo>
                      <a:pt x="38" y="40"/>
                      <a:pt x="36" y="40"/>
                      <a:pt x="34" y="40"/>
                    </a:cubicBezTo>
                    <a:cubicBezTo>
                      <a:pt x="32" y="40"/>
                      <a:pt x="30" y="40"/>
                      <a:pt x="29" y="39"/>
                    </a:cubicBezTo>
                    <a:cubicBezTo>
                      <a:pt x="29" y="38"/>
                      <a:pt x="29" y="37"/>
                      <a:pt x="29" y="36"/>
                    </a:cubicBezTo>
                    <a:cubicBezTo>
                      <a:pt x="29" y="35"/>
                      <a:pt x="29" y="36"/>
                      <a:pt x="29" y="36"/>
                    </a:cubicBezTo>
                    <a:cubicBezTo>
                      <a:pt x="28" y="36"/>
                      <a:pt x="28" y="37"/>
                      <a:pt x="27" y="37"/>
                    </a:cubicBezTo>
                    <a:cubicBezTo>
                      <a:pt x="26" y="38"/>
                      <a:pt x="25" y="39"/>
                      <a:pt x="24" y="40"/>
                    </a:cubicBezTo>
                    <a:cubicBezTo>
                      <a:pt x="22" y="40"/>
                      <a:pt x="19" y="41"/>
                      <a:pt x="16" y="40"/>
                    </a:cubicBezTo>
                    <a:cubicBezTo>
                      <a:pt x="14" y="40"/>
                      <a:pt x="11" y="39"/>
                      <a:pt x="9" y="38"/>
                    </a:cubicBezTo>
                    <a:cubicBezTo>
                      <a:pt x="7" y="37"/>
                      <a:pt x="5" y="35"/>
                      <a:pt x="4" y="34"/>
                    </a:cubicBezTo>
                    <a:cubicBezTo>
                      <a:pt x="4" y="33"/>
                      <a:pt x="4" y="33"/>
                      <a:pt x="4" y="33"/>
                    </a:cubicBezTo>
                    <a:cubicBezTo>
                      <a:pt x="3" y="33"/>
                      <a:pt x="3" y="32"/>
                      <a:pt x="3" y="32"/>
                    </a:cubicBezTo>
                    <a:cubicBezTo>
                      <a:pt x="3" y="32"/>
                      <a:pt x="2" y="30"/>
                      <a:pt x="1" y="29"/>
                    </a:cubicBezTo>
                    <a:cubicBezTo>
                      <a:pt x="0" y="26"/>
                      <a:pt x="0" y="23"/>
                      <a:pt x="0" y="19"/>
                    </a:cubicBezTo>
                    <a:cubicBezTo>
                      <a:pt x="0" y="15"/>
                      <a:pt x="2" y="11"/>
                      <a:pt x="4" y="8"/>
                    </a:cubicBezTo>
                    <a:cubicBezTo>
                      <a:pt x="4" y="7"/>
                      <a:pt x="5" y="7"/>
                      <a:pt x="6" y="6"/>
                    </a:cubicBezTo>
                    <a:cubicBezTo>
                      <a:pt x="7" y="5"/>
                      <a:pt x="8" y="4"/>
                      <a:pt x="9" y="3"/>
                    </a:cubicBezTo>
                    <a:cubicBezTo>
                      <a:pt x="11" y="2"/>
                      <a:pt x="14" y="1"/>
                      <a:pt x="16" y="1"/>
                    </a:cubicBezTo>
                    <a:cubicBezTo>
                      <a:pt x="22" y="0"/>
                      <a:pt x="26" y="2"/>
                      <a:pt x="29" y="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7" name="Freeform 14">
                <a:extLst>
                  <a:ext uri="{FF2B5EF4-FFF2-40B4-BE49-F238E27FC236}">
                    <a16:creationId xmlns:a16="http://schemas.microsoft.com/office/drawing/2014/main" id="{D6B57B62-299A-6243-9AE7-44F69FA5BF7B}"/>
                  </a:ext>
                </a:extLst>
              </p:cNvPr>
              <p:cNvSpPr>
                <a:spLocks/>
              </p:cNvSpPr>
              <p:nvPr/>
            </p:nvSpPr>
            <p:spPr bwMode="auto">
              <a:xfrm>
                <a:off x="5230" y="2082"/>
                <a:ext cx="47" cy="160"/>
              </a:xfrm>
              <a:custGeom>
                <a:avLst/>
                <a:gdLst>
                  <a:gd name="T0" fmla="*/ 2 w 11"/>
                  <a:gd name="T1" fmla="*/ 0 h 38"/>
                  <a:gd name="T2" fmla="*/ 9 w 11"/>
                  <a:gd name="T3" fmla="*/ 0 h 38"/>
                  <a:gd name="T4" fmla="*/ 11 w 11"/>
                  <a:gd name="T5" fmla="*/ 1 h 38"/>
                  <a:gd name="T6" fmla="*/ 11 w 11"/>
                  <a:gd name="T7" fmla="*/ 10 h 38"/>
                  <a:gd name="T8" fmla="*/ 11 w 11"/>
                  <a:gd name="T9" fmla="*/ 33 h 38"/>
                  <a:gd name="T10" fmla="*/ 11 w 11"/>
                  <a:gd name="T11" fmla="*/ 36 h 38"/>
                  <a:gd name="T12" fmla="*/ 6 w 11"/>
                  <a:gd name="T13" fmla="*/ 38 h 38"/>
                  <a:gd name="T14" fmla="*/ 1 w 11"/>
                  <a:gd name="T15" fmla="*/ 37 h 38"/>
                  <a:gd name="T16" fmla="*/ 1 w 11"/>
                  <a:gd name="T17" fmla="*/ 28 h 38"/>
                  <a:gd name="T18" fmla="*/ 1 w 11"/>
                  <a:gd name="T19" fmla="*/ 10 h 38"/>
                  <a:gd name="T20" fmla="*/ 1 w 11"/>
                  <a:gd name="T21" fmla="*/ 1 h 38"/>
                  <a:gd name="T22" fmla="*/ 2 w 11"/>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38">
                    <a:moveTo>
                      <a:pt x="2" y="0"/>
                    </a:moveTo>
                    <a:cubicBezTo>
                      <a:pt x="3" y="0"/>
                      <a:pt x="8" y="0"/>
                      <a:pt x="9" y="0"/>
                    </a:cubicBezTo>
                    <a:cubicBezTo>
                      <a:pt x="10" y="0"/>
                      <a:pt x="10" y="0"/>
                      <a:pt x="11" y="1"/>
                    </a:cubicBezTo>
                    <a:cubicBezTo>
                      <a:pt x="11" y="2"/>
                      <a:pt x="11" y="7"/>
                      <a:pt x="11" y="10"/>
                    </a:cubicBezTo>
                    <a:cubicBezTo>
                      <a:pt x="11" y="18"/>
                      <a:pt x="11" y="24"/>
                      <a:pt x="11" y="33"/>
                    </a:cubicBezTo>
                    <a:cubicBezTo>
                      <a:pt x="11" y="34"/>
                      <a:pt x="11" y="35"/>
                      <a:pt x="11" y="36"/>
                    </a:cubicBezTo>
                    <a:cubicBezTo>
                      <a:pt x="10" y="38"/>
                      <a:pt x="8" y="38"/>
                      <a:pt x="6" y="38"/>
                    </a:cubicBezTo>
                    <a:cubicBezTo>
                      <a:pt x="4" y="38"/>
                      <a:pt x="2" y="38"/>
                      <a:pt x="1" y="37"/>
                    </a:cubicBezTo>
                    <a:cubicBezTo>
                      <a:pt x="0" y="36"/>
                      <a:pt x="1" y="30"/>
                      <a:pt x="1" y="28"/>
                    </a:cubicBezTo>
                    <a:cubicBezTo>
                      <a:pt x="1" y="23"/>
                      <a:pt x="1" y="14"/>
                      <a:pt x="1" y="10"/>
                    </a:cubicBezTo>
                    <a:cubicBezTo>
                      <a:pt x="1" y="8"/>
                      <a:pt x="0" y="2"/>
                      <a:pt x="1" y="1"/>
                    </a:cubicBezTo>
                    <a:cubicBezTo>
                      <a:pt x="1" y="1"/>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8" name="Freeform 15">
                <a:extLst>
                  <a:ext uri="{FF2B5EF4-FFF2-40B4-BE49-F238E27FC236}">
                    <a16:creationId xmlns:a16="http://schemas.microsoft.com/office/drawing/2014/main" id="{1FF56CAD-069C-DE43-9D0F-2D7BDEE5278A}"/>
                  </a:ext>
                </a:extLst>
              </p:cNvPr>
              <p:cNvSpPr>
                <a:spLocks/>
              </p:cNvSpPr>
              <p:nvPr/>
            </p:nvSpPr>
            <p:spPr bwMode="auto">
              <a:xfrm>
                <a:off x="2711" y="2145"/>
                <a:ext cx="99" cy="302"/>
              </a:xfrm>
              <a:custGeom>
                <a:avLst/>
                <a:gdLst>
                  <a:gd name="T0" fmla="*/ 21 w 23"/>
                  <a:gd name="T1" fmla="*/ 7 h 72"/>
                  <a:gd name="T2" fmla="*/ 22 w 23"/>
                  <a:gd name="T3" fmla="*/ 14 h 72"/>
                  <a:gd name="T4" fmla="*/ 21 w 23"/>
                  <a:gd name="T5" fmla="*/ 17 h 72"/>
                  <a:gd name="T6" fmla="*/ 21 w 23"/>
                  <a:gd name="T7" fmla="*/ 19 h 72"/>
                  <a:gd name="T8" fmla="*/ 21 w 23"/>
                  <a:gd name="T9" fmla="*/ 21 h 72"/>
                  <a:gd name="T10" fmla="*/ 20 w 23"/>
                  <a:gd name="T11" fmla="*/ 24 h 72"/>
                  <a:gd name="T12" fmla="*/ 20 w 23"/>
                  <a:gd name="T13" fmla="*/ 31 h 72"/>
                  <a:gd name="T14" fmla="*/ 19 w 23"/>
                  <a:gd name="T15" fmla="*/ 34 h 72"/>
                  <a:gd name="T16" fmla="*/ 18 w 23"/>
                  <a:gd name="T17" fmla="*/ 40 h 72"/>
                  <a:gd name="T18" fmla="*/ 18 w 23"/>
                  <a:gd name="T19" fmla="*/ 43 h 72"/>
                  <a:gd name="T20" fmla="*/ 17 w 23"/>
                  <a:gd name="T21" fmla="*/ 46 h 72"/>
                  <a:gd name="T22" fmla="*/ 17 w 23"/>
                  <a:gd name="T23" fmla="*/ 50 h 72"/>
                  <a:gd name="T24" fmla="*/ 17 w 23"/>
                  <a:gd name="T25" fmla="*/ 52 h 72"/>
                  <a:gd name="T26" fmla="*/ 17 w 23"/>
                  <a:gd name="T27" fmla="*/ 56 h 72"/>
                  <a:gd name="T28" fmla="*/ 17 w 23"/>
                  <a:gd name="T29" fmla="*/ 58 h 72"/>
                  <a:gd name="T30" fmla="*/ 17 w 23"/>
                  <a:gd name="T31" fmla="*/ 60 h 72"/>
                  <a:gd name="T32" fmla="*/ 16 w 23"/>
                  <a:gd name="T33" fmla="*/ 62 h 72"/>
                  <a:gd name="T34" fmla="*/ 17 w 23"/>
                  <a:gd name="T35" fmla="*/ 64 h 72"/>
                  <a:gd name="T36" fmla="*/ 15 w 23"/>
                  <a:gd name="T37" fmla="*/ 65 h 72"/>
                  <a:gd name="T38" fmla="*/ 14 w 23"/>
                  <a:gd name="T39" fmla="*/ 66 h 72"/>
                  <a:gd name="T40" fmla="*/ 12 w 23"/>
                  <a:gd name="T41" fmla="*/ 68 h 72"/>
                  <a:gd name="T42" fmla="*/ 8 w 23"/>
                  <a:gd name="T43" fmla="*/ 71 h 72"/>
                  <a:gd name="T44" fmla="*/ 7 w 23"/>
                  <a:gd name="T45" fmla="*/ 72 h 72"/>
                  <a:gd name="T46" fmla="*/ 5 w 23"/>
                  <a:gd name="T47" fmla="*/ 72 h 72"/>
                  <a:gd name="T48" fmla="*/ 1 w 23"/>
                  <a:gd name="T49" fmla="*/ 71 h 72"/>
                  <a:gd name="T50" fmla="*/ 0 w 23"/>
                  <a:gd name="T51" fmla="*/ 68 h 72"/>
                  <a:gd name="T52" fmla="*/ 0 w 23"/>
                  <a:gd name="T53" fmla="*/ 61 h 72"/>
                  <a:gd name="T54" fmla="*/ 0 w 23"/>
                  <a:gd name="T55" fmla="*/ 52 h 72"/>
                  <a:gd name="T56" fmla="*/ 1 w 23"/>
                  <a:gd name="T57" fmla="*/ 45 h 72"/>
                  <a:gd name="T58" fmla="*/ 1 w 23"/>
                  <a:gd name="T59" fmla="*/ 41 h 72"/>
                  <a:gd name="T60" fmla="*/ 1 w 23"/>
                  <a:gd name="T61" fmla="*/ 38 h 72"/>
                  <a:gd name="T62" fmla="*/ 2 w 23"/>
                  <a:gd name="T63" fmla="*/ 30 h 72"/>
                  <a:gd name="T64" fmla="*/ 2 w 23"/>
                  <a:gd name="T65" fmla="*/ 28 h 72"/>
                  <a:gd name="T66" fmla="*/ 2 w 23"/>
                  <a:gd name="T67" fmla="*/ 25 h 72"/>
                  <a:gd name="T68" fmla="*/ 3 w 23"/>
                  <a:gd name="T69" fmla="*/ 17 h 72"/>
                  <a:gd name="T70" fmla="*/ 3 w 23"/>
                  <a:gd name="T71" fmla="*/ 15 h 72"/>
                  <a:gd name="T72" fmla="*/ 5 w 23"/>
                  <a:gd name="T73" fmla="*/ 9 h 72"/>
                  <a:gd name="T74" fmla="*/ 7 w 23"/>
                  <a:gd name="T75" fmla="*/ 6 h 72"/>
                  <a:gd name="T76" fmla="*/ 8 w 23"/>
                  <a:gd name="T77" fmla="*/ 5 h 72"/>
                  <a:gd name="T78" fmla="*/ 9 w 23"/>
                  <a:gd name="T79" fmla="*/ 4 h 72"/>
                  <a:gd name="T80" fmla="*/ 11 w 23"/>
                  <a:gd name="T81" fmla="*/ 3 h 72"/>
                  <a:gd name="T82" fmla="*/ 13 w 23"/>
                  <a:gd name="T83" fmla="*/ 1 h 72"/>
                  <a:gd name="T84" fmla="*/ 19 w 23"/>
                  <a:gd name="T85" fmla="*/ 0 h 72"/>
                  <a:gd name="T86" fmla="*/ 22 w 23"/>
                  <a:gd name="T87" fmla="*/ 5 h 72"/>
                  <a:gd name="T88" fmla="*/ 23 w 23"/>
                  <a:gd name="T8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 h="72">
                    <a:moveTo>
                      <a:pt x="23" y="7"/>
                    </a:moveTo>
                    <a:cubicBezTo>
                      <a:pt x="22" y="7"/>
                      <a:pt x="22" y="7"/>
                      <a:pt x="21" y="7"/>
                    </a:cubicBezTo>
                    <a:cubicBezTo>
                      <a:pt x="21" y="9"/>
                      <a:pt x="22" y="10"/>
                      <a:pt x="22" y="11"/>
                    </a:cubicBezTo>
                    <a:cubicBezTo>
                      <a:pt x="22" y="12"/>
                      <a:pt x="22" y="13"/>
                      <a:pt x="22" y="14"/>
                    </a:cubicBezTo>
                    <a:cubicBezTo>
                      <a:pt x="22" y="14"/>
                      <a:pt x="22" y="15"/>
                      <a:pt x="21" y="16"/>
                    </a:cubicBezTo>
                    <a:cubicBezTo>
                      <a:pt x="21" y="16"/>
                      <a:pt x="21" y="17"/>
                      <a:pt x="21" y="17"/>
                    </a:cubicBezTo>
                    <a:cubicBezTo>
                      <a:pt x="21" y="18"/>
                      <a:pt x="21" y="18"/>
                      <a:pt x="21" y="19"/>
                    </a:cubicBezTo>
                    <a:cubicBezTo>
                      <a:pt x="21" y="19"/>
                      <a:pt x="21" y="19"/>
                      <a:pt x="21" y="19"/>
                    </a:cubicBezTo>
                    <a:cubicBezTo>
                      <a:pt x="21" y="20"/>
                      <a:pt x="21" y="20"/>
                      <a:pt x="21" y="20"/>
                    </a:cubicBezTo>
                    <a:cubicBezTo>
                      <a:pt x="21" y="20"/>
                      <a:pt x="21" y="21"/>
                      <a:pt x="21" y="21"/>
                    </a:cubicBezTo>
                    <a:cubicBezTo>
                      <a:pt x="21" y="22"/>
                      <a:pt x="21" y="22"/>
                      <a:pt x="21" y="23"/>
                    </a:cubicBezTo>
                    <a:cubicBezTo>
                      <a:pt x="20" y="23"/>
                      <a:pt x="20" y="23"/>
                      <a:pt x="20" y="24"/>
                    </a:cubicBezTo>
                    <a:cubicBezTo>
                      <a:pt x="20" y="25"/>
                      <a:pt x="20" y="26"/>
                      <a:pt x="20" y="27"/>
                    </a:cubicBezTo>
                    <a:cubicBezTo>
                      <a:pt x="20" y="28"/>
                      <a:pt x="19" y="29"/>
                      <a:pt x="20" y="31"/>
                    </a:cubicBezTo>
                    <a:cubicBezTo>
                      <a:pt x="20" y="31"/>
                      <a:pt x="20" y="31"/>
                      <a:pt x="19" y="32"/>
                    </a:cubicBezTo>
                    <a:cubicBezTo>
                      <a:pt x="19" y="32"/>
                      <a:pt x="20" y="33"/>
                      <a:pt x="19" y="34"/>
                    </a:cubicBezTo>
                    <a:cubicBezTo>
                      <a:pt x="19" y="36"/>
                      <a:pt x="19" y="38"/>
                      <a:pt x="18" y="39"/>
                    </a:cubicBezTo>
                    <a:cubicBezTo>
                      <a:pt x="18" y="40"/>
                      <a:pt x="18" y="40"/>
                      <a:pt x="18" y="40"/>
                    </a:cubicBezTo>
                    <a:cubicBezTo>
                      <a:pt x="18" y="41"/>
                      <a:pt x="18" y="42"/>
                      <a:pt x="18" y="42"/>
                    </a:cubicBezTo>
                    <a:cubicBezTo>
                      <a:pt x="18" y="43"/>
                      <a:pt x="18" y="43"/>
                      <a:pt x="18" y="43"/>
                    </a:cubicBezTo>
                    <a:cubicBezTo>
                      <a:pt x="18" y="44"/>
                      <a:pt x="18" y="45"/>
                      <a:pt x="18" y="46"/>
                    </a:cubicBezTo>
                    <a:cubicBezTo>
                      <a:pt x="18" y="46"/>
                      <a:pt x="17" y="46"/>
                      <a:pt x="17" y="46"/>
                    </a:cubicBezTo>
                    <a:cubicBezTo>
                      <a:pt x="18" y="46"/>
                      <a:pt x="17" y="47"/>
                      <a:pt x="17" y="48"/>
                    </a:cubicBezTo>
                    <a:cubicBezTo>
                      <a:pt x="17" y="49"/>
                      <a:pt x="17" y="49"/>
                      <a:pt x="17" y="50"/>
                    </a:cubicBezTo>
                    <a:cubicBezTo>
                      <a:pt x="17" y="50"/>
                      <a:pt x="17" y="50"/>
                      <a:pt x="17" y="51"/>
                    </a:cubicBezTo>
                    <a:cubicBezTo>
                      <a:pt x="17" y="51"/>
                      <a:pt x="17" y="51"/>
                      <a:pt x="17" y="52"/>
                    </a:cubicBezTo>
                    <a:cubicBezTo>
                      <a:pt x="17" y="52"/>
                      <a:pt x="17" y="53"/>
                      <a:pt x="17" y="53"/>
                    </a:cubicBezTo>
                    <a:cubicBezTo>
                      <a:pt x="17" y="54"/>
                      <a:pt x="18" y="55"/>
                      <a:pt x="17" y="56"/>
                    </a:cubicBezTo>
                    <a:cubicBezTo>
                      <a:pt x="17" y="57"/>
                      <a:pt x="17" y="57"/>
                      <a:pt x="17" y="57"/>
                    </a:cubicBezTo>
                    <a:cubicBezTo>
                      <a:pt x="17" y="58"/>
                      <a:pt x="17" y="58"/>
                      <a:pt x="17" y="58"/>
                    </a:cubicBezTo>
                    <a:cubicBezTo>
                      <a:pt x="17" y="58"/>
                      <a:pt x="17" y="58"/>
                      <a:pt x="17" y="58"/>
                    </a:cubicBezTo>
                    <a:cubicBezTo>
                      <a:pt x="17" y="59"/>
                      <a:pt x="17" y="60"/>
                      <a:pt x="17" y="60"/>
                    </a:cubicBezTo>
                    <a:cubicBezTo>
                      <a:pt x="17" y="60"/>
                      <a:pt x="16" y="61"/>
                      <a:pt x="16" y="61"/>
                    </a:cubicBezTo>
                    <a:cubicBezTo>
                      <a:pt x="16" y="61"/>
                      <a:pt x="16" y="61"/>
                      <a:pt x="16" y="62"/>
                    </a:cubicBezTo>
                    <a:cubicBezTo>
                      <a:pt x="16" y="62"/>
                      <a:pt x="16" y="63"/>
                      <a:pt x="16" y="64"/>
                    </a:cubicBezTo>
                    <a:cubicBezTo>
                      <a:pt x="16" y="64"/>
                      <a:pt x="16" y="63"/>
                      <a:pt x="17" y="64"/>
                    </a:cubicBezTo>
                    <a:cubicBezTo>
                      <a:pt x="17" y="65"/>
                      <a:pt x="17" y="65"/>
                      <a:pt x="17" y="65"/>
                    </a:cubicBezTo>
                    <a:cubicBezTo>
                      <a:pt x="16" y="66"/>
                      <a:pt x="16" y="65"/>
                      <a:pt x="15" y="65"/>
                    </a:cubicBezTo>
                    <a:cubicBezTo>
                      <a:pt x="15" y="65"/>
                      <a:pt x="15" y="66"/>
                      <a:pt x="15" y="66"/>
                    </a:cubicBezTo>
                    <a:cubicBezTo>
                      <a:pt x="15" y="66"/>
                      <a:pt x="14" y="66"/>
                      <a:pt x="14" y="66"/>
                    </a:cubicBezTo>
                    <a:cubicBezTo>
                      <a:pt x="14" y="67"/>
                      <a:pt x="13" y="67"/>
                      <a:pt x="12" y="68"/>
                    </a:cubicBezTo>
                    <a:cubicBezTo>
                      <a:pt x="12" y="68"/>
                      <a:pt x="12" y="68"/>
                      <a:pt x="12" y="68"/>
                    </a:cubicBezTo>
                    <a:cubicBezTo>
                      <a:pt x="11" y="69"/>
                      <a:pt x="10" y="69"/>
                      <a:pt x="10" y="70"/>
                    </a:cubicBezTo>
                    <a:cubicBezTo>
                      <a:pt x="9" y="70"/>
                      <a:pt x="9" y="70"/>
                      <a:pt x="8" y="71"/>
                    </a:cubicBezTo>
                    <a:cubicBezTo>
                      <a:pt x="8" y="71"/>
                      <a:pt x="8" y="71"/>
                      <a:pt x="7" y="71"/>
                    </a:cubicBezTo>
                    <a:cubicBezTo>
                      <a:pt x="7" y="71"/>
                      <a:pt x="7" y="71"/>
                      <a:pt x="7" y="72"/>
                    </a:cubicBezTo>
                    <a:cubicBezTo>
                      <a:pt x="7" y="72"/>
                      <a:pt x="6" y="71"/>
                      <a:pt x="6" y="72"/>
                    </a:cubicBezTo>
                    <a:cubicBezTo>
                      <a:pt x="6" y="72"/>
                      <a:pt x="5" y="72"/>
                      <a:pt x="5" y="72"/>
                    </a:cubicBezTo>
                    <a:cubicBezTo>
                      <a:pt x="5" y="72"/>
                      <a:pt x="4" y="72"/>
                      <a:pt x="3" y="72"/>
                    </a:cubicBezTo>
                    <a:cubicBezTo>
                      <a:pt x="3" y="72"/>
                      <a:pt x="2" y="71"/>
                      <a:pt x="1" y="71"/>
                    </a:cubicBezTo>
                    <a:cubicBezTo>
                      <a:pt x="1" y="70"/>
                      <a:pt x="1" y="70"/>
                      <a:pt x="0" y="69"/>
                    </a:cubicBezTo>
                    <a:cubicBezTo>
                      <a:pt x="0" y="68"/>
                      <a:pt x="0" y="68"/>
                      <a:pt x="0" y="68"/>
                    </a:cubicBezTo>
                    <a:cubicBezTo>
                      <a:pt x="0" y="67"/>
                      <a:pt x="0" y="66"/>
                      <a:pt x="0" y="65"/>
                    </a:cubicBezTo>
                    <a:cubicBezTo>
                      <a:pt x="0" y="64"/>
                      <a:pt x="0" y="62"/>
                      <a:pt x="0" y="61"/>
                    </a:cubicBezTo>
                    <a:cubicBezTo>
                      <a:pt x="0" y="60"/>
                      <a:pt x="0" y="59"/>
                      <a:pt x="0" y="58"/>
                    </a:cubicBezTo>
                    <a:cubicBezTo>
                      <a:pt x="0" y="56"/>
                      <a:pt x="0" y="54"/>
                      <a:pt x="0" y="52"/>
                    </a:cubicBezTo>
                    <a:cubicBezTo>
                      <a:pt x="1" y="50"/>
                      <a:pt x="0" y="49"/>
                      <a:pt x="0" y="48"/>
                    </a:cubicBezTo>
                    <a:cubicBezTo>
                      <a:pt x="0" y="47"/>
                      <a:pt x="1" y="46"/>
                      <a:pt x="1" y="45"/>
                    </a:cubicBezTo>
                    <a:cubicBezTo>
                      <a:pt x="1" y="44"/>
                      <a:pt x="1" y="44"/>
                      <a:pt x="1" y="43"/>
                    </a:cubicBezTo>
                    <a:cubicBezTo>
                      <a:pt x="1" y="42"/>
                      <a:pt x="1" y="42"/>
                      <a:pt x="1" y="41"/>
                    </a:cubicBezTo>
                    <a:cubicBezTo>
                      <a:pt x="1" y="40"/>
                      <a:pt x="1" y="40"/>
                      <a:pt x="1" y="40"/>
                    </a:cubicBezTo>
                    <a:cubicBezTo>
                      <a:pt x="1" y="39"/>
                      <a:pt x="1" y="39"/>
                      <a:pt x="1" y="38"/>
                    </a:cubicBezTo>
                    <a:cubicBezTo>
                      <a:pt x="1" y="36"/>
                      <a:pt x="2" y="35"/>
                      <a:pt x="2" y="34"/>
                    </a:cubicBezTo>
                    <a:cubicBezTo>
                      <a:pt x="2" y="32"/>
                      <a:pt x="2" y="31"/>
                      <a:pt x="2" y="30"/>
                    </a:cubicBezTo>
                    <a:cubicBezTo>
                      <a:pt x="2" y="29"/>
                      <a:pt x="2" y="29"/>
                      <a:pt x="2" y="28"/>
                    </a:cubicBezTo>
                    <a:cubicBezTo>
                      <a:pt x="2" y="28"/>
                      <a:pt x="2" y="28"/>
                      <a:pt x="2" y="28"/>
                    </a:cubicBezTo>
                    <a:cubicBezTo>
                      <a:pt x="2" y="28"/>
                      <a:pt x="2" y="27"/>
                      <a:pt x="2" y="27"/>
                    </a:cubicBezTo>
                    <a:cubicBezTo>
                      <a:pt x="2" y="26"/>
                      <a:pt x="2" y="26"/>
                      <a:pt x="2" y="25"/>
                    </a:cubicBezTo>
                    <a:cubicBezTo>
                      <a:pt x="2" y="24"/>
                      <a:pt x="2" y="22"/>
                      <a:pt x="3" y="21"/>
                    </a:cubicBezTo>
                    <a:cubicBezTo>
                      <a:pt x="3" y="20"/>
                      <a:pt x="2" y="19"/>
                      <a:pt x="3" y="17"/>
                    </a:cubicBezTo>
                    <a:cubicBezTo>
                      <a:pt x="3" y="17"/>
                      <a:pt x="3" y="17"/>
                      <a:pt x="3" y="16"/>
                    </a:cubicBezTo>
                    <a:cubicBezTo>
                      <a:pt x="3" y="16"/>
                      <a:pt x="3" y="15"/>
                      <a:pt x="3" y="15"/>
                    </a:cubicBezTo>
                    <a:cubicBezTo>
                      <a:pt x="3" y="15"/>
                      <a:pt x="3" y="14"/>
                      <a:pt x="4" y="13"/>
                    </a:cubicBezTo>
                    <a:cubicBezTo>
                      <a:pt x="4" y="12"/>
                      <a:pt x="5" y="10"/>
                      <a:pt x="5" y="9"/>
                    </a:cubicBezTo>
                    <a:cubicBezTo>
                      <a:pt x="6" y="8"/>
                      <a:pt x="6" y="7"/>
                      <a:pt x="7" y="6"/>
                    </a:cubicBezTo>
                    <a:cubicBezTo>
                      <a:pt x="7" y="6"/>
                      <a:pt x="7" y="6"/>
                      <a:pt x="7" y="6"/>
                    </a:cubicBezTo>
                    <a:cubicBezTo>
                      <a:pt x="7" y="6"/>
                      <a:pt x="8" y="6"/>
                      <a:pt x="8" y="5"/>
                    </a:cubicBezTo>
                    <a:cubicBezTo>
                      <a:pt x="8" y="5"/>
                      <a:pt x="8" y="5"/>
                      <a:pt x="8" y="5"/>
                    </a:cubicBezTo>
                    <a:cubicBezTo>
                      <a:pt x="8" y="4"/>
                      <a:pt x="9" y="4"/>
                      <a:pt x="9" y="4"/>
                    </a:cubicBezTo>
                    <a:cubicBezTo>
                      <a:pt x="9" y="4"/>
                      <a:pt x="9" y="4"/>
                      <a:pt x="9" y="4"/>
                    </a:cubicBezTo>
                    <a:cubicBezTo>
                      <a:pt x="10" y="4"/>
                      <a:pt x="9" y="4"/>
                      <a:pt x="9" y="4"/>
                    </a:cubicBezTo>
                    <a:cubicBezTo>
                      <a:pt x="10" y="3"/>
                      <a:pt x="10" y="3"/>
                      <a:pt x="11" y="3"/>
                    </a:cubicBezTo>
                    <a:cubicBezTo>
                      <a:pt x="11" y="3"/>
                      <a:pt x="11" y="3"/>
                      <a:pt x="11" y="2"/>
                    </a:cubicBezTo>
                    <a:cubicBezTo>
                      <a:pt x="12" y="2"/>
                      <a:pt x="12" y="2"/>
                      <a:pt x="13" y="1"/>
                    </a:cubicBezTo>
                    <a:cubicBezTo>
                      <a:pt x="14" y="1"/>
                      <a:pt x="16" y="0"/>
                      <a:pt x="17" y="0"/>
                    </a:cubicBezTo>
                    <a:cubicBezTo>
                      <a:pt x="18" y="0"/>
                      <a:pt x="18" y="0"/>
                      <a:pt x="19" y="0"/>
                    </a:cubicBezTo>
                    <a:cubicBezTo>
                      <a:pt x="20" y="1"/>
                      <a:pt x="20" y="1"/>
                      <a:pt x="21" y="2"/>
                    </a:cubicBezTo>
                    <a:cubicBezTo>
                      <a:pt x="21" y="3"/>
                      <a:pt x="21" y="4"/>
                      <a:pt x="22" y="5"/>
                    </a:cubicBezTo>
                    <a:cubicBezTo>
                      <a:pt x="21" y="5"/>
                      <a:pt x="21" y="6"/>
                      <a:pt x="22" y="7"/>
                    </a:cubicBezTo>
                    <a:cubicBezTo>
                      <a:pt x="22" y="7"/>
                      <a:pt x="23" y="7"/>
                      <a:pt x="23"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39" name="Freeform 16">
                <a:extLst>
                  <a:ext uri="{FF2B5EF4-FFF2-40B4-BE49-F238E27FC236}">
                    <a16:creationId xmlns:a16="http://schemas.microsoft.com/office/drawing/2014/main" id="{FDAEBA55-87E3-9741-910D-B24AED486564}"/>
                  </a:ext>
                </a:extLst>
              </p:cNvPr>
              <p:cNvSpPr>
                <a:spLocks/>
              </p:cNvSpPr>
              <p:nvPr/>
            </p:nvSpPr>
            <p:spPr bwMode="auto">
              <a:xfrm>
                <a:off x="2305" y="1479"/>
                <a:ext cx="616" cy="1215"/>
              </a:xfrm>
              <a:custGeom>
                <a:avLst/>
                <a:gdLst>
                  <a:gd name="T0" fmla="*/ 40 w 144"/>
                  <a:gd name="T1" fmla="*/ 223 h 290"/>
                  <a:gd name="T2" fmla="*/ 38 w 144"/>
                  <a:gd name="T3" fmla="*/ 207 h 290"/>
                  <a:gd name="T4" fmla="*/ 35 w 144"/>
                  <a:gd name="T5" fmla="*/ 192 h 290"/>
                  <a:gd name="T6" fmla="*/ 33 w 144"/>
                  <a:gd name="T7" fmla="*/ 172 h 290"/>
                  <a:gd name="T8" fmla="*/ 31 w 144"/>
                  <a:gd name="T9" fmla="*/ 165 h 290"/>
                  <a:gd name="T10" fmla="*/ 26 w 144"/>
                  <a:gd name="T11" fmla="*/ 165 h 290"/>
                  <a:gd name="T12" fmla="*/ 24 w 144"/>
                  <a:gd name="T13" fmla="*/ 169 h 290"/>
                  <a:gd name="T14" fmla="*/ 21 w 144"/>
                  <a:gd name="T15" fmla="*/ 178 h 290"/>
                  <a:gd name="T16" fmla="*/ 17 w 144"/>
                  <a:gd name="T17" fmla="*/ 188 h 290"/>
                  <a:gd name="T18" fmla="*/ 11 w 144"/>
                  <a:gd name="T19" fmla="*/ 197 h 290"/>
                  <a:gd name="T20" fmla="*/ 2 w 144"/>
                  <a:gd name="T21" fmla="*/ 187 h 290"/>
                  <a:gd name="T22" fmla="*/ 6 w 144"/>
                  <a:gd name="T23" fmla="*/ 174 h 290"/>
                  <a:gd name="T24" fmla="*/ 12 w 144"/>
                  <a:gd name="T25" fmla="*/ 158 h 290"/>
                  <a:gd name="T26" fmla="*/ 16 w 144"/>
                  <a:gd name="T27" fmla="*/ 146 h 290"/>
                  <a:gd name="T28" fmla="*/ 24 w 144"/>
                  <a:gd name="T29" fmla="*/ 120 h 290"/>
                  <a:gd name="T30" fmla="*/ 31 w 144"/>
                  <a:gd name="T31" fmla="*/ 116 h 290"/>
                  <a:gd name="T32" fmla="*/ 44 w 144"/>
                  <a:gd name="T33" fmla="*/ 138 h 290"/>
                  <a:gd name="T34" fmla="*/ 46 w 144"/>
                  <a:gd name="T35" fmla="*/ 151 h 290"/>
                  <a:gd name="T36" fmla="*/ 47 w 144"/>
                  <a:gd name="T37" fmla="*/ 161 h 290"/>
                  <a:gd name="T38" fmla="*/ 50 w 144"/>
                  <a:gd name="T39" fmla="*/ 173 h 290"/>
                  <a:gd name="T40" fmla="*/ 53 w 144"/>
                  <a:gd name="T41" fmla="*/ 186 h 290"/>
                  <a:gd name="T42" fmla="*/ 54 w 144"/>
                  <a:gd name="T43" fmla="*/ 198 h 290"/>
                  <a:gd name="T44" fmla="*/ 55 w 144"/>
                  <a:gd name="T45" fmla="*/ 203 h 290"/>
                  <a:gd name="T46" fmla="*/ 57 w 144"/>
                  <a:gd name="T47" fmla="*/ 218 h 290"/>
                  <a:gd name="T48" fmla="*/ 61 w 144"/>
                  <a:gd name="T49" fmla="*/ 202 h 290"/>
                  <a:gd name="T50" fmla="*/ 65 w 144"/>
                  <a:gd name="T51" fmla="*/ 179 h 290"/>
                  <a:gd name="T52" fmla="*/ 68 w 144"/>
                  <a:gd name="T53" fmla="*/ 160 h 290"/>
                  <a:gd name="T54" fmla="*/ 73 w 144"/>
                  <a:gd name="T55" fmla="*/ 138 h 290"/>
                  <a:gd name="T56" fmla="*/ 80 w 144"/>
                  <a:gd name="T57" fmla="*/ 112 h 290"/>
                  <a:gd name="T58" fmla="*/ 86 w 144"/>
                  <a:gd name="T59" fmla="*/ 90 h 290"/>
                  <a:gd name="T60" fmla="*/ 90 w 144"/>
                  <a:gd name="T61" fmla="*/ 81 h 290"/>
                  <a:gd name="T62" fmla="*/ 100 w 144"/>
                  <a:gd name="T63" fmla="*/ 51 h 290"/>
                  <a:gd name="T64" fmla="*/ 109 w 144"/>
                  <a:gd name="T65" fmla="*/ 26 h 290"/>
                  <a:gd name="T66" fmla="*/ 111 w 144"/>
                  <a:gd name="T67" fmla="*/ 23 h 290"/>
                  <a:gd name="T68" fmla="*/ 119 w 144"/>
                  <a:gd name="T69" fmla="*/ 6 h 290"/>
                  <a:gd name="T70" fmla="*/ 135 w 144"/>
                  <a:gd name="T71" fmla="*/ 1 h 290"/>
                  <a:gd name="T72" fmla="*/ 141 w 144"/>
                  <a:gd name="T73" fmla="*/ 6 h 290"/>
                  <a:gd name="T74" fmla="*/ 143 w 144"/>
                  <a:gd name="T75" fmla="*/ 18 h 290"/>
                  <a:gd name="T76" fmla="*/ 138 w 144"/>
                  <a:gd name="T77" fmla="*/ 27 h 290"/>
                  <a:gd name="T78" fmla="*/ 130 w 144"/>
                  <a:gd name="T79" fmla="*/ 36 h 290"/>
                  <a:gd name="T80" fmla="*/ 123 w 144"/>
                  <a:gd name="T81" fmla="*/ 46 h 290"/>
                  <a:gd name="T82" fmla="*/ 111 w 144"/>
                  <a:gd name="T83" fmla="*/ 74 h 290"/>
                  <a:gd name="T84" fmla="*/ 108 w 144"/>
                  <a:gd name="T85" fmla="*/ 82 h 290"/>
                  <a:gd name="T86" fmla="*/ 103 w 144"/>
                  <a:gd name="T87" fmla="*/ 98 h 290"/>
                  <a:gd name="T88" fmla="*/ 100 w 144"/>
                  <a:gd name="T89" fmla="*/ 108 h 290"/>
                  <a:gd name="T90" fmla="*/ 97 w 144"/>
                  <a:gd name="T91" fmla="*/ 119 h 290"/>
                  <a:gd name="T92" fmla="*/ 94 w 144"/>
                  <a:gd name="T93" fmla="*/ 129 h 290"/>
                  <a:gd name="T94" fmla="*/ 89 w 144"/>
                  <a:gd name="T95" fmla="*/ 142 h 290"/>
                  <a:gd name="T96" fmla="*/ 86 w 144"/>
                  <a:gd name="T97" fmla="*/ 156 h 290"/>
                  <a:gd name="T98" fmla="*/ 83 w 144"/>
                  <a:gd name="T99" fmla="*/ 169 h 290"/>
                  <a:gd name="T100" fmla="*/ 82 w 144"/>
                  <a:gd name="T101" fmla="*/ 179 h 290"/>
                  <a:gd name="T102" fmla="*/ 80 w 144"/>
                  <a:gd name="T103" fmla="*/ 188 h 290"/>
                  <a:gd name="T104" fmla="*/ 78 w 144"/>
                  <a:gd name="T105" fmla="*/ 197 h 290"/>
                  <a:gd name="T106" fmla="*/ 77 w 144"/>
                  <a:gd name="T107" fmla="*/ 204 h 290"/>
                  <a:gd name="T108" fmla="*/ 75 w 144"/>
                  <a:gd name="T109" fmla="*/ 215 h 290"/>
                  <a:gd name="T110" fmla="*/ 75 w 144"/>
                  <a:gd name="T111" fmla="*/ 224 h 290"/>
                  <a:gd name="T112" fmla="*/ 71 w 144"/>
                  <a:gd name="T113" fmla="*/ 243 h 290"/>
                  <a:gd name="T114" fmla="*/ 69 w 144"/>
                  <a:gd name="T115" fmla="*/ 260 h 290"/>
                  <a:gd name="T116" fmla="*/ 67 w 144"/>
                  <a:gd name="T117" fmla="*/ 279 h 290"/>
                  <a:gd name="T118" fmla="*/ 60 w 144"/>
                  <a:gd name="T119" fmla="*/ 290 h 290"/>
                  <a:gd name="T120" fmla="*/ 51 w 144"/>
                  <a:gd name="T121" fmla="*/ 284 h 290"/>
                  <a:gd name="T122" fmla="*/ 47 w 144"/>
                  <a:gd name="T123" fmla="*/ 267 h 290"/>
                  <a:gd name="T124" fmla="*/ 45 w 144"/>
                  <a:gd name="T125" fmla="*/ 254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4" h="290">
                    <a:moveTo>
                      <a:pt x="43" y="245"/>
                    </a:moveTo>
                    <a:cubicBezTo>
                      <a:pt x="43" y="244"/>
                      <a:pt x="43" y="244"/>
                      <a:pt x="43" y="243"/>
                    </a:cubicBezTo>
                    <a:cubicBezTo>
                      <a:pt x="43" y="241"/>
                      <a:pt x="42" y="239"/>
                      <a:pt x="42" y="237"/>
                    </a:cubicBezTo>
                    <a:cubicBezTo>
                      <a:pt x="42" y="235"/>
                      <a:pt x="41" y="234"/>
                      <a:pt x="41" y="232"/>
                    </a:cubicBezTo>
                    <a:cubicBezTo>
                      <a:pt x="41" y="231"/>
                      <a:pt x="41" y="231"/>
                      <a:pt x="41" y="231"/>
                    </a:cubicBezTo>
                    <a:cubicBezTo>
                      <a:pt x="41" y="229"/>
                      <a:pt x="41" y="228"/>
                      <a:pt x="41" y="226"/>
                    </a:cubicBezTo>
                    <a:cubicBezTo>
                      <a:pt x="40" y="226"/>
                      <a:pt x="40" y="224"/>
                      <a:pt x="40" y="223"/>
                    </a:cubicBezTo>
                    <a:cubicBezTo>
                      <a:pt x="40" y="223"/>
                      <a:pt x="40" y="220"/>
                      <a:pt x="40" y="219"/>
                    </a:cubicBezTo>
                    <a:cubicBezTo>
                      <a:pt x="39" y="219"/>
                      <a:pt x="39" y="219"/>
                      <a:pt x="39" y="218"/>
                    </a:cubicBezTo>
                    <a:cubicBezTo>
                      <a:pt x="39" y="217"/>
                      <a:pt x="39" y="215"/>
                      <a:pt x="39" y="213"/>
                    </a:cubicBezTo>
                    <a:cubicBezTo>
                      <a:pt x="39" y="213"/>
                      <a:pt x="38" y="212"/>
                      <a:pt x="38" y="212"/>
                    </a:cubicBezTo>
                    <a:cubicBezTo>
                      <a:pt x="38" y="211"/>
                      <a:pt x="38" y="211"/>
                      <a:pt x="38" y="211"/>
                    </a:cubicBezTo>
                    <a:cubicBezTo>
                      <a:pt x="38" y="211"/>
                      <a:pt x="38" y="210"/>
                      <a:pt x="38" y="210"/>
                    </a:cubicBezTo>
                    <a:cubicBezTo>
                      <a:pt x="38" y="209"/>
                      <a:pt x="38" y="208"/>
                      <a:pt x="38" y="207"/>
                    </a:cubicBezTo>
                    <a:cubicBezTo>
                      <a:pt x="38" y="207"/>
                      <a:pt x="38" y="206"/>
                      <a:pt x="37" y="205"/>
                    </a:cubicBezTo>
                    <a:cubicBezTo>
                      <a:pt x="37" y="205"/>
                      <a:pt x="37" y="204"/>
                      <a:pt x="37" y="204"/>
                    </a:cubicBezTo>
                    <a:cubicBezTo>
                      <a:pt x="37" y="203"/>
                      <a:pt x="37" y="203"/>
                      <a:pt x="37" y="202"/>
                    </a:cubicBezTo>
                    <a:cubicBezTo>
                      <a:pt x="37" y="200"/>
                      <a:pt x="36" y="199"/>
                      <a:pt x="36" y="197"/>
                    </a:cubicBezTo>
                    <a:cubicBezTo>
                      <a:pt x="36" y="197"/>
                      <a:pt x="36" y="197"/>
                      <a:pt x="36" y="196"/>
                    </a:cubicBezTo>
                    <a:cubicBezTo>
                      <a:pt x="36" y="196"/>
                      <a:pt x="36" y="194"/>
                      <a:pt x="36" y="193"/>
                    </a:cubicBezTo>
                    <a:cubicBezTo>
                      <a:pt x="36" y="192"/>
                      <a:pt x="35" y="192"/>
                      <a:pt x="35" y="192"/>
                    </a:cubicBezTo>
                    <a:cubicBezTo>
                      <a:pt x="34" y="190"/>
                      <a:pt x="35" y="189"/>
                      <a:pt x="35" y="188"/>
                    </a:cubicBezTo>
                    <a:cubicBezTo>
                      <a:pt x="35" y="186"/>
                      <a:pt x="34" y="185"/>
                      <a:pt x="34" y="184"/>
                    </a:cubicBezTo>
                    <a:cubicBezTo>
                      <a:pt x="34" y="183"/>
                      <a:pt x="34" y="182"/>
                      <a:pt x="34" y="182"/>
                    </a:cubicBezTo>
                    <a:cubicBezTo>
                      <a:pt x="34" y="180"/>
                      <a:pt x="33" y="179"/>
                      <a:pt x="33" y="178"/>
                    </a:cubicBezTo>
                    <a:cubicBezTo>
                      <a:pt x="33" y="176"/>
                      <a:pt x="33" y="175"/>
                      <a:pt x="33" y="174"/>
                    </a:cubicBezTo>
                    <a:cubicBezTo>
                      <a:pt x="33" y="174"/>
                      <a:pt x="33" y="174"/>
                      <a:pt x="33" y="174"/>
                    </a:cubicBezTo>
                    <a:cubicBezTo>
                      <a:pt x="32" y="173"/>
                      <a:pt x="33" y="173"/>
                      <a:pt x="33" y="172"/>
                    </a:cubicBezTo>
                    <a:cubicBezTo>
                      <a:pt x="32" y="172"/>
                      <a:pt x="32" y="172"/>
                      <a:pt x="32" y="171"/>
                    </a:cubicBezTo>
                    <a:cubicBezTo>
                      <a:pt x="32" y="171"/>
                      <a:pt x="31" y="170"/>
                      <a:pt x="31" y="170"/>
                    </a:cubicBezTo>
                    <a:cubicBezTo>
                      <a:pt x="31" y="169"/>
                      <a:pt x="31" y="169"/>
                      <a:pt x="31" y="169"/>
                    </a:cubicBezTo>
                    <a:cubicBezTo>
                      <a:pt x="31" y="169"/>
                      <a:pt x="31" y="169"/>
                      <a:pt x="31" y="168"/>
                    </a:cubicBezTo>
                    <a:cubicBezTo>
                      <a:pt x="31" y="168"/>
                      <a:pt x="31" y="167"/>
                      <a:pt x="31" y="167"/>
                    </a:cubicBezTo>
                    <a:cubicBezTo>
                      <a:pt x="31" y="166"/>
                      <a:pt x="31" y="166"/>
                      <a:pt x="31" y="166"/>
                    </a:cubicBezTo>
                    <a:cubicBezTo>
                      <a:pt x="31" y="166"/>
                      <a:pt x="31" y="165"/>
                      <a:pt x="31" y="165"/>
                    </a:cubicBezTo>
                    <a:cubicBezTo>
                      <a:pt x="31" y="164"/>
                      <a:pt x="31" y="164"/>
                      <a:pt x="31" y="164"/>
                    </a:cubicBezTo>
                    <a:cubicBezTo>
                      <a:pt x="30" y="165"/>
                      <a:pt x="30" y="165"/>
                      <a:pt x="30" y="165"/>
                    </a:cubicBezTo>
                    <a:cubicBezTo>
                      <a:pt x="30" y="164"/>
                      <a:pt x="30" y="164"/>
                      <a:pt x="30" y="163"/>
                    </a:cubicBezTo>
                    <a:cubicBezTo>
                      <a:pt x="30" y="163"/>
                      <a:pt x="29" y="163"/>
                      <a:pt x="29" y="162"/>
                    </a:cubicBezTo>
                    <a:cubicBezTo>
                      <a:pt x="28" y="162"/>
                      <a:pt x="28" y="162"/>
                      <a:pt x="28" y="162"/>
                    </a:cubicBezTo>
                    <a:cubicBezTo>
                      <a:pt x="27" y="162"/>
                      <a:pt x="27" y="163"/>
                      <a:pt x="27" y="164"/>
                    </a:cubicBezTo>
                    <a:cubicBezTo>
                      <a:pt x="27" y="164"/>
                      <a:pt x="26" y="165"/>
                      <a:pt x="26" y="165"/>
                    </a:cubicBezTo>
                    <a:cubicBezTo>
                      <a:pt x="26" y="166"/>
                      <a:pt x="26" y="165"/>
                      <a:pt x="25" y="166"/>
                    </a:cubicBezTo>
                    <a:cubicBezTo>
                      <a:pt x="25" y="166"/>
                      <a:pt x="25" y="167"/>
                      <a:pt x="26" y="167"/>
                    </a:cubicBezTo>
                    <a:cubicBezTo>
                      <a:pt x="25" y="167"/>
                      <a:pt x="25" y="167"/>
                      <a:pt x="24" y="167"/>
                    </a:cubicBezTo>
                    <a:cubicBezTo>
                      <a:pt x="24" y="167"/>
                      <a:pt x="25" y="167"/>
                      <a:pt x="25" y="167"/>
                    </a:cubicBezTo>
                    <a:cubicBezTo>
                      <a:pt x="25" y="168"/>
                      <a:pt x="24" y="168"/>
                      <a:pt x="25" y="168"/>
                    </a:cubicBezTo>
                    <a:cubicBezTo>
                      <a:pt x="24" y="168"/>
                      <a:pt x="24" y="169"/>
                      <a:pt x="24" y="169"/>
                    </a:cubicBezTo>
                    <a:cubicBezTo>
                      <a:pt x="24" y="169"/>
                      <a:pt x="25" y="169"/>
                      <a:pt x="24" y="169"/>
                    </a:cubicBezTo>
                    <a:cubicBezTo>
                      <a:pt x="24" y="170"/>
                      <a:pt x="23" y="170"/>
                      <a:pt x="24" y="171"/>
                    </a:cubicBezTo>
                    <a:cubicBezTo>
                      <a:pt x="23" y="171"/>
                      <a:pt x="23" y="172"/>
                      <a:pt x="23" y="172"/>
                    </a:cubicBezTo>
                    <a:cubicBezTo>
                      <a:pt x="22" y="173"/>
                      <a:pt x="23" y="173"/>
                      <a:pt x="23" y="174"/>
                    </a:cubicBezTo>
                    <a:cubicBezTo>
                      <a:pt x="22" y="174"/>
                      <a:pt x="22" y="175"/>
                      <a:pt x="22" y="175"/>
                    </a:cubicBezTo>
                    <a:cubicBezTo>
                      <a:pt x="21" y="176"/>
                      <a:pt x="22" y="175"/>
                      <a:pt x="22" y="176"/>
                    </a:cubicBezTo>
                    <a:cubicBezTo>
                      <a:pt x="21" y="176"/>
                      <a:pt x="22" y="177"/>
                      <a:pt x="21" y="177"/>
                    </a:cubicBezTo>
                    <a:cubicBezTo>
                      <a:pt x="21" y="178"/>
                      <a:pt x="21" y="177"/>
                      <a:pt x="21" y="178"/>
                    </a:cubicBezTo>
                    <a:cubicBezTo>
                      <a:pt x="21" y="178"/>
                      <a:pt x="21" y="178"/>
                      <a:pt x="21" y="178"/>
                    </a:cubicBezTo>
                    <a:cubicBezTo>
                      <a:pt x="21" y="179"/>
                      <a:pt x="20" y="179"/>
                      <a:pt x="21" y="180"/>
                    </a:cubicBezTo>
                    <a:cubicBezTo>
                      <a:pt x="20" y="180"/>
                      <a:pt x="20" y="181"/>
                      <a:pt x="20" y="181"/>
                    </a:cubicBezTo>
                    <a:cubicBezTo>
                      <a:pt x="20" y="182"/>
                      <a:pt x="19" y="182"/>
                      <a:pt x="19" y="183"/>
                    </a:cubicBezTo>
                    <a:cubicBezTo>
                      <a:pt x="19" y="184"/>
                      <a:pt x="19" y="184"/>
                      <a:pt x="20" y="184"/>
                    </a:cubicBezTo>
                    <a:cubicBezTo>
                      <a:pt x="20" y="184"/>
                      <a:pt x="19" y="184"/>
                      <a:pt x="19" y="184"/>
                    </a:cubicBezTo>
                    <a:cubicBezTo>
                      <a:pt x="18" y="185"/>
                      <a:pt x="18" y="187"/>
                      <a:pt x="17" y="188"/>
                    </a:cubicBezTo>
                    <a:cubicBezTo>
                      <a:pt x="17" y="188"/>
                      <a:pt x="17" y="189"/>
                      <a:pt x="16" y="189"/>
                    </a:cubicBezTo>
                    <a:cubicBezTo>
                      <a:pt x="16" y="191"/>
                      <a:pt x="15" y="191"/>
                      <a:pt x="16" y="193"/>
                    </a:cubicBezTo>
                    <a:cubicBezTo>
                      <a:pt x="15" y="193"/>
                      <a:pt x="15" y="193"/>
                      <a:pt x="15" y="194"/>
                    </a:cubicBezTo>
                    <a:cubicBezTo>
                      <a:pt x="15" y="194"/>
                      <a:pt x="15" y="194"/>
                      <a:pt x="15" y="195"/>
                    </a:cubicBezTo>
                    <a:cubicBezTo>
                      <a:pt x="14" y="195"/>
                      <a:pt x="14" y="195"/>
                      <a:pt x="14" y="195"/>
                    </a:cubicBezTo>
                    <a:cubicBezTo>
                      <a:pt x="14" y="195"/>
                      <a:pt x="14" y="196"/>
                      <a:pt x="13" y="196"/>
                    </a:cubicBezTo>
                    <a:cubicBezTo>
                      <a:pt x="13" y="196"/>
                      <a:pt x="12" y="197"/>
                      <a:pt x="11" y="197"/>
                    </a:cubicBezTo>
                    <a:cubicBezTo>
                      <a:pt x="11" y="197"/>
                      <a:pt x="9" y="198"/>
                      <a:pt x="8" y="198"/>
                    </a:cubicBezTo>
                    <a:cubicBezTo>
                      <a:pt x="7" y="198"/>
                      <a:pt x="6" y="198"/>
                      <a:pt x="5" y="197"/>
                    </a:cubicBezTo>
                    <a:cubicBezTo>
                      <a:pt x="4" y="197"/>
                      <a:pt x="3" y="197"/>
                      <a:pt x="3" y="196"/>
                    </a:cubicBezTo>
                    <a:cubicBezTo>
                      <a:pt x="2" y="196"/>
                      <a:pt x="2" y="195"/>
                      <a:pt x="2" y="195"/>
                    </a:cubicBezTo>
                    <a:cubicBezTo>
                      <a:pt x="2" y="195"/>
                      <a:pt x="2" y="195"/>
                      <a:pt x="2" y="195"/>
                    </a:cubicBezTo>
                    <a:cubicBezTo>
                      <a:pt x="2" y="195"/>
                      <a:pt x="1" y="194"/>
                      <a:pt x="1" y="193"/>
                    </a:cubicBezTo>
                    <a:cubicBezTo>
                      <a:pt x="0" y="191"/>
                      <a:pt x="1" y="188"/>
                      <a:pt x="2" y="187"/>
                    </a:cubicBezTo>
                    <a:cubicBezTo>
                      <a:pt x="2" y="186"/>
                      <a:pt x="2" y="186"/>
                      <a:pt x="2" y="185"/>
                    </a:cubicBezTo>
                    <a:cubicBezTo>
                      <a:pt x="2" y="185"/>
                      <a:pt x="3" y="184"/>
                      <a:pt x="3" y="184"/>
                    </a:cubicBezTo>
                    <a:cubicBezTo>
                      <a:pt x="3" y="184"/>
                      <a:pt x="3" y="183"/>
                      <a:pt x="3" y="183"/>
                    </a:cubicBezTo>
                    <a:cubicBezTo>
                      <a:pt x="3" y="183"/>
                      <a:pt x="3" y="183"/>
                      <a:pt x="3" y="182"/>
                    </a:cubicBezTo>
                    <a:cubicBezTo>
                      <a:pt x="4" y="181"/>
                      <a:pt x="4" y="179"/>
                      <a:pt x="5" y="178"/>
                    </a:cubicBezTo>
                    <a:cubicBezTo>
                      <a:pt x="5" y="177"/>
                      <a:pt x="5" y="177"/>
                      <a:pt x="5" y="177"/>
                    </a:cubicBezTo>
                    <a:cubicBezTo>
                      <a:pt x="6" y="176"/>
                      <a:pt x="6" y="175"/>
                      <a:pt x="6" y="174"/>
                    </a:cubicBezTo>
                    <a:cubicBezTo>
                      <a:pt x="7" y="172"/>
                      <a:pt x="8" y="171"/>
                      <a:pt x="8" y="170"/>
                    </a:cubicBezTo>
                    <a:cubicBezTo>
                      <a:pt x="8" y="169"/>
                      <a:pt x="8" y="169"/>
                      <a:pt x="8" y="169"/>
                    </a:cubicBezTo>
                    <a:cubicBezTo>
                      <a:pt x="8" y="168"/>
                      <a:pt x="9" y="168"/>
                      <a:pt x="8" y="167"/>
                    </a:cubicBezTo>
                    <a:cubicBezTo>
                      <a:pt x="9" y="167"/>
                      <a:pt x="10" y="166"/>
                      <a:pt x="10" y="165"/>
                    </a:cubicBezTo>
                    <a:cubicBezTo>
                      <a:pt x="10" y="164"/>
                      <a:pt x="10" y="163"/>
                      <a:pt x="10" y="162"/>
                    </a:cubicBezTo>
                    <a:cubicBezTo>
                      <a:pt x="10" y="162"/>
                      <a:pt x="11" y="161"/>
                      <a:pt x="11" y="161"/>
                    </a:cubicBezTo>
                    <a:cubicBezTo>
                      <a:pt x="11" y="160"/>
                      <a:pt x="12" y="159"/>
                      <a:pt x="12" y="158"/>
                    </a:cubicBezTo>
                    <a:cubicBezTo>
                      <a:pt x="12" y="157"/>
                      <a:pt x="12" y="157"/>
                      <a:pt x="12" y="156"/>
                    </a:cubicBezTo>
                    <a:cubicBezTo>
                      <a:pt x="12" y="156"/>
                      <a:pt x="13" y="156"/>
                      <a:pt x="13" y="156"/>
                    </a:cubicBezTo>
                    <a:cubicBezTo>
                      <a:pt x="13" y="155"/>
                      <a:pt x="13" y="155"/>
                      <a:pt x="13" y="155"/>
                    </a:cubicBezTo>
                    <a:cubicBezTo>
                      <a:pt x="12" y="155"/>
                      <a:pt x="13" y="154"/>
                      <a:pt x="14" y="153"/>
                    </a:cubicBezTo>
                    <a:cubicBezTo>
                      <a:pt x="14" y="152"/>
                      <a:pt x="14" y="151"/>
                      <a:pt x="15" y="149"/>
                    </a:cubicBezTo>
                    <a:cubicBezTo>
                      <a:pt x="15" y="149"/>
                      <a:pt x="15" y="148"/>
                      <a:pt x="15" y="148"/>
                    </a:cubicBezTo>
                    <a:cubicBezTo>
                      <a:pt x="16" y="147"/>
                      <a:pt x="15" y="146"/>
                      <a:pt x="16" y="146"/>
                    </a:cubicBezTo>
                    <a:cubicBezTo>
                      <a:pt x="16" y="145"/>
                      <a:pt x="16" y="144"/>
                      <a:pt x="16" y="144"/>
                    </a:cubicBezTo>
                    <a:cubicBezTo>
                      <a:pt x="17" y="143"/>
                      <a:pt x="17" y="143"/>
                      <a:pt x="17" y="142"/>
                    </a:cubicBezTo>
                    <a:cubicBezTo>
                      <a:pt x="17" y="141"/>
                      <a:pt x="18" y="141"/>
                      <a:pt x="17" y="140"/>
                    </a:cubicBezTo>
                    <a:cubicBezTo>
                      <a:pt x="18" y="139"/>
                      <a:pt x="18" y="138"/>
                      <a:pt x="19" y="137"/>
                    </a:cubicBezTo>
                    <a:cubicBezTo>
                      <a:pt x="19" y="136"/>
                      <a:pt x="19" y="135"/>
                      <a:pt x="19" y="135"/>
                    </a:cubicBezTo>
                    <a:cubicBezTo>
                      <a:pt x="20" y="132"/>
                      <a:pt x="22" y="128"/>
                      <a:pt x="23" y="125"/>
                    </a:cubicBezTo>
                    <a:cubicBezTo>
                      <a:pt x="23" y="124"/>
                      <a:pt x="23" y="122"/>
                      <a:pt x="24" y="120"/>
                    </a:cubicBezTo>
                    <a:cubicBezTo>
                      <a:pt x="24" y="120"/>
                      <a:pt x="25" y="120"/>
                      <a:pt x="25" y="120"/>
                    </a:cubicBezTo>
                    <a:cubicBezTo>
                      <a:pt x="25" y="120"/>
                      <a:pt x="25" y="120"/>
                      <a:pt x="25" y="120"/>
                    </a:cubicBezTo>
                    <a:cubicBezTo>
                      <a:pt x="25" y="120"/>
                      <a:pt x="25" y="120"/>
                      <a:pt x="25" y="120"/>
                    </a:cubicBezTo>
                    <a:cubicBezTo>
                      <a:pt x="25" y="119"/>
                      <a:pt x="27" y="118"/>
                      <a:pt x="27" y="117"/>
                    </a:cubicBezTo>
                    <a:cubicBezTo>
                      <a:pt x="28" y="117"/>
                      <a:pt x="28" y="117"/>
                      <a:pt x="28" y="117"/>
                    </a:cubicBezTo>
                    <a:cubicBezTo>
                      <a:pt x="28" y="117"/>
                      <a:pt x="29" y="117"/>
                      <a:pt x="29" y="117"/>
                    </a:cubicBezTo>
                    <a:cubicBezTo>
                      <a:pt x="30" y="116"/>
                      <a:pt x="30" y="116"/>
                      <a:pt x="31" y="116"/>
                    </a:cubicBezTo>
                    <a:cubicBezTo>
                      <a:pt x="33" y="115"/>
                      <a:pt x="35" y="116"/>
                      <a:pt x="37" y="117"/>
                    </a:cubicBezTo>
                    <a:cubicBezTo>
                      <a:pt x="38" y="118"/>
                      <a:pt x="38" y="118"/>
                      <a:pt x="39" y="119"/>
                    </a:cubicBezTo>
                    <a:cubicBezTo>
                      <a:pt x="39" y="119"/>
                      <a:pt x="40" y="120"/>
                      <a:pt x="40" y="121"/>
                    </a:cubicBezTo>
                    <a:cubicBezTo>
                      <a:pt x="40" y="121"/>
                      <a:pt x="41" y="122"/>
                      <a:pt x="41" y="123"/>
                    </a:cubicBezTo>
                    <a:cubicBezTo>
                      <a:pt x="41" y="124"/>
                      <a:pt x="41" y="125"/>
                      <a:pt x="42" y="126"/>
                    </a:cubicBezTo>
                    <a:cubicBezTo>
                      <a:pt x="42" y="126"/>
                      <a:pt x="42" y="127"/>
                      <a:pt x="42" y="128"/>
                    </a:cubicBezTo>
                    <a:cubicBezTo>
                      <a:pt x="43" y="131"/>
                      <a:pt x="43" y="135"/>
                      <a:pt x="44" y="138"/>
                    </a:cubicBezTo>
                    <a:cubicBezTo>
                      <a:pt x="44" y="139"/>
                      <a:pt x="44" y="141"/>
                      <a:pt x="44" y="142"/>
                    </a:cubicBezTo>
                    <a:cubicBezTo>
                      <a:pt x="45" y="144"/>
                      <a:pt x="44" y="145"/>
                      <a:pt x="45" y="147"/>
                    </a:cubicBezTo>
                    <a:cubicBezTo>
                      <a:pt x="45" y="147"/>
                      <a:pt x="45" y="147"/>
                      <a:pt x="45" y="148"/>
                    </a:cubicBezTo>
                    <a:cubicBezTo>
                      <a:pt x="45" y="148"/>
                      <a:pt x="45" y="149"/>
                      <a:pt x="46" y="149"/>
                    </a:cubicBezTo>
                    <a:cubicBezTo>
                      <a:pt x="45" y="149"/>
                      <a:pt x="46" y="150"/>
                      <a:pt x="46" y="150"/>
                    </a:cubicBezTo>
                    <a:cubicBezTo>
                      <a:pt x="46" y="151"/>
                      <a:pt x="46" y="150"/>
                      <a:pt x="46" y="151"/>
                    </a:cubicBezTo>
                    <a:cubicBezTo>
                      <a:pt x="46" y="151"/>
                      <a:pt x="46" y="151"/>
                      <a:pt x="46" y="151"/>
                    </a:cubicBezTo>
                    <a:cubicBezTo>
                      <a:pt x="46" y="152"/>
                      <a:pt x="46" y="152"/>
                      <a:pt x="46" y="152"/>
                    </a:cubicBezTo>
                    <a:cubicBezTo>
                      <a:pt x="46" y="152"/>
                      <a:pt x="46" y="153"/>
                      <a:pt x="46" y="153"/>
                    </a:cubicBezTo>
                    <a:cubicBezTo>
                      <a:pt x="46" y="154"/>
                      <a:pt x="47" y="154"/>
                      <a:pt x="47" y="154"/>
                    </a:cubicBezTo>
                    <a:cubicBezTo>
                      <a:pt x="46" y="155"/>
                      <a:pt x="47" y="155"/>
                      <a:pt x="47" y="156"/>
                    </a:cubicBezTo>
                    <a:cubicBezTo>
                      <a:pt x="47" y="157"/>
                      <a:pt x="47" y="157"/>
                      <a:pt x="47" y="157"/>
                    </a:cubicBezTo>
                    <a:cubicBezTo>
                      <a:pt x="47" y="158"/>
                      <a:pt x="47" y="159"/>
                      <a:pt x="47" y="160"/>
                    </a:cubicBezTo>
                    <a:cubicBezTo>
                      <a:pt x="47" y="160"/>
                      <a:pt x="47" y="160"/>
                      <a:pt x="47" y="161"/>
                    </a:cubicBezTo>
                    <a:cubicBezTo>
                      <a:pt x="47" y="161"/>
                      <a:pt x="47" y="162"/>
                      <a:pt x="48" y="161"/>
                    </a:cubicBezTo>
                    <a:cubicBezTo>
                      <a:pt x="47" y="163"/>
                      <a:pt x="48" y="164"/>
                      <a:pt x="48" y="165"/>
                    </a:cubicBezTo>
                    <a:cubicBezTo>
                      <a:pt x="48" y="166"/>
                      <a:pt x="48" y="166"/>
                      <a:pt x="48" y="167"/>
                    </a:cubicBezTo>
                    <a:cubicBezTo>
                      <a:pt x="48" y="168"/>
                      <a:pt x="49" y="168"/>
                      <a:pt x="49" y="168"/>
                    </a:cubicBezTo>
                    <a:cubicBezTo>
                      <a:pt x="48" y="169"/>
                      <a:pt x="49" y="170"/>
                      <a:pt x="49" y="171"/>
                    </a:cubicBezTo>
                    <a:cubicBezTo>
                      <a:pt x="49" y="172"/>
                      <a:pt x="50" y="171"/>
                      <a:pt x="50" y="172"/>
                    </a:cubicBezTo>
                    <a:cubicBezTo>
                      <a:pt x="50" y="172"/>
                      <a:pt x="49" y="172"/>
                      <a:pt x="50" y="173"/>
                    </a:cubicBezTo>
                    <a:cubicBezTo>
                      <a:pt x="50" y="174"/>
                      <a:pt x="50" y="174"/>
                      <a:pt x="50" y="175"/>
                    </a:cubicBezTo>
                    <a:cubicBezTo>
                      <a:pt x="51" y="176"/>
                      <a:pt x="51" y="177"/>
                      <a:pt x="51" y="178"/>
                    </a:cubicBezTo>
                    <a:cubicBezTo>
                      <a:pt x="51" y="179"/>
                      <a:pt x="51" y="179"/>
                      <a:pt x="51" y="179"/>
                    </a:cubicBezTo>
                    <a:cubicBezTo>
                      <a:pt x="51" y="180"/>
                      <a:pt x="52" y="180"/>
                      <a:pt x="52" y="181"/>
                    </a:cubicBezTo>
                    <a:cubicBezTo>
                      <a:pt x="52" y="182"/>
                      <a:pt x="52" y="181"/>
                      <a:pt x="52" y="182"/>
                    </a:cubicBezTo>
                    <a:cubicBezTo>
                      <a:pt x="52" y="183"/>
                      <a:pt x="52" y="183"/>
                      <a:pt x="52" y="184"/>
                    </a:cubicBezTo>
                    <a:cubicBezTo>
                      <a:pt x="52" y="185"/>
                      <a:pt x="53" y="185"/>
                      <a:pt x="53" y="186"/>
                    </a:cubicBezTo>
                    <a:cubicBezTo>
                      <a:pt x="53" y="186"/>
                      <a:pt x="53" y="186"/>
                      <a:pt x="53" y="186"/>
                    </a:cubicBezTo>
                    <a:cubicBezTo>
                      <a:pt x="53" y="187"/>
                      <a:pt x="53" y="188"/>
                      <a:pt x="53" y="189"/>
                    </a:cubicBezTo>
                    <a:cubicBezTo>
                      <a:pt x="53" y="190"/>
                      <a:pt x="54" y="191"/>
                      <a:pt x="54" y="192"/>
                    </a:cubicBezTo>
                    <a:cubicBezTo>
                      <a:pt x="54" y="193"/>
                      <a:pt x="55" y="194"/>
                      <a:pt x="55" y="194"/>
                    </a:cubicBezTo>
                    <a:cubicBezTo>
                      <a:pt x="55" y="195"/>
                      <a:pt x="54" y="196"/>
                      <a:pt x="54" y="197"/>
                    </a:cubicBezTo>
                    <a:cubicBezTo>
                      <a:pt x="54" y="197"/>
                      <a:pt x="54" y="197"/>
                      <a:pt x="54" y="197"/>
                    </a:cubicBezTo>
                    <a:cubicBezTo>
                      <a:pt x="54" y="198"/>
                      <a:pt x="54" y="198"/>
                      <a:pt x="54" y="198"/>
                    </a:cubicBezTo>
                    <a:cubicBezTo>
                      <a:pt x="54" y="199"/>
                      <a:pt x="54" y="199"/>
                      <a:pt x="54" y="200"/>
                    </a:cubicBezTo>
                    <a:cubicBezTo>
                      <a:pt x="54" y="200"/>
                      <a:pt x="54" y="200"/>
                      <a:pt x="55" y="200"/>
                    </a:cubicBezTo>
                    <a:cubicBezTo>
                      <a:pt x="55" y="200"/>
                      <a:pt x="55" y="200"/>
                      <a:pt x="54" y="200"/>
                    </a:cubicBezTo>
                    <a:cubicBezTo>
                      <a:pt x="54" y="201"/>
                      <a:pt x="54" y="201"/>
                      <a:pt x="54" y="201"/>
                    </a:cubicBezTo>
                    <a:cubicBezTo>
                      <a:pt x="54" y="202"/>
                      <a:pt x="54" y="201"/>
                      <a:pt x="55" y="201"/>
                    </a:cubicBezTo>
                    <a:cubicBezTo>
                      <a:pt x="55" y="202"/>
                      <a:pt x="55" y="202"/>
                      <a:pt x="55" y="202"/>
                    </a:cubicBezTo>
                    <a:cubicBezTo>
                      <a:pt x="55" y="203"/>
                      <a:pt x="55" y="203"/>
                      <a:pt x="55" y="203"/>
                    </a:cubicBezTo>
                    <a:cubicBezTo>
                      <a:pt x="55" y="204"/>
                      <a:pt x="56" y="205"/>
                      <a:pt x="56" y="205"/>
                    </a:cubicBezTo>
                    <a:cubicBezTo>
                      <a:pt x="56" y="206"/>
                      <a:pt x="55" y="206"/>
                      <a:pt x="55" y="207"/>
                    </a:cubicBezTo>
                    <a:cubicBezTo>
                      <a:pt x="55" y="207"/>
                      <a:pt x="55" y="207"/>
                      <a:pt x="55" y="207"/>
                    </a:cubicBezTo>
                    <a:cubicBezTo>
                      <a:pt x="55" y="207"/>
                      <a:pt x="55" y="207"/>
                      <a:pt x="55" y="208"/>
                    </a:cubicBezTo>
                    <a:cubicBezTo>
                      <a:pt x="56" y="209"/>
                      <a:pt x="56" y="212"/>
                      <a:pt x="56" y="214"/>
                    </a:cubicBezTo>
                    <a:cubicBezTo>
                      <a:pt x="56" y="214"/>
                      <a:pt x="57" y="214"/>
                      <a:pt x="57" y="214"/>
                    </a:cubicBezTo>
                    <a:cubicBezTo>
                      <a:pt x="56" y="215"/>
                      <a:pt x="57" y="217"/>
                      <a:pt x="57" y="218"/>
                    </a:cubicBezTo>
                    <a:cubicBezTo>
                      <a:pt x="57" y="218"/>
                      <a:pt x="57" y="219"/>
                      <a:pt x="57" y="218"/>
                    </a:cubicBezTo>
                    <a:cubicBezTo>
                      <a:pt x="58" y="219"/>
                      <a:pt x="58" y="219"/>
                      <a:pt x="58" y="219"/>
                    </a:cubicBezTo>
                    <a:cubicBezTo>
                      <a:pt x="58" y="219"/>
                      <a:pt x="59" y="218"/>
                      <a:pt x="59" y="217"/>
                    </a:cubicBezTo>
                    <a:cubicBezTo>
                      <a:pt x="59" y="216"/>
                      <a:pt x="59" y="216"/>
                      <a:pt x="59" y="215"/>
                    </a:cubicBezTo>
                    <a:cubicBezTo>
                      <a:pt x="59" y="214"/>
                      <a:pt x="59" y="213"/>
                      <a:pt x="59" y="212"/>
                    </a:cubicBezTo>
                    <a:cubicBezTo>
                      <a:pt x="60" y="211"/>
                      <a:pt x="60" y="209"/>
                      <a:pt x="60" y="207"/>
                    </a:cubicBezTo>
                    <a:cubicBezTo>
                      <a:pt x="60" y="206"/>
                      <a:pt x="61" y="204"/>
                      <a:pt x="61" y="202"/>
                    </a:cubicBezTo>
                    <a:cubicBezTo>
                      <a:pt x="61" y="201"/>
                      <a:pt x="61" y="199"/>
                      <a:pt x="61" y="198"/>
                    </a:cubicBezTo>
                    <a:cubicBezTo>
                      <a:pt x="61" y="198"/>
                      <a:pt x="62" y="198"/>
                      <a:pt x="62" y="197"/>
                    </a:cubicBezTo>
                    <a:cubicBezTo>
                      <a:pt x="62" y="197"/>
                      <a:pt x="62" y="197"/>
                      <a:pt x="62" y="196"/>
                    </a:cubicBezTo>
                    <a:cubicBezTo>
                      <a:pt x="62" y="195"/>
                      <a:pt x="62" y="194"/>
                      <a:pt x="62" y="193"/>
                    </a:cubicBezTo>
                    <a:cubicBezTo>
                      <a:pt x="63" y="192"/>
                      <a:pt x="63" y="191"/>
                      <a:pt x="63" y="189"/>
                    </a:cubicBezTo>
                    <a:cubicBezTo>
                      <a:pt x="63" y="188"/>
                      <a:pt x="63" y="187"/>
                      <a:pt x="63" y="186"/>
                    </a:cubicBezTo>
                    <a:cubicBezTo>
                      <a:pt x="64" y="184"/>
                      <a:pt x="64" y="182"/>
                      <a:pt x="65" y="179"/>
                    </a:cubicBezTo>
                    <a:cubicBezTo>
                      <a:pt x="65" y="177"/>
                      <a:pt x="65" y="175"/>
                      <a:pt x="66" y="172"/>
                    </a:cubicBezTo>
                    <a:cubicBezTo>
                      <a:pt x="66" y="172"/>
                      <a:pt x="66" y="171"/>
                      <a:pt x="66" y="170"/>
                    </a:cubicBezTo>
                    <a:cubicBezTo>
                      <a:pt x="66" y="169"/>
                      <a:pt x="67" y="167"/>
                      <a:pt x="67" y="166"/>
                    </a:cubicBezTo>
                    <a:cubicBezTo>
                      <a:pt x="67" y="165"/>
                      <a:pt x="67" y="165"/>
                      <a:pt x="67" y="164"/>
                    </a:cubicBezTo>
                    <a:cubicBezTo>
                      <a:pt x="67" y="164"/>
                      <a:pt x="68" y="163"/>
                      <a:pt x="68" y="163"/>
                    </a:cubicBezTo>
                    <a:cubicBezTo>
                      <a:pt x="68" y="163"/>
                      <a:pt x="68" y="162"/>
                      <a:pt x="68" y="162"/>
                    </a:cubicBezTo>
                    <a:cubicBezTo>
                      <a:pt x="68" y="161"/>
                      <a:pt x="68" y="160"/>
                      <a:pt x="68" y="160"/>
                    </a:cubicBezTo>
                    <a:cubicBezTo>
                      <a:pt x="68" y="159"/>
                      <a:pt x="68" y="159"/>
                      <a:pt x="69" y="158"/>
                    </a:cubicBezTo>
                    <a:cubicBezTo>
                      <a:pt x="69" y="155"/>
                      <a:pt x="70" y="151"/>
                      <a:pt x="71" y="147"/>
                    </a:cubicBezTo>
                    <a:cubicBezTo>
                      <a:pt x="71" y="147"/>
                      <a:pt x="71" y="146"/>
                      <a:pt x="72" y="145"/>
                    </a:cubicBezTo>
                    <a:cubicBezTo>
                      <a:pt x="72" y="144"/>
                      <a:pt x="72" y="143"/>
                      <a:pt x="72" y="142"/>
                    </a:cubicBezTo>
                    <a:cubicBezTo>
                      <a:pt x="72" y="142"/>
                      <a:pt x="72" y="142"/>
                      <a:pt x="72" y="142"/>
                    </a:cubicBezTo>
                    <a:cubicBezTo>
                      <a:pt x="73" y="141"/>
                      <a:pt x="73" y="140"/>
                      <a:pt x="73" y="140"/>
                    </a:cubicBezTo>
                    <a:cubicBezTo>
                      <a:pt x="73" y="139"/>
                      <a:pt x="73" y="139"/>
                      <a:pt x="73" y="138"/>
                    </a:cubicBezTo>
                    <a:cubicBezTo>
                      <a:pt x="74" y="137"/>
                      <a:pt x="73" y="137"/>
                      <a:pt x="74" y="136"/>
                    </a:cubicBezTo>
                    <a:cubicBezTo>
                      <a:pt x="74" y="135"/>
                      <a:pt x="74" y="135"/>
                      <a:pt x="74" y="134"/>
                    </a:cubicBezTo>
                    <a:cubicBezTo>
                      <a:pt x="75" y="132"/>
                      <a:pt x="75" y="129"/>
                      <a:pt x="76" y="126"/>
                    </a:cubicBezTo>
                    <a:cubicBezTo>
                      <a:pt x="77" y="125"/>
                      <a:pt x="77" y="124"/>
                      <a:pt x="77" y="123"/>
                    </a:cubicBezTo>
                    <a:cubicBezTo>
                      <a:pt x="78" y="123"/>
                      <a:pt x="77" y="122"/>
                      <a:pt x="78" y="122"/>
                    </a:cubicBezTo>
                    <a:cubicBezTo>
                      <a:pt x="78" y="120"/>
                      <a:pt x="78" y="118"/>
                      <a:pt x="79" y="117"/>
                    </a:cubicBezTo>
                    <a:cubicBezTo>
                      <a:pt x="79" y="115"/>
                      <a:pt x="80" y="113"/>
                      <a:pt x="80" y="112"/>
                    </a:cubicBezTo>
                    <a:cubicBezTo>
                      <a:pt x="81" y="109"/>
                      <a:pt x="81" y="107"/>
                      <a:pt x="82" y="104"/>
                    </a:cubicBezTo>
                    <a:cubicBezTo>
                      <a:pt x="82" y="104"/>
                      <a:pt x="82" y="104"/>
                      <a:pt x="82" y="103"/>
                    </a:cubicBezTo>
                    <a:cubicBezTo>
                      <a:pt x="83" y="103"/>
                      <a:pt x="83" y="102"/>
                      <a:pt x="83" y="100"/>
                    </a:cubicBezTo>
                    <a:cubicBezTo>
                      <a:pt x="83" y="100"/>
                      <a:pt x="84" y="100"/>
                      <a:pt x="84" y="100"/>
                    </a:cubicBezTo>
                    <a:cubicBezTo>
                      <a:pt x="84" y="98"/>
                      <a:pt x="84" y="96"/>
                      <a:pt x="85" y="95"/>
                    </a:cubicBezTo>
                    <a:cubicBezTo>
                      <a:pt x="85" y="94"/>
                      <a:pt x="85" y="93"/>
                      <a:pt x="86" y="91"/>
                    </a:cubicBezTo>
                    <a:cubicBezTo>
                      <a:pt x="86" y="91"/>
                      <a:pt x="86" y="91"/>
                      <a:pt x="86" y="90"/>
                    </a:cubicBezTo>
                    <a:cubicBezTo>
                      <a:pt x="86" y="90"/>
                      <a:pt x="86" y="90"/>
                      <a:pt x="86" y="90"/>
                    </a:cubicBezTo>
                    <a:cubicBezTo>
                      <a:pt x="86" y="89"/>
                      <a:pt x="86" y="88"/>
                      <a:pt x="87" y="88"/>
                    </a:cubicBezTo>
                    <a:cubicBezTo>
                      <a:pt x="87" y="87"/>
                      <a:pt x="87" y="87"/>
                      <a:pt x="87" y="87"/>
                    </a:cubicBezTo>
                    <a:cubicBezTo>
                      <a:pt x="87" y="86"/>
                      <a:pt x="87" y="86"/>
                      <a:pt x="87" y="86"/>
                    </a:cubicBezTo>
                    <a:cubicBezTo>
                      <a:pt x="88" y="85"/>
                      <a:pt x="88" y="85"/>
                      <a:pt x="88" y="84"/>
                    </a:cubicBezTo>
                    <a:cubicBezTo>
                      <a:pt x="88" y="84"/>
                      <a:pt x="89" y="83"/>
                      <a:pt x="89" y="82"/>
                    </a:cubicBezTo>
                    <a:cubicBezTo>
                      <a:pt x="89" y="82"/>
                      <a:pt x="89" y="81"/>
                      <a:pt x="90" y="81"/>
                    </a:cubicBezTo>
                    <a:cubicBezTo>
                      <a:pt x="90" y="80"/>
                      <a:pt x="90" y="79"/>
                      <a:pt x="90" y="78"/>
                    </a:cubicBezTo>
                    <a:cubicBezTo>
                      <a:pt x="90" y="78"/>
                      <a:pt x="90" y="78"/>
                      <a:pt x="90" y="77"/>
                    </a:cubicBezTo>
                    <a:cubicBezTo>
                      <a:pt x="90" y="77"/>
                      <a:pt x="91" y="76"/>
                      <a:pt x="91" y="75"/>
                    </a:cubicBezTo>
                    <a:cubicBezTo>
                      <a:pt x="92" y="75"/>
                      <a:pt x="92" y="73"/>
                      <a:pt x="92" y="72"/>
                    </a:cubicBezTo>
                    <a:cubicBezTo>
                      <a:pt x="93" y="71"/>
                      <a:pt x="93" y="70"/>
                      <a:pt x="93" y="69"/>
                    </a:cubicBezTo>
                    <a:cubicBezTo>
                      <a:pt x="95" y="64"/>
                      <a:pt x="97" y="60"/>
                      <a:pt x="99" y="55"/>
                    </a:cubicBezTo>
                    <a:cubicBezTo>
                      <a:pt x="99" y="54"/>
                      <a:pt x="99" y="53"/>
                      <a:pt x="100" y="51"/>
                    </a:cubicBezTo>
                    <a:cubicBezTo>
                      <a:pt x="100" y="50"/>
                      <a:pt x="101" y="49"/>
                      <a:pt x="101" y="48"/>
                    </a:cubicBezTo>
                    <a:cubicBezTo>
                      <a:pt x="102" y="46"/>
                      <a:pt x="103" y="43"/>
                      <a:pt x="104" y="41"/>
                    </a:cubicBezTo>
                    <a:cubicBezTo>
                      <a:pt x="104" y="40"/>
                      <a:pt x="104" y="39"/>
                      <a:pt x="105" y="37"/>
                    </a:cubicBezTo>
                    <a:cubicBezTo>
                      <a:pt x="105" y="37"/>
                      <a:pt x="105" y="37"/>
                      <a:pt x="105" y="37"/>
                    </a:cubicBezTo>
                    <a:cubicBezTo>
                      <a:pt x="105" y="36"/>
                      <a:pt x="105" y="36"/>
                      <a:pt x="106" y="36"/>
                    </a:cubicBezTo>
                    <a:cubicBezTo>
                      <a:pt x="106" y="34"/>
                      <a:pt x="107" y="33"/>
                      <a:pt x="107" y="31"/>
                    </a:cubicBezTo>
                    <a:cubicBezTo>
                      <a:pt x="108" y="30"/>
                      <a:pt x="108" y="28"/>
                      <a:pt x="109" y="26"/>
                    </a:cubicBezTo>
                    <a:cubicBezTo>
                      <a:pt x="109" y="26"/>
                      <a:pt x="109" y="26"/>
                      <a:pt x="109" y="26"/>
                    </a:cubicBezTo>
                    <a:cubicBezTo>
                      <a:pt x="109" y="26"/>
                      <a:pt x="109" y="26"/>
                      <a:pt x="109" y="25"/>
                    </a:cubicBezTo>
                    <a:cubicBezTo>
                      <a:pt x="109" y="25"/>
                      <a:pt x="110" y="25"/>
                      <a:pt x="110" y="25"/>
                    </a:cubicBezTo>
                    <a:cubicBezTo>
                      <a:pt x="110" y="25"/>
                      <a:pt x="110" y="25"/>
                      <a:pt x="110" y="25"/>
                    </a:cubicBezTo>
                    <a:cubicBezTo>
                      <a:pt x="110" y="24"/>
                      <a:pt x="110" y="24"/>
                      <a:pt x="110" y="24"/>
                    </a:cubicBezTo>
                    <a:cubicBezTo>
                      <a:pt x="110" y="24"/>
                      <a:pt x="110" y="23"/>
                      <a:pt x="110" y="23"/>
                    </a:cubicBezTo>
                    <a:cubicBezTo>
                      <a:pt x="110" y="23"/>
                      <a:pt x="111" y="23"/>
                      <a:pt x="111" y="23"/>
                    </a:cubicBezTo>
                    <a:cubicBezTo>
                      <a:pt x="111" y="22"/>
                      <a:pt x="111" y="21"/>
                      <a:pt x="111" y="20"/>
                    </a:cubicBezTo>
                    <a:cubicBezTo>
                      <a:pt x="111" y="20"/>
                      <a:pt x="112" y="19"/>
                      <a:pt x="112" y="19"/>
                    </a:cubicBezTo>
                    <a:cubicBezTo>
                      <a:pt x="112" y="19"/>
                      <a:pt x="112" y="18"/>
                      <a:pt x="112" y="18"/>
                    </a:cubicBezTo>
                    <a:cubicBezTo>
                      <a:pt x="113" y="17"/>
                      <a:pt x="113" y="17"/>
                      <a:pt x="113" y="16"/>
                    </a:cubicBezTo>
                    <a:cubicBezTo>
                      <a:pt x="113" y="15"/>
                      <a:pt x="114" y="15"/>
                      <a:pt x="114" y="14"/>
                    </a:cubicBezTo>
                    <a:cubicBezTo>
                      <a:pt x="115" y="13"/>
                      <a:pt x="115" y="12"/>
                      <a:pt x="116" y="11"/>
                    </a:cubicBezTo>
                    <a:cubicBezTo>
                      <a:pt x="116" y="9"/>
                      <a:pt x="118" y="8"/>
                      <a:pt x="119" y="6"/>
                    </a:cubicBezTo>
                    <a:cubicBezTo>
                      <a:pt x="119" y="6"/>
                      <a:pt x="119" y="6"/>
                      <a:pt x="119" y="6"/>
                    </a:cubicBezTo>
                    <a:cubicBezTo>
                      <a:pt x="119" y="6"/>
                      <a:pt x="120" y="5"/>
                      <a:pt x="120" y="5"/>
                    </a:cubicBezTo>
                    <a:cubicBezTo>
                      <a:pt x="121" y="5"/>
                      <a:pt x="121" y="4"/>
                      <a:pt x="121" y="4"/>
                    </a:cubicBezTo>
                    <a:cubicBezTo>
                      <a:pt x="122" y="3"/>
                      <a:pt x="124" y="2"/>
                      <a:pt x="126" y="1"/>
                    </a:cubicBezTo>
                    <a:cubicBezTo>
                      <a:pt x="127" y="1"/>
                      <a:pt x="129" y="0"/>
                      <a:pt x="130" y="0"/>
                    </a:cubicBezTo>
                    <a:cubicBezTo>
                      <a:pt x="131" y="0"/>
                      <a:pt x="131" y="0"/>
                      <a:pt x="132" y="0"/>
                    </a:cubicBezTo>
                    <a:cubicBezTo>
                      <a:pt x="133" y="1"/>
                      <a:pt x="134" y="1"/>
                      <a:pt x="135" y="1"/>
                    </a:cubicBezTo>
                    <a:cubicBezTo>
                      <a:pt x="137" y="2"/>
                      <a:pt x="138" y="3"/>
                      <a:pt x="139" y="4"/>
                    </a:cubicBezTo>
                    <a:cubicBezTo>
                      <a:pt x="139" y="4"/>
                      <a:pt x="139" y="4"/>
                      <a:pt x="139" y="4"/>
                    </a:cubicBezTo>
                    <a:cubicBezTo>
                      <a:pt x="139" y="4"/>
                      <a:pt x="139" y="4"/>
                      <a:pt x="139" y="4"/>
                    </a:cubicBezTo>
                    <a:cubicBezTo>
                      <a:pt x="140" y="4"/>
                      <a:pt x="139" y="4"/>
                      <a:pt x="139" y="4"/>
                    </a:cubicBezTo>
                    <a:cubicBezTo>
                      <a:pt x="140" y="4"/>
                      <a:pt x="140" y="4"/>
                      <a:pt x="140" y="4"/>
                    </a:cubicBezTo>
                    <a:cubicBezTo>
                      <a:pt x="140" y="5"/>
                      <a:pt x="140" y="5"/>
                      <a:pt x="141" y="6"/>
                    </a:cubicBezTo>
                    <a:cubicBezTo>
                      <a:pt x="141" y="6"/>
                      <a:pt x="141" y="6"/>
                      <a:pt x="141" y="6"/>
                    </a:cubicBezTo>
                    <a:cubicBezTo>
                      <a:pt x="142" y="6"/>
                      <a:pt x="142" y="7"/>
                      <a:pt x="142" y="7"/>
                    </a:cubicBezTo>
                    <a:cubicBezTo>
                      <a:pt x="142" y="7"/>
                      <a:pt x="142" y="7"/>
                      <a:pt x="142" y="7"/>
                    </a:cubicBezTo>
                    <a:cubicBezTo>
                      <a:pt x="142" y="8"/>
                      <a:pt x="142" y="8"/>
                      <a:pt x="142" y="8"/>
                    </a:cubicBezTo>
                    <a:cubicBezTo>
                      <a:pt x="142" y="8"/>
                      <a:pt x="142" y="8"/>
                      <a:pt x="142" y="8"/>
                    </a:cubicBezTo>
                    <a:cubicBezTo>
                      <a:pt x="143" y="9"/>
                      <a:pt x="143" y="9"/>
                      <a:pt x="143" y="10"/>
                    </a:cubicBezTo>
                    <a:cubicBezTo>
                      <a:pt x="143" y="10"/>
                      <a:pt x="143" y="11"/>
                      <a:pt x="143" y="11"/>
                    </a:cubicBezTo>
                    <a:cubicBezTo>
                      <a:pt x="144" y="13"/>
                      <a:pt x="144" y="16"/>
                      <a:pt x="143" y="18"/>
                    </a:cubicBezTo>
                    <a:cubicBezTo>
                      <a:pt x="143" y="18"/>
                      <a:pt x="143" y="18"/>
                      <a:pt x="143" y="18"/>
                    </a:cubicBezTo>
                    <a:cubicBezTo>
                      <a:pt x="143" y="19"/>
                      <a:pt x="143" y="19"/>
                      <a:pt x="142" y="19"/>
                    </a:cubicBezTo>
                    <a:cubicBezTo>
                      <a:pt x="142" y="20"/>
                      <a:pt x="141" y="21"/>
                      <a:pt x="141" y="22"/>
                    </a:cubicBezTo>
                    <a:cubicBezTo>
                      <a:pt x="141" y="23"/>
                      <a:pt x="140" y="23"/>
                      <a:pt x="140" y="23"/>
                    </a:cubicBezTo>
                    <a:cubicBezTo>
                      <a:pt x="140" y="24"/>
                      <a:pt x="140" y="24"/>
                      <a:pt x="139" y="24"/>
                    </a:cubicBezTo>
                    <a:cubicBezTo>
                      <a:pt x="139" y="24"/>
                      <a:pt x="140" y="24"/>
                      <a:pt x="139" y="25"/>
                    </a:cubicBezTo>
                    <a:cubicBezTo>
                      <a:pt x="139" y="26"/>
                      <a:pt x="139" y="26"/>
                      <a:pt x="138" y="27"/>
                    </a:cubicBezTo>
                    <a:cubicBezTo>
                      <a:pt x="138" y="27"/>
                      <a:pt x="138" y="26"/>
                      <a:pt x="138" y="27"/>
                    </a:cubicBezTo>
                    <a:cubicBezTo>
                      <a:pt x="137" y="27"/>
                      <a:pt x="137" y="28"/>
                      <a:pt x="137" y="28"/>
                    </a:cubicBezTo>
                    <a:cubicBezTo>
                      <a:pt x="136" y="28"/>
                      <a:pt x="136" y="29"/>
                      <a:pt x="136" y="29"/>
                    </a:cubicBezTo>
                    <a:cubicBezTo>
                      <a:pt x="136" y="29"/>
                      <a:pt x="136" y="29"/>
                      <a:pt x="136" y="29"/>
                    </a:cubicBezTo>
                    <a:cubicBezTo>
                      <a:pt x="135" y="29"/>
                      <a:pt x="135" y="29"/>
                      <a:pt x="135" y="30"/>
                    </a:cubicBezTo>
                    <a:cubicBezTo>
                      <a:pt x="134" y="30"/>
                      <a:pt x="134" y="30"/>
                      <a:pt x="134" y="30"/>
                    </a:cubicBezTo>
                    <a:cubicBezTo>
                      <a:pt x="133" y="32"/>
                      <a:pt x="131" y="33"/>
                      <a:pt x="130" y="36"/>
                    </a:cubicBezTo>
                    <a:cubicBezTo>
                      <a:pt x="129" y="36"/>
                      <a:pt x="129" y="37"/>
                      <a:pt x="128" y="38"/>
                    </a:cubicBezTo>
                    <a:cubicBezTo>
                      <a:pt x="128" y="39"/>
                      <a:pt x="127" y="39"/>
                      <a:pt x="126" y="40"/>
                    </a:cubicBezTo>
                    <a:cubicBezTo>
                      <a:pt x="126" y="40"/>
                      <a:pt x="126" y="40"/>
                      <a:pt x="126" y="41"/>
                    </a:cubicBezTo>
                    <a:cubicBezTo>
                      <a:pt x="126" y="41"/>
                      <a:pt x="126" y="41"/>
                      <a:pt x="126" y="41"/>
                    </a:cubicBezTo>
                    <a:cubicBezTo>
                      <a:pt x="126" y="41"/>
                      <a:pt x="125" y="42"/>
                      <a:pt x="125" y="42"/>
                    </a:cubicBezTo>
                    <a:cubicBezTo>
                      <a:pt x="125" y="43"/>
                      <a:pt x="125" y="43"/>
                      <a:pt x="125" y="43"/>
                    </a:cubicBezTo>
                    <a:cubicBezTo>
                      <a:pt x="124" y="44"/>
                      <a:pt x="123" y="45"/>
                      <a:pt x="123" y="46"/>
                    </a:cubicBezTo>
                    <a:cubicBezTo>
                      <a:pt x="122" y="49"/>
                      <a:pt x="120" y="52"/>
                      <a:pt x="119" y="55"/>
                    </a:cubicBezTo>
                    <a:cubicBezTo>
                      <a:pt x="118" y="57"/>
                      <a:pt x="117" y="59"/>
                      <a:pt x="116" y="61"/>
                    </a:cubicBezTo>
                    <a:cubicBezTo>
                      <a:pt x="115" y="63"/>
                      <a:pt x="115" y="65"/>
                      <a:pt x="114" y="67"/>
                    </a:cubicBezTo>
                    <a:cubicBezTo>
                      <a:pt x="114" y="67"/>
                      <a:pt x="114" y="68"/>
                      <a:pt x="114" y="69"/>
                    </a:cubicBezTo>
                    <a:cubicBezTo>
                      <a:pt x="113" y="70"/>
                      <a:pt x="113" y="70"/>
                      <a:pt x="113" y="71"/>
                    </a:cubicBezTo>
                    <a:cubicBezTo>
                      <a:pt x="112" y="71"/>
                      <a:pt x="113" y="72"/>
                      <a:pt x="112" y="72"/>
                    </a:cubicBezTo>
                    <a:cubicBezTo>
                      <a:pt x="112" y="72"/>
                      <a:pt x="112" y="73"/>
                      <a:pt x="111" y="74"/>
                    </a:cubicBezTo>
                    <a:cubicBezTo>
                      <a:pt x="111" y="74"/>
                      <a:pt x="111" y="74"/>
                      <a:pt x="111" y="74"/>
                    </a:cubicBezTo>
                    <a:cubicBezTo>
                      <a:pt x="111" y="75"/>
                      <a:pt x="110" y="75"/>
                      <a:pt x="110" y="76"/>
                    </a:cubicBezTo>
                    <a:cubicBezTo>
                      <a:pt x="110" y="76"/>
                      <a:pt x="110" y="76"/>
                      <a:pt x="110" y="77"/>
                    </a:cubicBezTo>
                    <a:cubicBezTo>
                      <a:pt x="110" y="77"/>
                      <a:pt x="109" y="78"/>
                      <a:pt x="109" y="79"/>
                    </a:cubicBezTo>
                    <a:cubicBezTo>
                      <a:pt x="109" y="79"/>
                      <a:pt x="109" y="79"/>
                      <a:pt x="109" y="80"/>
                    </a:cubicBezTo>
                    <a:cubicBezTo>
                      <a:pt x="109" y="80"/>
                      <a:pt x="109" y="80"/>
                      <a:pt x="109" y="80"/>
                    </a:cubicBezTo>
                    <a:cubicBezTo>
                      <a:pt x="109" y="81"/>
                      <a:pt x="108" y="81"/>
                      <a:pt x="108" y="82"/>
                    </a:cubicBezTo>
                    <a:cubicBezTo>
                      <a:pt x="108" y="82"/>
                      <a:pt x="108" y="83"/>
                      <a:pt x="108" y="83"/>
                    </a:cubicBezTo>
                    <a:cubicBezTo>
                      <a:pt x="107" y="83"/>
                      <a:pt x="107" y="84"/>
                      <a:pt x="107" y="84"/>
                    </a:cubicBezTo>
                    <a:cubicBezTo>
                      <a:pt x="107" y="85"/>
                      <a:pt x="106" y="86"/>
                      <a:pt x="107" y="87"/>
                    </a:cubicBezTo>
                    <a:cubicBezTo>
                      <a:pt x="106" y="87"/>
                      <a:pt x="106" y="88"/>
                      <a:pt x="106" y="88"/>
                    </a:cubicBezTo>
                    <a:cubicBezTo>
                      <a:pt x="106" y="90"/>
                      <a:pt x="105" y="91"/>
                      <a:pt x="104" y="92"/>
                    </a:cubicBezTo>
                    <a:cubicBezTo>
                      <a:pt x="104" y="94"/>
                      <a:pt x="103" y="95"/>
                      <a:pt x="104" y="96"/>
                    </a:cubicBezTo>
                    <a:cubicBezTo>
                      <a:pt x="103" y="96"/>
                      <a:pt x="103" y="97"/>
                      <a:pt x="103" y="98"/>
                    </a:cubicBezTo>
                    <a:cubicBezTo>
                      <a:pt x="103" y="98"/>
                      <a:pt x="103" y="98"/>
                      <a:pt x="103" y="99"/>
                    </a:cubicBezTo>
                    <a:cubicBezTo>
                      <a:pt x="103" y="99"/>
                      <a:pt x="103" y="99"/>
                      <a:pt x="103" y="100"/>
                    </a:cubicBezTo>
                    <a:cubicBezTo>
                      <a:pt x="102" y="100"/>
                      <a:pt x="102" y="100"/>
                      <a:pt x="102" y="101"/>
                    </a:cubicBezTo>
                    <a:cubicBezTo>
                      <a:pt x="102" y="102"/>
                      <a:pt x="101" y="102"/>
                      <a:pt x="101" y="103"/>
                    </a:cubicBezTo>
                    <a:cubicBezTo>
                      <a:pt x="101" y="104"/>
                      <a:pt x="102" y="104"/>
                      <a:pt x="102" y="105"/>
                    </a:cubicBezTo>
                    <a:cubicBezTo>
                      <a:pt x="102" y="105"/>
                      <a:pt x="101" y="105"/>
                      <a:pt x="101" y="106"/>
                    </a:cubicBezTo>
                    <a:cubicBezTo>
                      <a:pt x="101" y="107"/>
                      <a:pt x="100" y="107"/>
                      <a:pt x="100" y="108"/>
                    </a:cubicBezTo>
                    <a:cubicBezTo>
                      <a:pt x="100" y="108"/>
                      <a:pt x="100" y="109"/>
                      <a:pt x="100" y="109"/>
                    </a:cubicBezTo>
                    <a:cubicBezTo>
                      <a:pt x="100" y="110"/>
                      <a:pt x="99" y="110"/>
                      <a:pt x="99" y="111"/>
                    </a:cubicBezTo>
                    <a:cubicBezTo>
                      <a:pt x="99" y="111"/>
                      <a:pt x="99" y="112"/>
                      <a:pt x="99" y="113"/>
                    </a:cubicBezTo>
                    <a:cubicBezTo>
                      <a:pt x="98" y="114"/>
                      <a:pt x="98" y="115"/>
                      <a:pt x="97" y="116"/>
                    </a:cubicBezTo>
                    <a:cubicBezTo>
                      <a:pt x="97" y="116"/>
                      <a:pt x="97" y="117"/>
                      <a:pt x="97" y="117"/>
                    </a:cubicBezTo>
                    <a:cubicBezTo>
                      <a:pt x="97" y="117"/>
                      <a:pt x="97" y="118"/>
                      <a:pt x="97" y="118"/>
                    </a:cubicBezTo>
                    <a:cubicBezTo>
                      <a:pt x="97" y="118"/>
                      <a:pt x="97" y="119"/>
                      <a:pt x="97" y="119"/>
                    </a:cubicBezTo>
                    <a:cubicBezTo>
                      <a:pt x="96" y="120"/>
                      <a:pt x="97" y="120"/>
                      <a:pt x="97" y="120"/>
                    </a:cubicBezTo>
                    <a:cubicBezTo>
                      <a:pt x="97" y="120"/>
                      <a:pt x="97" y="121"/>
                      <a:pt x="97" y="121"/>
                    </a:cubicBezTo>
                    <a:cubicBezTo>
                      <a:pt x="96" y="122"/>
                      <a:pt x="96" y="123"/>
                      <a:pt x="96" y="123"/>
                    </a:cubicBezTo>
                    <a:cubicBezTo>
                      <a:pt x="96" y="124"/>
                      <a:pt x="96" y="124"/>
                      <a:pt x="96" y="125"/>
                    </a:cubicBezTo>
                    <a:cubicBezTo>
                      <a:pt x="96" y="125"/>
                      <a:pt x="96" y="125"/>
                      <a:pt x="96" y="126"/>
                    </a:cubicBezTo>
                    <a:cubicBezTo>
                      <a:pt x="96" y="127"/>
                      <a:pt x="95" y="127"/>
                      <a:pt x="95" y="128"/>
                    </a:cubicBezTo>
                    <a:cubicBezTo>
                      <a:pt x="95" y="129"/>
                      <a:pt x="94" y="129"/>
                      <a:pt x="94" y="129"/>
                    </a:cubicBezTo>
                    <a:cubicBezTo>
                      <a:pt x="93" y="131"/>
                      <a:pt x="93" y="132"/>
                      <a:pt x="92" y="134"/>
                    </a:cubicBezTo>
                    <a:cubicBezTo>
                      <a:pt x="92" y="135"/>
                      <a:pt x="92" y="135"/>
                      <a:pt x="92" y="135"/>
                    </a:cubicBezTo>
                    <a:cubicBezTo>
                      <a:pt x="92" y="136"/>
                      <a:pt x="91" y="136"/>
                      <a:pt x="91" y="137"/>
                    </a:cubicBezTo>
                    <a:cubicBezTo>
                      <a:pt x="91" y="137"/>
                      <a:pt x="91" y="138"/>
                      <a:pt x="91" y="138"/>
                    </a:cubicBezTo>
                    <a:cubicBezTo>
                      <a:pt x="91" y="138"/>
                      <a:pt x="90" y="139"/>
                      <a:pt x="90" y="139"/>
                    </a:cubicBezTo>
                    <a:cubicBezTo>
                      <a:pt x="90" y="139"/>
                      <a:pt x="90" y="139"/>
                      <a:pt x="90" y="140"/>
                    </a:cubicBezTo>
                    <a:cubicBezTo>
                      <a:pt x="89" y="140"/>
                      <a:pt x="89" y="142"/>
                      <a:pt x="89" y="142"/>
                    </a:cubicBezTo>
                    <a:cubicBezTo>
                      <a:pt x="89" y="145"/>
                      <a:pt x="88" y="147"/>
                      <a:pt x="87" y="149"/>
                    </a:cubicBezTo>
                    <a:cubicBezTo>
                      <a:pt x="87" y="150"/>
                      <a:pt x="87" y="150"/>
                      <a:pt x="87" y="151"/>
                    </a:cubicBezTo>
                    <a:cubicBezTo>
                      <a:pt x="87" y="151"/>
                      <a:pt x="87" y="151"/>
                      <a:pt x="87" y="151"/>
                    </a:cubicBezTo>
                    <a:cubicBezTo>
                      <a:pt x="87" y="152"/>
                      <a:pt x="87" y="152"/>
                      <a:pt x="87" y="153"/>
                    </a:cubicBezTo>
                    <a:cubicBezTo>
                      <a:pt x="87" y="153"/>
                      <a:pt x="86" y="153"/>
                      <a:pt x="86" y="153"/>
                    </a:cubicBezTo>
                    <a:cubicBezTo>
                      <a:pt x="86" y="154"/>
                      <a:pt x="86" y="155"/>
                      <a:pt x="86" y="155"/>
                    </a:cubicBezTo>
                    <a:cubicBezTo>
                      <a:pt x="86" y="156"/>
                      <a:pt x="86" y="156"/>
                      <a:pt x="86" y="156"/>
                    </a:cubicBezTo>
                    <a:cubicBezTo>
                      <a:pt x="85" y="157"/>
                      <a:pt x="85" y="158"/>
                      <a:pt x="85" y="159"/>
                    </a:cubicBezTo>
                    <a:cubicBezTo>
                      <a:pt x="85" y="160"/>
                      <a:pt x="85" y="160"/>
                      <a:pt x="85" y="161"/>
                    </a:cubicBezTo>
                    <a:cubicBezTo>
                      <a:pt x="85" y="161"/>
                      <a:pt x="85" y="162"/>
                      <a:pt x="84" y="163"/>
                    </a:cubicBezTo>
                    <a:cubicBezTo>
                      <a:pt x="84" y="163"/>
                      <a:pt x="84" y="164"/>
                      <a:pt x="84" y="165"/>
                    </a:cubicBezTo>
                    <a:cubicBezTo>
                      <a:pt x="84" y="166"/>
                      <a:pt x="84" y="166"/>
                      <a:pt x="84" y="166"/>
                    </a:cubicBezTo>
                    <a:cubicBezTo>
                      <a:pt x="84" y="167"/>
                      <a:pt x="83" y="167"/>
                      <a:pt x="84" y="168"/>
                    </a:cubicBezTo>
                    <a:cubicBezTo>
                      <a:pt x="84" y="169"/>
                      <a:pt x="83" y="169"/>
                      <a:pt x="83" y="169"/>
                    </a:cubicBezTo>
                    <a:cubicBezTo>
                      <a:pt x="83" y="170"/>
                      <a:pt x="84" y="170"/>
                      <a:pt x="83" y="170"/>
                    </a:cubicBezTo>
                    <a:cubicBezTo>
                      <a:pt x="83" y="171"/>
                      <a:pt x="83" y="171"/>
                      <a:pt x="82" y="171"/>
                    </a:cubicBezTo>
                    <a:cubicBezTo>
                      <a:pt x="82" y="172"/>
                      <a:pt x="82" y="173"/>
                      <a:pt x="82" y="174"/>
                    </a:cubicBezTo>
                    <a:cubicBezTo>
                      <a:pt x="82" y="175"/>
                      <a:pt x="82" y="175"/>
                      <a:pt x="82" y="176"/>
                    </a:cubicBezTo>
                    <a:cubicBezTo>
                      <a:pt x="82" y="176"/>
                      <a:pt x="82" y="177"/>
                      <a:pt x="82" y="177"/>
                    </a:cubicBezTo>
                    <a:cubicBezTo>
                      <a:pt x="82" y="177"/>
                      <a:pt x="82" y="177"/>
                      <a:pt x="82" y="177"/>
                    </a:cubicBezTo>
                    <a:cubicBezTo>
                      <a:pt x="82" y="178"/>
                      <a:pt x="82" y="178"/>
                      <a:pt x="82" y="179"/>
                    </a:cubicBezTo>
                    <a:cubicBezTo>
                      <a:pt x="81" y="179"/>
                      <a:pt x="81" y="180"/>
                      <a:pt x="81" y="181"/>
                    </a:cubicBezTo>
                    <a:cubicBezTo>
                      <a:pt x="80" y="181"/>
                      <a:pt x="81" y="182"/>
                      <a:pt x="81" y="182"/>
                    </a:cubicBezTo>
                    <a:cubicBezTo>
                      <a:pt x="81" y="183"/>
                      <a:pt x="81" y="183"/>
                      <a:pt x="80" y="183"/>
                    </a:cubicBezTo>
                    <a:cubicBezTo>
                      <a:pt x="80" y="185"/>
                      <a:pt x="80" y="185"/>
                      <a:pt x="79" y="186"/>
                    </a:cubicBezTo>
                    <a:cubicBezTo>
                      <a:pt x="79" y="186"/>
                      <a:pt x="80" y="186"/>
                      <a:pt x="80" y="187"/>
                    </a:cubicBezTo>
                    <a:cubicBezTo>
                      <a:pt x="80" y="187"/>
                      <a:pt x="79" y="187"/>
                      <a:pt x="79" y="187"/>
                    </a:cubicBezTo>
                    <a:cubicBezTo>
                      <a:pt x="79" y="187"/>
                      <a:pt x="80" y="188"/>
                      <a:pt x="80" y="188"/>
                    </a:cubicBezTo>
                    <a:cubicBezTo>
                      <a:pt x="79" y="189"/>
                      <a:pt x="79" y="190"/>
                      <a:pt x="79" y="191"/>
                    </a:cubicBezTo>
                    <a:cubicBezTo>
                      <a:pt x="79" y="192"/>
                      <a:pt x="79" y="191"/>
                      <a:pt x="79" y="192"/>
                    </a:cubicBezTo>
                    <a:cubicBezTo>
                      <a:pt x="79" y="192"/>
                      <a:pt x="79" y="192"/>
                      <a:pt x="78" y="192"/>
                    </a:cubicBezTo>
                    <a:cubicBezTo>
                      <a:pt x="78" y="193"/>
                      <a:pt x="79" y="193"/>
                      <a:pt x="79" y="193"/>
                    </a:cubicBezTo>
                    <a:cubicBezTo>
                      <a:pt x="78" y="193"/>
                      <a:pt x="78" y="194"/>
                      <a:pt x="79" y="194"/>
                    </a:cubicBezTo>
                    <a:cubicBezTo>
                      <a:pt x="79" y="195"/>
                      <a:pt x="78" y="194"/>
                      <a:pt x="78" y="195"/>
                    </a:cubicBezTo>
                    <a:cubicBezTo>
                      <a:pt x="78" y="195"/>
                      <a:pt x="78" y="196"/>
                      <a:pt x="78" y="197"/>
                    </a:cubicBezTo>
                    <a:cubicBezTo>
                      <a:pt x="78" y="197"/>
                      <a:pt x="78" y="197"/>
                      <a:pt x="78" y="197"/>
                    </a:cubicBezTo>
                    <a:cubicBezTo>
                      <a:pt x="78" y="198"/>
                      <a:pt x="78" y="199"/>
                      <a:pt x="78" y="199"/>
                    </a:cubicBezTo>
                    <a:cubicBezTo>
                      <a:pt x="77" y="199"/>
                      <a:pt x="77" y="200"/>
                      <a:pt x="77" y="200"/>
                    </a:cubicBezTo>
                    <a:cubicBezTo>
                      <a:pt x="77" y="200"/>
                      <a:pt x="77" y="200"/>
                      <a:pt x="77" y="201"/>
                    </a:cubicBezTo>
                    <a:cubicBezTo>
                      <a:pt x="77" y="201"/>
                      <a:pt x="77" y="201"/>
                      <a:pt x="77" y="202"/>
                    </a:cubicBezTo>
                    <a:cubicBezTo>
                      <a:pt x="77" y="202"/>
                      <a:pt x="77" y="202"/>
                      <a:pt x="77" y="202"/>
                    </a:cubicBezTo>
                    <a:cubicBezTo>
                      <a:pt x="77" y="203"/>
                      <a:pt x="77" y="204"/>
                      <a:pt x="77" y="204"/>
                    </a:cubicBezTo>
                    <a:cubicBezTo>
                      <a:pt x="77" y="205"/>
                      <a:pt x="78" y="204"/>
                      <a:pt x="78" y="204"/>
                    </a:cubicBezTo>
                    <a:cubicBezTo>
                      <a:pt x="78" y="205"/>
                      <a:pt x="78" y="206"/>
                      <a:pt x="78" y="206"/>
                    </a:cubicBezTo>
                    <a:cubicBezTo>
                      <a:pt x="78" y="206"/>
                      <a:pt x="78" y="207"/>
                      <a:pt x="78" y="207"/>
                    </a:cubicBezTo>
                    <a:cubicBezTo>
                      <a:pt x="78" y="208"/>
                      <a:pt x="78" y="209"/>
                      <a:pt x="77" y="209"/>
                    </a:cubicBezTo>
                    <a:cubicBezTo>
                      <a:pt x="77" y="211"/>
                      <a:pt x="77" y="211"/>
                      <a:pt x="76" y="212"/>
                    </a:cubicBezTo>
                    <a:cubicBezTo>
                      <a:pt x="76" y="212"/>
                      <a:pt x="75" y="213"/>
                      <a:pt x="75" y="213"/>
                    </a:cubicBezTo>
                    <a:cubicBezTo>
                      <a:pt x="75" y="214"/>
                      <a:pt x="75" y="214"/>
                      <a:pt x="75" y="215"/>
                    </a:cubicBezTo>
                    <a:cubicBezTo>
                      <a:pt x="75" y="215"/>
                      <a:pt x="75" y="216"/>
                      <a:pt x="75" y="216"/>
                    </a:cubicBezTo>
                    <a:cubicBezTo>
                      <a:pt x="75" y="216"/>
                      <a:pt x="75" y="217"/>
                      <a:pt x="75" y="218"/>
                    </a:cubicBezTo>
                    <a:cubicBezTo>
                      <a:pt x="75" y="219"/>
                      <a:pt x="75" y="219"/>
                      <a:pt x="75" y="219"/>
                    </a:cubicBezTo>
                    <a:cubicBezTo>
                      <a:pt x="74" y="220"/>
                      <a:pt x="75" y="221"/>
                      <a:pt x="75" y="221"/>
                    </a:cubicBezTo>
                    <a:cubicBezTo>
                      <a:pt x="75" y="222"/>
                      <a:pt x="75" y="222"/>
                      <a:pt x="75" y="222"/>
                    </a:cubicBezTo>
                    <a:cubicBezTo>
                      <a:pt x="76" y="222"/>
                      <a:pt x="75" y="223"/>
                      <a:pt x="76" y="223"/>
                    </a:cubicBezTo>
                    <a:cubicBezTo>
                      <a:pt x="76" y="223"/>
                      <a:pt x="76" y="223"/>
                      <a:pt x="75" y="224"/>
                    </a:cubicBezTo>
                    <a:cubicBezTo>
                      <a:pt x="75" y="224"/>
                      <a:pt x="74" y="223"/>
                      <a:pt x="74" y="224"/>
                    </a:cubicBezTo>
                    <a:cubicBezTo>
                      <a:pt x="74" y="226"/>
                      <a:pt x="74" y="226"/>
                      <a:pt x="74" y="226"/>
                    </a:cubicBezTo>
                    <a:cubicBezTo>
                      <a:pt x="73" y="227"/>
                      <a:pt x="73" y="231"/>
                      <a:pt x="73" y="233"/>
                    </a:cubicBezTo>
                    <a:cubicBezTo>
                      <a:pt x="72" y="235"/>
                      <a:pt x="72" y="236"/>
                      <a:pt x="72" y="238"/>
                    </a:cubicBezTo>
                    <a:cubicBezTo>
                      <a:pt x="72" y="238"/>
                      <a:pt x="72" y="238"/>
                      <a:pt x="72" y="239"/>
                    </a:cubicBezTo>
                    <a:cubicBezTo>
                      <a:pt x="72" y="240"/>
                      <a:pt x="72" y="241"/>
                      <a:pt x="72" y="242"/>
                    </a:cubicBezTo>
                    <a:cubicBezTo>
                      <a:pt x="72" y="242"/>
                      <a:pt x="71" y="243"/>
                      <a:pt x="71" y="243"/>
                    </a:cubicBezTo>
                    <a:cubicBezTo>
                      <a:pt x="71" y="244"/>
                      <a:pt x="71" y="245"/>
                      <a:pt x="71" y="245"/>
                    </a:cubicBezTo>
                    <a:cubicBezTo>
                      <a:pt x="71" y="245"/>
                      <a:pt x="71" y="245"/>
                      <a:pt x="71" y="245"/>
                    </a:cubicBezTo>
                    <a:cubicBezTo>
                      <a:pt x="71" y="246"/>
                      <a:pt x="71" y="248"/>
                      <a:pt x="71" y="249"/>
                    </a:cubicBezTo>
                    <a:cubicBezTo>
                      <a:pt x="70" y="251"/>
                      <a:pt x="70" y="254"/>
                      <a:pt x="70" y="256"/>
                    </a:cubicBezTo>
                    <a:cubicBezTo>
                      <a:pt x="70" y="257"/>
                      <a:pt x="69" y="258"/>
                      <a:pt x="69" y="260"/>
                    </a:cubicBezTo>
                    <a:cubicBezTo>
                      <a:pt x="69" y="260"/>
                      <a:pt x="69" y="260"/>
                      <a:pt x="69" y="260"/>
                    </a:cubicBezTo>
                    <a:cubicBezTo>
                      <a:pt x="69" y="260"/>
                      <a:pt x="69" y="260"/>
                      <a:pt x="69" y="260"/>
                    </a:cubicBezTo>
                    <a:cubicBezTo>
                      <a:pt x="69" y="261"/>
                      <a:pt x="69" y="261"/>
                      <a:pt x="69" y="261"/>
                    </a:cubicBezTo>
                    <a:cubicBezTo>
                      <a:pt x="69" y="265"/>
                      <a:pt x="68" y="269"/>
                      <a:pt x="67" y="273"/>
                    </a:cubicBezTo>
                    <a:cubicBezTo>
                      <a:pt x="67" y="274"/>
                      <a:pt x="67" y="274"/>
                      <a:pt x="67" y="274"/>
                    </a:cubicBezTo>
                    <a:cubicBezTo>
                      <a:pt x="67" y="274"/>
                      <a:pt x="67" y="274"/>
                      <a:pt x="67" y="274"/>
                    </a:cubicBezTo>
                    <a:cubicBezTo>
                      <a:pt x="67" y="274"/>
                      <a:pt x="67" y="275"/>
                      <a:pt x="67" y="275"/>
                    </a:cubicBezTo>
                    <a:cubicBezTo>
                      <a:pt x="67" y="275"/>
                      <a:pt x="67" y="276"/>
                      <a:pt x="67" y="276"/>
                    </a:cubicBezTo>
                    <a:cubicBezTo>
                      <a:pt x="67" y="277"/>
                      <a:pt x="66" y="278"/>
                      <a:pt x="67" y="279"/>
                    </a:cubicBezTo>
                    <a:cubicBezTo>
                      <a:pt x="66" y="280"/>
                      <a:pt x="66" y="282"/>
                      <a:pt x="66" y="283"/>
                    </a:cubicBezTo>
                    <a:cubicBezTo>
                      <a:pt x="66" y="283"/>
                      <a:pt x="65" y="284"/>
                      <a:pt x="65" y="284"/>
                    </a:cubicBezTo>
                    <a:cubicBezTo>
                      <a:pt x="65" y="285"/>
                      <a:pt x="65" y="286"/>
                      <a:pt x="64" y="287"/>
                    </a:cubicBezTo>
                    <a:cubicBezTo>
                      <a:pt x="63" y="288"/>
                      <a:pt x="63" y="288"/>
                      <a:pt x="62" y="289"/>
                    </a:cubicBezTo>
                    <a:cubicBezTo>
                      <a:pt x="61" y="289"/>
                      <a:pt x="61" y="289"/>
                      <a:pt x="61" y="289"/>
                    </a:cubicBezTo>
                    <a:cubicBezTo>
                      <a:pt x="61" y="289"/>
                      <a:pt x="61" y="289"/>
                      <a:pt x="61" y="289"/>
                    </a:cubicBezTo>
                    <a:cubicBezTo>
                      <a:pt x="61" y="290"/>
                      <a:pt x="60" y="290"/>
                      <a:pt x="60" y="290"/>
                    </a:cubicBezTo>
                    <a:cubicBezTo>
                      <a:pt x="59" y="290"/>
                      <a:pt x="59" y="290"/>
                      <a:pt x="58" y="290"/>
                    </a:cubicBezTo>
                    <a:cubicBezTo>
                      <a:pt x="56" y="290"/>
                      <a:pt x="55" y="290"/>
                      <a:pt x="54" y="289"/>
                    </a:cubicBezTo>
                    <a:cubicBezTo>
                      <a:pt x="54" y="289"/>
                      <a:pt x="54" y="289"/>
                      <a:pt x="54" y="289"/>
                    </a:cubicBezTo>
                    <a:cubicBezTo>
                      <a:pt x="53" y="289"/>
                      <a:pt x="53" y="289"/>
                      <a:pt x="53" y="288"/>
                    </a:cubicBezTo>
                    <a:cubicBezTo>
                      <a:pt x="52" y="288"/>
                      <a:pt x="52" y="287"/>
                      <a:pt x="51" y="287"/>
                    </a:cubicBezTo>
                    <a:cubicBezTo>
                      <a:pt x="51" y="286"/>
                      <a:pt x="51" y="286"/>
                      <a:pt x="51" y="285"/>
                    </a:cubicBezTo>
                    <a:cubicBezTo>
                      <a:pt x="51" y="285"/>
                      <a:pt x="51" y="284"/>
                      <a:pt x="51" y="284"/>
                    </a:cubicBezTo>
                    <a:cubicBezTo>
                      <a:pt x="50" y="283"/>
                      <a:pt x="50" y="283"/>
                      <a:pt x="50" y="283"/>
                    </a:cubicBezTo>
                    <a:cubicBezTo>
                      <a:pt x="50" y="281"/>
                      <a:pt x="50" y="280"/>
                      <a:pt x="49" y="279"/>
                    </a:cubicBezTo>
                    <a:cubicBezTo>
                      <a:pt x="49" y="278"/>
                      <a:pt x="49" y="277"/>
                      <a:pt x="49" y="276"/>
                    </a:cubicBezTo>
                    <a:cubicBezTo>
                      <a:pt x="49" y="275"/>
                      <a:pt x="49" y="274"/>
                      <a:pt x="48" y="273"/>
                    </a:cubicBezTo>
                    <a:cubicBezTo>
                      <a:pt x="48" y="272"/>
                      <a:pt x="48" y="270"/>
                      <a:pt x="47" y="269"/>
                    </a:cubicBezTo>
                    <a:cubicBezTo>
                      <a:pt x="47" y="269"/>
                      <a:pt x="48" y="268"/>
                      <a:pt x="47" y="268"/>
                    </a:cubicBezTo>
                    <a:cubicBezTo>
                      <a:pt x="47" y="268"/>
                      <a:pt x="47" y="268"/>
                      <a:pt x="47" y="267"/>
                    </a:cubicBezTo>
                    <a:cubicBezTo>
                      <a:pt x="47" y="267"/>
                      <a:pt x="47" y="266"/>
                      <a:pt x="47" y="266"/>
                    </a:cubicBezTo>
                    <a:cubicBezTo>
                      <a:pt x="47" y="266"/>
                      <a:pt x="47" y="266"/>
                      <a:pt x="47" y="265"/>
                    </a:cubicBezTo>
                    <a:cubicBezTo>
                      <a:pt x="47" y="265"/>
                      <a:pt x="47" y="264"/>
                      <a:pt x="47" y="263"/>
                    </a:cubicBezTo>
                    <a:cubicBezTo>
                      <a:pt x="46" y="262"/>
                      <a:pt x="46" y="261"/>
                      <a:pt x="46" y="259"/>
                    </a:cubicBezTo>
                    <a:cubicBezTo>
                      <a:pt x="46" y="259"/>
                      <a:pt x="45" y="259"/>
                      <a:pt x="45" y="258"/>
                    </a:cubicBezTo>
                    <a:cubicBezTo>
                      <a:pt x="45" y="258"/>
                      <a:pt x="46" y="258"/>
                      <a:pt x="46" y="257"/>
                    </a:cubicBezTo>
                    <a:cubicBezTo>
                      <a:pt x="45" y="256"/>
                      <a:pt x="45" y="255"/>
                      <a:pt x="45" y="254"/>
                    </a:cubicBezTo>
                    <a:cubicBezTo>
                      <a:pt x="45" y="253"/>
                      <a:pt x="45" y="252"/>
                      <a:pt x="44" y="251"/>
                    </a:cubicBezTo>
                    <a:cubicBezTo>
                      <a:pt x="44" y="250"/>
                      <a:pt x="45" y="249"/>
                      <a:pt x="44" y="249"/>
                    </a:cubicBezTo>
                    <a:cubicBezTo>
                      <a:pt x="44" y="249"/>
                      <a:pt x="43" y="249"/>
                      <a:pt x="43" y="249"/>
                    </a:cubicBezTo>
                    <a:cubicBezTo>
                      <a:pt x="43" y="248"/>
                      <a:pt x="44" y="248"/>
                      <a:pt x="44" y="247"/>
                    </a:cubicBezTo>
                    <a:cubicBezTo>
                      <a:pt x="44" y="246"/>
                      <a:pt x="43" y="246"/>
                      <a:pt x="43" y="24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40" name="Freeform 17">
                <a:extLst>
                  <a:ext uri="{FF2B5EF4-FFF2-40B4-BE49-F238E27FC236}">
                    <a16:creationId xmlns:a16="http://schemas.microsoft.com/office/drawing/2014/main" id="{F202FDA0-A5A3-B042-9F6F-650743D172D6}"/>
                  </a:ext>
                </a:extLst>
              </p:cNvPr>
              <p:cNvSpPr>
                <a:spLocks/>
              </p:cNvSpPr>
              <p:nvPr/>
            </p:nvSpPr>
            <p:spPr bwMode="auto">
              <a:xfrm>
                <a:off x="2651" y="1768"/>
                <a:ext cx="1198" cy="1060"/>
              </a:xfrm>
              <a:custGeom>
                <a:avLst/>
                <a:gdLst>
                  <a:gd name="T0" fmla="*/ 241 w 280"/>
                  <a:gd name="T1" fmla="*/ 22 h 253"/>
                  <a:gd name="T2" fmla="*/ 241 w 280"/>
                  <a:gd name="T3" fmla="*/ 41 h 253"/>
                  <a:gd name="T4" fmla="*/ 242 w 280"/>
                  <a:gd name="T5" fmla="*/ 54 h 253"/>
                  <a:gd name="T6" fmla="*/ 264 w 280"/>
                  <a:gd name="T7" fmla="*/ 47 h 253"/>
                  <a:gd name="T8" fmla="*/ 280 w 280"/>
                  <a:gd name="T9" fmla="*/ 51 h 253"/>
                  <a:gd name="T10" fmla="*/ 271 w 280"/>
                  <a:gd name="T11" fmla="*/ 65 h 253"/>
                  <a:gd name="T12" fmla="*/ 231 w 280"/>
                  <a:gd name="T13" fmla="*/ 81 h 253"/>
                  <a:gd name="T14" fmla="*/ 199 w 280"/>
                  <a:gd name="T15" fmla="*/ 98 h 253"/>
                  <a:gd name="T16" fmla="*/ 175 w 280"/>
                  <a:gd name="T17" fmla="*/ 112 h 253"/>
                  <a:gd name="T18" fmla="*/ 154 w 280"/>
                  <a:gd name="T19" fmla="*/ 125 h 253"/>
                  <a:gd name="T20" fmla="*/ 138 w 280"/>
                  <a:gd name="T21" fmla="*/ 142 h 253"/>
                  <a:gd name="T22" fmla="*/ 138 w 280"/>
                  <a:gd name="T23" fmla="*/ 159 h 253"/>
                  <a:gd name="T24" fmla="*/ 138 w 280"/>
                  <a:gd name="T25" fmla="*/ 181 h 253"/>
                  <a:gd name="T26" fmla="*/ 137 w 280"/>
                  <a:gd name="T27" fmla="*/ 193 h 253"/>
                  <a:gd name="T28" fmla="*/ 136 w 280"/>
                  <a:gd name="T29" fmla="*/ 203 h 253"/>
                  <a:gd name="T30" fmla="*/ 138 w 280"/>
                  <a:gd name="T31" fmla="*/ 215 h 253"/>
                  <a:gd name="T32" fmla="*/ 140 w 280"/>
                  <a:gd name="T33" fmla="*/ 225 h 253"/>
                  <a:gd name="T34" fmla="*/ 143 w 280"/>
                  <a:gd name="T35" fmla="*/ 236 h 253"/>
                  <a:gd name="T36" fmla="*/ 142 w 280"/>
                  <a:gd name="T37" fmla="*/ 246 h 253"/>
                  <a:gd name="T38" fmla="*/ 121 w 280"/>
                  <a:gd name="T39" fmla="*/ 236 h 253"/>
                  <a:gd name="T40" fmla="*/ 122 w 280"/>
                  <a:gd name="T41" fmla="*/ 209 h 253"/>
                  <a:gd name="T42" fmla="*/ 122 w 280"/>
                  <a:gd name="T43" fmla="*/ 176 h 253"/>
                  <a:gd name="T44" fmla="*/ 115 w 280"/>
                  <a:gd name="T45" fmla="*/ 153 h 253"/>
                  <a:gd name="T46" fmla="*/ 94 w 280"/>
                  <a:gd name="T47" fmla="*/ 169 h 253"/>
                  <a:gd name="T48" fmla="*/ 70 w 280"/>
                  <a:gd name="T49" fmla="*/ 189 h 253"/>
                  <a:gd name="T50" fmla="*/ 40 w 280"/>
                  <a:gd name="T51" fmla="*/ 217 h 253"/>
                  <a:gd name="T52" fmla="*/ 23 w 280"/>
                  <a:gd name="T53" fmla="*/ 235 h 253"/>
                  <a:gd name="T54" fmla="*/ 1 w 280"/>
                  <a:gd name="T55" fmla="*/ 236 h 253"/>
                  <a:gd name="T56" fmla="*/ 21 w 280"/>
                  <a:gd name="T57" fmla="*/ 210 h 253"/>
                  <a:gd name="T58" fmla="*/ 49 w 280"/>
                  <a:gd name="T59" fmla="*/ 185 h 253"/>
                  <a:gd name="T60" fmla="*/ 69 w 280"/>
                  <a:gd name="T61" fmla="*/ 169 h 253"/>
                  <a:gd name="T62" fmla="*/ 85 w 280"/>
                  <a:gd name="T63" fmla="*/ 156 h 253"/>
                  <a:gd name="T64" fmla="*/ 110 w 280"/>
                  <a:gd name="T65" fmla="*/ 138 h 253"/>
                  <a:gd name="T66" fmla="*/ 122 w 280"/>
                  <a:gd name="T67" fmla="*/ 125 h 253"/>
                  <a:gd name="T68" fmla="*/ 101 w 280"/>
                  <a:gd name="T69" fmla="*/ 126 h 253"/>
                  <a:gd name="T70" fmla="*/ 90 w 280"/>
                  <a:gd name="T71" fmla="*/ 100 h 253"/>
                  <a:gd name="T72" fmla="*/ 97 w 280"/>
                  <a:gd name="T73" fmla="*/ 65 h 253"/>
                  <a:gd name="T74" fmla="*/ 111 w 280"/>
                  <a:gd name="T75" fmla="*/ 52 h 253"/>
                  <a:gd name="T76" fmla="*/ 112 w 280"/>
                  <a:gd name="T77" fmla="*/ 69 h 253"/>
                  <a:gd name="T78" fmla="*/ 106 w 280"/>
                  <a:gd name="T79" fmla="*/ 93 h 253"/>
                  <a:gd name="T80" fmla="*/ 119 w 280"/>
                  <a:gd name="T81" fmla="*/ 105 h 253"/>
                  <a:gd name="T82" fmla="*/ 125 w 280"/>
                  <a:gd name="T83" fmla="*/ 71 h 253"/>
                  <a:gd name="T84" fmla="*/ 135 w 280"/>
                  <a:gd name="T85" fmla="*/ 42 h 253"/>
                  <a:gd name="T86" fmla="*/ 143 w 280"/>
                  <a:gd name="T87" fmla="*/ 59 h 253"/>
                  <a:gd name="T88" fmla="*/ 140 w 280"/>
                  <a:gd name="T89" fmla="*/ 90 h 253"/>
                  <a:gd name="T90" fmla="*/ 139 w 280"/>
                  <a:gd name="T91" fmla="*/ 109 h 253"/>
                  <a:gd name="T92" fmla="*/ 161 w 280"/>
                  <a:gd name="T93" fmla="*/ 105 h 253"/>
                  <a:gd name="T94" fmla="*/ 177 w 280"/>
                  <a:gd name="T95" fmla="*/ 94 h 253"/>
                  <a:gd name="T96" fmla="*/ 197 w 280"/>
                  <a:gd name="T97" fmla="*/ 84 h 253"/>
                  <a:gd name="T98" fmla="*/ 216 w 280"/>
                  <a:gd name="T99" fmla="*/ 73 h 253"/>
                  <a:gd name="T100" fmla="*/ 225 w 280"/>
                  <a:gd name="T101" fmla="*/ 63 h 253"/>
                  <a:gd name="T102" fmla="*/ 223 w 280"/>
                  <a:gd name="T103" fmla="*/ 38 h 253"/>
                  <a:gd name="T104" fmla="*/ 212 w 280"/>
                  <a:gd name="T105" fmla="*/ 23 h 253"/>
                  <a:gd name="T106" fmla="*/ 206 w 280"/>
                  <a:gd name="T107" fmla="*/ 38 h 253"/>
                  <a:gd name="T108" fmla="*/ 204 w 280"/>
                  <a:gd name="T109" fmla="*/ 49 h 253"/>
                  <a:gd name="T110" fmla="*/ 204 w 280"/>
                  <a:gd name="T111" fmla="*/ 62 h 253"/>
                  <a:gd name="T112" fmla="*/ 197 w 280"/>
                  <a:gd name="T113" fmla="*/ 75 h 253"/>
                  <a:gd name="T114" fmla="*/ 186 w 280"/>
                  <a:gd name="T115" fmla="*/ 61 h 253"/>
                  <a:gd name="T116" fmla="*/ 191 w 280"/>
                  <a:gd name="T117" fmla="*/ 19 h 253"/>
                  <a:gd name="T118" fmla="*/ 207 w 280"/>
                  <a:gd name="T119" fmla="*/ 13 h 253"/>
                  <a:gd name="T120" fmla="*/ 229 w 280"/>
                  <a:gd name="T121"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0" h="253">
                    <a:moveTo>
                      <a:pt x="241" y="8"/>
                    </a:moveTo>
                    <a:cubicBezTo>
                      <a:pt x="241" y="8"/>
                      <a:pt x="241" y="8"/>
                      <a:pt x="240" y="8"/>
                    </a:cubicBezTo>
                    <a:cubicBezTo>
                      <a:pt x="240" y="9"/>
                      <a:pt x="240" y="10"/>
                      <a:pt x="241" y="10"/>
                    </a:cubicBezTo>
                    <a:cubicBezTo>
                      <a:pt x="241" y="11"/>
                      <a:pt x="241" y="11"/>
                      <a:pt x="241" y="11"/>
                    </a:cubicBezTo>
                    <a:cubicBezTo>
                      <a:pt x="241" y="12"/>
                      <a:pt x="242" y="12"/>
                      <a:pt x="242" y="12"/>
                    </a:cubicBezTo>
                    <a:cubicBezTo>
                      <a:pt x="241" y="12"/>
                      <a:pt x="241" y="13"/>
                      <a:pt x="240" y="13"/>
                    </a:cubicBezTo>
                    <a:cubicBezTo>
                      <a:pt x="240" y="14"/>
                      <a:pt x="240" y="15"/>
                      <a:pt x="240" y="16"/>
                    </a:cubicBezTo>
                    <a:cubicBezTo>
                      <a:pt x="241" y="16"/>
                      <a:pt x="241" y="15"/>
                      <a:pt x="241" y="16"/>
                    </a:cubicBezTo>
                    <a:cubicBezTo>
                      <a:pt x="241" y="16"/>
                      <a:pt x="241" y="17"/>
                      <a:pt x="241" y="17"/>
                    </a:cubicBezTo>
                    <a:cubicBezTo>
                      <a:pt x="241" y="18"/>
                      <a:pt x="242" y="18"/>
                      <a:pt x="242" y="18"/>
                    </a:cubicBezTo>
                    <a:cubicBezTo>
                      <a:pt x="241" y="18"/>
                      <a:pt x="241" y="18"/>
                      <a:pt x="241" y="18"/>
                    </a:cubicBezTo>
                    <a:cubicBezTo>
                      <a:pt x="240" y="18"/>
                      <a:pt x="241" y="19"/>
                      <a:pt x="241" y="19"/>
                    </a:cubicBezTo>
                    <a:cubicBezTo>
                      <a:pt x="240" y="20"/>
                      <a:pt x="241" y="19"/>
                      <a:pt x="241" y="20"/>
                    </a:cubicBezTo>
                    <a:cubicBezTo>
                      <a:pt x="241" y="20"/>
                      <a:pt x="241" y="20"/>
                      <a:pt x="241" y="20"/>
                    </a:cubicBezTo>
                    <a:cubicBezTo>
                      <a:pt x="241" y="21"/>
                      <a:pt x="241" y="22"/>
                      <a:pt x="241" y="22"/>
                    </a:cubicBezTo>
                    <a:cubicBezTo>
                      <a:pt x="241" y="22"/>
                      <a:pt x="241" y="22"/>
                      <a:pt x="241" y="22"/>
                    </a:cubicBezTo>
                    <a:cubicBezTo>
                      <a:pt x="241" y="23"/>
                      <a:pt x="240" y="22"/>
                      <a:pt x="240" y="23"/>
                    </a:cubicBezTo>
                    <a:cubicBezTo>
                      <a:pt x="240" y="24"/>
                      <a:pt x="240" y="24"/>
                      <a:pt x="241" y="24"/>
                    </a:cubicBezTo>
                    <a:cubicBezTo>
                      <a:pt x="241" y="25"/>
                      <a:pt x="240" y="24"/>
                      <a:pt x="240" y="25"/>
                    </a:cubicBezTo>
                    <a:cubicBezTo>
                      <a:pt x="240" y="26"/>
                      <a:pt x="240" y="26"/>
                      <a:pt x="241" y="26"/>
                    </a:cubicBezTo>
                    <a:cubicBezTo>
                      <a:pt x="241" y="26"/>
                      <a:pt x="240" y="26"/>
                      <a:pt x="240" y="26"/>
                    </a:cubicBezTo>
                    <a:cubicBezTo>
                      <a:pt x="240" y="28"/>
                      <a:pt x="240" y="31"/>
                      <a:pt x="240" y="34"/>
                    </a:cubicBezTo>
                    <a:cubicBezTo>
                      <a:pt x="240" y="34"/>
                      <a:pt x="241" y="34"/>
                      <a:pt x="241" y="35"/>
                    </a:cubicBezTo>
                    <a:cubicBezTo>
                      <a:pt x="241" y="35"/>
                      <a:pt x="240" y="35"/>
                      <a:pt x="240" y="35"/>
                    </a:cubicBezTo>
                    <a:cubicBezTo>
                      <a:pt x="240" y="35"/>
                      <a:pt x="240" y="36"/>
                      <a:pt x="240" y="36"/>
                    </a:cubicBezTo>
                    <a:cubicBezTo>
                      <a:pt x="240" y="36"/>
                      <a:pt x="240" y="36"/>
                      <a:pt x="240" y="37"/>
                    </a:cubicBezTo>
                    <a:cubicBezTo>
                      <a:pt x="240" y="37"/>
                      <a:pt x="240" y="37"/>
                      <a:pt x="240" y="38"/>
                    </a:cubicBezTo>
                    <a:cubicBezTo>
                      <a:pt x="240" y="38"/>
                      <a:pt x="240" y="38"/>
                      <a:pt x="241" y="39"/>
                    </a:cubicBezTo>
                    <a:cubicBezTo>
                      <a:pt x="241" y="39"/>
                      <a:pt x="241" y="39"/>
                      <a:pt x="240" y="39"/>
                    </a:cubicBezTo>
                    <a:cubicBezTo>
                      <a:pt x="240" y="40"/>
                      <a:pt x="241" y="40"/>
                      <a:pt x="241" y="41"/>
                    </a:cubicBezTo>
                    <a:cubicBezTo>
                      <a:pt x="240" y="40"/>
                      <a:pt x="240" y="42"/>
                      <a:pt x="240" y="43"/>
                    </a:cubicBezTo>
                    <a:cubicBezTo>
                      <a:pt x="240" y="44"/>
                      <a:pt x="240" y="43"/>
                      <a:pt x="240" y="43"/>
                    </a:cubicBezTo>
                    <a:cubicBezTo>
                      <a:pt x="240" y="44"/>
                      <a:pt x="240" y="44"/>
                      <a:pt x="240" y="44"/>
                    </a:cubicBezTo>
                    <a:cubicBezTo>
                      <a:pt x="240" y="44"/>
                      <a:pt x="240" y="43"/>
                      <a:pt x="241" y="44"/>
                    </a:cubicBezTo>
                    <a:cubicBezTo>
                      <a:pt x="241" y="45"/>
                      <a:pt x="241" y="45"/>
                      <a:pt x="240" y="45"/>
                    </a:cubicBezTo>
                    <a:cubicBezTo>
                      <a:pt x="240" y="45"/>
                      <a:pt x="240" y="45"/>
                      <a:pt x="240" y="45"/>
                    </a:cubicBezTo>
                    <a:cubicBezTo>
                      <a:pt x="240" y="46"/>
                      <a:pt x="240" y="46"/>
                      <a:pt x="241" y="46"/>
                    </a:cubicBezTo>
                    <a:cubicBezTo>
                      <a:pt x="241" y="46"/>
                      <a:pt x="241" y="47"/>
                      <a:pt x="240" y="47"/>
                    </a:cubicBezTo>
                    <a:cubicBezTo>
                      <a:pt x="240" y="48"/>
                      <a:pt x="240" y="48"/>
                      <a:pt x="240" y="49"/>
                    </a:cubicBezTo>
                    <a:cubicBezTo>
                      <a:pt x="240" y="49"/>
                      <a:pt x="241" y="49"/>
                      <a:pt x="241" y="49"/>
                    </a:cubicBezTo>
                    <a:cubicBezTo>
                      <a:pt x="241" y="49"/>
                      <a:pt x="240" y="50"/>
                      <a:pt x="241" y="50"/>
                    </a:cubicBezTo>
                    <a:cubicBezTo>
                      <a:pt x="241" y="51"/>
                      <a:pt x="242" y="50"/>
                      <a:pt x="242" y="51"/>
                    </a:cubicBezTo>
                    <a:cubicBezTo>
                      <a:pt x="242" y="52"/>
                      <a:pt x="240" y="51"/>
                      <a:pt x="241" y="52"/>
                    </a:cubicBezTo>
                    <a:cubicBezTo>
                      <a:pt x="241" y="53"/>
                      <a:pt x="241" y="52"/>
                      <a:pt x="242" y="52"/>
                    </a:cubicBezTo>
                    <a:cubicBezTo>
                      <a:pt x="242" y="53"/>
                      <a:pt x="242" y="53"/>
                      <a:pt x="242" y="54"/>
                    </a:cubicBezTo>
                    <a:cubicBezTo>
                      <a:pt x="242" y="54"/>
                      <a:pt x="242" y="54"/>
                      <a:pt x="242" y="54"/>
                    </a:cubicBezTo>
                    <a:cubicBezTo>
                      <a:pt x="242" y="55"/>
                      <a:pt x="243" y="54"/>
                      <a:pt x="243" y="54"/>
                    </a:cubicBezTo>
                    <a:cubicBezTo>
                      <a:pt x="243" y="55"/>
                      <a:pt x="243" y="55"/>
                      <a:pt x="244" y="56"/>
                    </a:cubicBezTo>
                    <a:cubicBezTo>
                      <a:pt x="244" y="56"/>
                      <a:pt x="245" y="56"/>
                      <a:pt x="246" y="56"/>
                    </a:cubicBezTo>
                    <a:cubicBezTo>
                      <a:pt x="246" y="56"/>
                      <a:pt x="247" y="56"/>
                      <a:pt x="248" y="56"/>
                    </a:cubicBezTo>
                    <a:cubicBezTo>
                      <a:pt x="248" y="55"/>
                      <a:pt x="249" y="55"/>
                      <a:pt x="249" y="55"/>
                    </a:cubicBezTo>
                    <a:cubicBezTo>
                      <a:pt x="249" y="55"/>
                      <a:pt x="249" y="55"/>
                      <a:pt x="250" y="55"/>
                    </a:cubicBezTo>
                    <a:cubicBezTo>
                      <a:pt x="251" y="54"/>
                      <a:pt x="252" y="54"/>
                      <a:pt x="253" y="53"/>
                    </a:cubicBezTo>
                    <a:cubicBezTo>
                      <a:pt x="254" y="53"/>
                      <a:pt x="254" y="53"/>
                      <a:pt x="255" y="52"/>
                    </a:cubicBezTo>
                    <a:cubicBezTo>
                      <a:pt x="255" y="52"/>
                      <a:pt x="256" y="52"/>
                      <a:pt x="257" y="51"/>
                    </a:cubicBezTo>
                    <a:cubicBezTo>
                      <a:pt x="257" y="51"/>
                      <a:pt x="258" y="51"/>
                      <a:pt x="258" y="51"/>
                    </a:cubicBezTo>
                    <a:cubicBezTo>
                      <a:pt x="259" y="50"/>
                      <a:pt x="260" y="49"/>
                      <a:pt x="261" y="49"/>
                    </a:cubicBezTo>
                    <a:cubicBezTo>
                      <a:pt x="261" y="49"/>
                      <a:pt x="261" y="49"/>
                      <a:pt x="261" y="49"/>
                    </a:cubicBezTo>
                    <a:cubicBezTo>
                      <a:pt x="262" y="49"/>
                      <a:pt x="262" y="49"/>
                      <a:pt x="262" y="49"/>
                    </a:cubicBezTo>
                    <a:cubicBezTo>
                      <a:pt x="263" y="48"/>
                      <a:pt x="263" y="48"/>
                      <a:pt x="264" y="47"/>
                    </a:cubicBezTo>
                    <a:cubicBezTo>
                      <a:pt x="264" y="47"/>
                      <a:pt x="265" y="47"/>
                      <a:pt x="265" y="47"/>
                    </a:cubicBezTo>
                    <a:cubicBezTo>
                      <a:pt x="265" y="47"/>
                      <a:pt x="266" y="47"/>
                      <a:pt x="266" y="47"/>
                    </a:cubicBezTo>
                    <a:cubicBezTo>
                      <a:pt x="266" y="46"/>
                      <a:pt x="267" y="46"/>
                      <a:pt x="267" y="46"/>
                    </a:cubicBezTo>
                    <a:cubicBezTo>
                      <a:pt x="268" y="46"/>
                      <a:pt x="268" y="46"/>
                      <a:pt x="268" y="46"/>
                    </a:cubicBezTo>
                    <a:cubicBezTo>
                      <a:pt x="269" y="46"/>
                      <a:pt x="270" y="46"/>
                      <a:pt x="270" y="46"/>
                    </a:cubicBezTo>
                    <a:cubicBezTo>
                      <a:pt x="272" y="46"/>
                      <a:pt x="273" y="46"/>
                      <a:pt x="275" y="47"/>
                    </a:cubicBezTo>
                    <a:cubicBezTo>
                      <a:pt x="275" y="47"/>
                      <a:pt x="275" y="46"/>
                      <a:pt x="275" y="46"/>
                    </a:cubicBezTo>
                    <a:cubicBezTo>
                      <a:pt x="276" y="46"/>
                      <a:pt x="276" y="47"/>
                      <a:pt x="276" y="47"/>
                    </a:cubicBezTo>
                    <a:cubicBezTo>
                      <a:pt x="276" y="47"/>
                      <a:pt x="277" y="46"/>
                      <a:pt x="277" y="47"/>
                    </a:cubicBezTo>
                    <a:cubicBezTo>
                      <a:pt x="277" y="47"/>
                      <a:pt x="277" y="47"/>
                      <a:pt x="278" y="48"/>
                    </a:cubicBezTo>
                    <a:cubicBezTo>
                      <a:pt x="278" y="48"/>
                      <a:pt x="278" y="48"/>
                      <a:pt x="278" y="48"/>
                    </a:cubicBezTo>
                    <a:cubicBezTo>
                      <a:pt x="278" y="48"/>
                      <a:pt x="278" y="48"/>
                      <a:pt x="278" y="49"/>
                    </a:cubicBezTo>
                    <a:cubicBezTo>
                      <a:pt x="278" y="49"/>
                      <a:pt x="278" y="49"/>
                      <a:pt x="279" y="49"/>
                    </a:cubicBezTo>
                    <a:cubicBezTo>
                      <a:pt x="279" y="50"/>
                      <a:pt x="279" y="50"/>
                      <a:pt x="279" y="50"/>
                    </a:cubicBezTo>
                    <a:cubicBezTo>
                      <a:pt x="280" y="50"/>
                      <a:pt x="279" y="51"/>
                      <a:pt x="280" y="51"/>
                    </a:cubicBezTo>
                    <a:cubicBezTo>
                      <a:pt x="280" y="51"/>
                      <a:pt x="280" y="51"/>
                      <a:pt x="280" y="52"/>
                    </a:cubicBezTo>
                    <a:cubicBezTo>
                      <a:pt x="280" y="52"/>
                      <a:pt x="280" y="52"/>
                      <a:pt x="280" y="52"/>
                    </a:cubicBezTo>
                    <a:cubicBezTo>
                      <a:pt x="280" y="53"/>
                      <a:pt x="280" y="53"/>
                      <a:pt x="279" y="54"/>
                    </a:cubicBezTo>
                    <a:cubicBezTo>
                      <a:pt x="279" y="54"/>
                      <a:pt x="280" y="53"/>
                      <a:pt x="280" y="54"/>
                    </a:cubicBezTo>
                    <a:cubicBezTo>
                      <a:pt x="280" y="54"/>
                      <a:pt x="280" y="54"/>
                      <a:pt x="280" y="55"/>
                    </a:cubicBezTo>
                    <a:cubicBezTo>
                      <a:pt x="279" y="55"/>
                      <a:pt x="279" y="56"/>
                      <a:pt x="279" y="56"/>
                    </a:cubicBezTo>
                    <a:cubicBezTo>
                      <a:pt x="279" y="57"/>
                      <a:pt x="279" y="56"/>
                      <a:pt x="278" y="57"/>
                    </a:cubicBezTo>
                    <a:cubicBezTo>
                      <a:pt x="279" y="57"/>
                      <a:pt x="278" y="58"/>
                      <a:pt x="278" y="58"/>
                    </a:cubicBezTo>
                    <a:cubicBezTo>
                      <a:pt x="278" y="58"/>
                      <a:pt x="278" y="58"/>
                      <a:pt x="278" y="58"/>
                    </a:cubicBezTo>
                    <a:cubicBezTo>
                      <a:pt x="277" y="59"/>
                      <a:pt x="276" y="60"/>
                      <a:pt x="276" y="61"/>
                    </a:cubicBezTo>
                    <a:cubicBezTo>
                      <a:pt x="275" y="61"/>
                      <a:pt x="275" y="62"/>
                      <a:pt x="274" y="63"/>
                    </a:cubicBezTo>
                    <a:cubicBezTo>
                      <a:pt x="274" y="63"/>
                      <a:pt x="274" y="63"/>
                      <a:pt x="273" y="63"/>
                    </a:cubicBezTo>
                    <a:cubicBezTo>
                      <a:pt x="273" y="63"/>
                      <a:pt x="273" y="64"/>
                      <a:pt x="272" y="64"/>
                    </a:cubicBezTo>
                    <a:cubicBezTo>
                      <a:pt x="272" y="64"/>
                      <a:pt x="272" y="64"/>
                      <a:pt x="272" y="64"/>
                    </a:cubicBezTo>
                    <a:cubicBezTo>
                      <a:pt x="272" y="64"/>
                      <a:pt x="271" y="65"/>
                      <a:pt x="271" y="65"/>
                    </a:cubicBezTo>
                    <a:cubicBezTo>
                      <a:pt x="271" y="65"/>
                      <a:pt x="271" y="65"/>
                      <a:pt x="270" y="65"/>
                    </a:cubicBezTo>
                    <a:cubicBezTo>
                      <a:pt x="270" y="65"/>
                      <a:pt x="270" y="65"/>
                      <a:pt x="270" y="65"/>
                    </a:cubicBezTo>
                    <a:cubicBezTo>
                      <a:pt x="270" y="65"/>
                      <a:pt x="270" y="66"/>
                      <a:pt x="269" y="66"/>
                    </a:cubicBezTo>
                    <a:cubicBezTo>
                      <a:pt x="268" y="67"/>
                      <a:pt x="266" y="67"/>
                      <a:pt x="264" y="68"/>
                    </a:cubicBezTo>
                    <a:cubicBezTo>
                      <a:pt x="259" y="69"/>
                      <a:pt x="254" y="71"/>
                      <a:pt x="250" y="72"/>
                    </a:cubicBezTo>
                    <a:cubicBezTo>
                      <a:pt x="249" y="73"/>
                      <a:pt x="248" y="73"/>
                      <a:pt x="248" y="73"/>
                    </a:cubicBezTo>
                    <a:cubicBezTo>
                      <a:pt x="247" y="74"/>
                      <a:pt x="246" y="74"/>
                      <a:pt x="245" y="74"/>
                    </a:cubicBezTo>
                    <a:cubicBezTo>
                      <a:pt x="245" y="75"/>
                      <a:pt x="243" y="75"/>
                      <a:pt x="243" y="76"/>
                    </a:cubicBezTo>
                    <a:cubicBezTo>
                      <a:pt x="242" y="76"/>
                      <a:pt x="242" y="76"/>
                      <a:pt x="242" y="76"/>
                    </a:cubicBezTo>
                    <a:cubicBezTo>
                      <a:pt x="242" y="76"/>
                      <a:pt x="242" y="76"/>
                      <a:pt x="241" y="76"/>
                    </a:cubicBezTo>
                    <a:cubicBezTo>
                      <a:pt x="240" y="76"/>
                      <a:pt x="239" y="77"/>
                      <a:pt x="238" y="78"/>
                    </a:cubicBezTo>
                    <a:cubicBezTo>
                      <a:pt x="238" y="78"/>
                      <a:pt x="237" y="78"/>
                      <a:pt x="237" y="78"/>
                    </a:cubicBezTo>
                    <a:cubicBezTo>
                      <a:pt x="236" y="78"/>
                      <a:pt x="235" y="79"/>
                      <a:pt x="234" y="80"/>
                    </a:cubicBezTo>
                    <a:cubicBezTo>
                      <a:pt x="233" y="80"/>
                      <a:pt x="232" y="80"/>
                      <a:pt x="232" y="80"/>
                    </a:cubicBezTo>
                    <a:cubicBezTo>
                      <a:pt x="232" y="80"/>
                      <a:pt x="232" y="81"/>
                      <a:pt x="231" y="81"/>
                    </a:cubicBezTo>
                    <a:cubicBezTo>
                      <a:pt x="231" y="81"/>
                      <a:pt x="230" y="81"/>
                      <a:pt x="230" y="81"/>
                    </a:cubicBezTo>
                    <a:cubicBezTo>
                      <a:pt x="230" y="81"/>
                      <a:pt x="230" y="82"/>
                      <a:pt x="229" y="82"/>
                    </a:cubicBezTo>
                    <a:cubicBezTo>
                      <a:pt x="229" y="82"/>
                      <a:pt x="229" y="82"/>
                      <a:pt x="229" y="82"/>
                    </a:cubicBezTo>
                    <a:cubicBezTo>
                      <a:pt x="228" y="82"/>
                      <a:pt x="228" y="83"/>
                      <a:pt x="228" y="83"/>
                    </a:cubicBezTo>
                    <a:cubicBezTo>
                      <a:pt x="227" y="83"/>
                      <a:pt x="227" y="83"/>
                      <a:pt x="226" y="83"/>
                    </a:cubicBezTo>
                    <a:cubicBezTo>
                      <a:pt x="226" y="84"/>
                      <a:pt x="225" y="84"/>
                      <a:pt x="225" y="84"/>
                    </a:cubicBezTo>
                    <a:cubicBezTo>
                      <a:pt x="224" y="84"/>
                      <a:pt x="224" y="85"/>
                      <a:pt x="223" y="85"/>
                    </a:cubicBezTo>
                    <a:cubicBezTo>
                      <a:pt x="222" y="86"/>
                      <a:pt x="221" y="86"/>
                      <a:pt x="220" y="87"/>
                    </a:cubicBezTo>
                    <a:cubicBezTo>
                      <a:pt x="219" y="87"/>
                      <a:pt x="219" y="88"/>
                      <a:pt x="218" y="88"/>
                    </a:cubicBezTo>
                    <a:cubicBezTo>
                      <a:pt x="217" y="88"/>
                      <a:pt x="216" y="89"/>
                      <a:pt x="215" y="89"/>
                    </a:cubicBezTo>
                    <a:cubicBezTo>
                      <a:pt x="214" y="90"/>
                      <a:pt x="212" y="91"/>
                      <a:pt x="210" y="92"/>
                    </a:cubicBezTo>
                    <a:cubicBezTo>
                      <a:pt x="209" y="92"/>
                      <a:pt x="208" y="93"/>
                      <a:pt x="207" y="94"/>
                    </a:cubicBezTo>
                    <a:cubicBezTo>
                      <a:pt x="207" y="94"/>
                      <a:pt x="207" y="94"/>
                      <a:pt x="206" y="94"/>
                    </a:cubicBezTo>
                    <a:cubicBezTo>
                      <a:pt x="205" y="95"/>
                      <a:pt x="204" y="95"/>
                      <a:pt x="203" y="96"/>
                    </a:cubicBezTo>
                    <a:cubicBezTo>
                      <a:pt x="202" y="97"/>
                      <a:pt x="200" y="97"/>
                      <a:pt x="199" y="98"/>
                    </a:cubicBezTo>
                    <a:cubicBezTo>
                      <a:pt x="199" y="98"/>
                      <a:pt x="199" y="98"/>
                      <a:pt x="198" y="98"/>
                    </a:cubicBezTo>
                    <a:cubicBezTo>
                      <a:pt x="198" y="99"/>
                      <a:pt x="198" y="99"/>
                      <a:pt x="198" y="99"/>
                    </a:cubicBezTo>
                    <a:cubicBezTo>
                      <a:pt x="197" y="99"/>
                      <a:pt x="197" y="99"/>
                      <a:pt x="197" y="99"/>
                    </a:cubicBezTo>
                    <a:cubicBezTo>
                      <a:pt x="196" y="99"/>
                      <a:pt x="196" y="100"/>
                      <a:pt x="196" y="100"/>
                    </a:cubicBezTo>
                    <a:cubicBezTo>
                      <a:pt x="194" y="101"/>
                      <a:pt x="192" y="102"/>
                      <a:pt x="190" y="103"/>
                    </a:cubicBezTo>
                    <a:cubicBezTo>
                      <a:pt x="189" y="103"/>
                      <a:pt x="189" y="104"/>
                      <a:pt x="189" y="104"/>
                    </a:cubicBezTo>
                    <a:cubicBezTo>
                      <a:pt x="188" y="104"/>
                      <a:pt x="188" y="104"/>
                      <a:pt x="188" y="105"/>
                    </a:cubicBezTo>
                    <a:cubicBezTo>
                      <a:pt x="187" y="105"/>
                      <a:pt x="187" y="105"/>
                      <a:pt x="187" y="105"/>
                    </a:cubicBezTo>
                    <a:cubicBezTo>
                      <a:pt x="186" y="105"/>
                      <a:pt x="185" y="106"/>
                      <a:pt x="184" y="106"/>
                    </a:cubicBezTo>
                    <a:cubicBezTo>
                      <a:pt x="184" y="107"/>
                      <a:pt x="183" y="107"/>
                      <a:pt x="182" y="108"/>
                    </a:cubicBezTo>
                    <a:cubicBezTo>
                      <a:pt x="181" y="108"/>
                      <a:pt x="180" y="109"/>
                      <a:pt x="179" y="109"/>
                    </a:cubicBezTo>
                    <a:cubicBezTo>
                      <a:pt x="179" y="110"/>
                      <a:pt x="178" y="110"/>
                      <a:pt x="177" y="110"/>
                    </a:cubicBezTo>
                    <a:cubicBezTo>
                      <a:pt x="177" y="111"/>
                      <a:pt x="176" y="111"/>
                      <a:pt x="176" y="111"/>
                    </a:cubicBezTo>
                    <a:cubicBezTo>
                      <a:pt x="176" y="111"/>
                      <a:pt x="175" y="112"/>
                      <a:pt x="175" y="112"/>
                    </a:cubicBezTo>
                    <a:cubicBezTo>
                      <a:pt x="175" y="112"/>
                      <a:pt x="175" y="112"/>
                      <a:pt x="175" y="112"/>
                    </a:cubicBezTo>
                    <a:cubicBezTo>
                      <a:pt x="175" y="112"/>
                      <a:pt x="174" y="113"/>
                      <a:pt x="173" y="113"/>
                    </a:cubicBezTo>
                    <a:cubicBezTo>
                      <a:pt x="172" y="114"/>
                      <a:pt x="171" y="114"/>
                      <a:pt x="170" y="115"/>
                    </a:cubicBezTo>
                    <a:cubicBezTo>
                      <a:pt x="169" y="116"/>
                      <a:pt x="168" y="116"/>
                      <a:pt x="167" y="117"/>
                    </a:cubicBezTo>
                    <a:cubicBezTo>
                      <a:pt x="167" y="117"/>
                      <a:pt x="166" y="117"/>
                      <a:pt x="166" y="118"/>
                    </a:cubicBezTo>
                    <a:cubicBezTo>
                      <a:pt x="165" y="118"/>
                      <a:pt x="164" y="119"/>
                      <a:pt x="163" y="119"/>
                    </a:cubicBezTo>
                    <a:cubicBezTo>
                      <a:pt x="163" y="120"/>
                      <a:pt x="162" y="120"/>
                      <a:pt x="162" y="120"/>
                    </a:cubicBezTo>
                    <a:cubicBezTo>
                      <a:pt x="161" y="120"/>
                      <a:pt x="161" y="121"/>
                      <a:pt x="160" y="121"/>
                    </a:cubicBezTo>
                    <a:cubicBezTo>
                      <a:pt x="160" y="121"/>
                      <a:pt x="160" y="121"/>
                      <a:pt x="160" y="122"/>
                    </a:cubicBezTo>
                    <a:cubicBezTo>
                      <a:pt x="160" y="122"/>
                      <a:pt x="159" y="122"/>
                      <a:pt x="159" y="122"/>
                    </a:cubicBezTo>
                    <a:cubicBezTo>
                      <a:pt x="159" y="122"/>
                      <a:pt x="159" y="122"/>
                      <a:pt x="158" y="122"/>
                    </a:cubicBezTo>
                    <a:cubicBezTo>
                      <a:pt x="158" y="122"/>
                      <a:pt x="158" y="122"/>
                      <a:pt x="158" y="123"/>
                    </a:cubicBezTo>
                    <a:cubicBezTo>
                      <a:pt x="158" y="123"/>
                      <a:pt x="157" y="123"/>
                      <a:pt x="157" y="123"/>
                    </a:cubicBezTo>
                    <a:cubicBezTo>
                      <a:pt x="157" y="123"/>
                      <a:pt x="157" y="124"/>
                      <a:pt x="156" y="124"/>
                    </a:cubicBezTo>
                    <a:cubicBezTo>
                      <a:pt x="156" y="124"/>
                      <a:pt x="156" y="124"/>
                      <a:pt x="156" y="124"/>
                    </a:cubicBezTo>
                    <a:cubicBezTo>
                      <a:pt x="156" y="124"/>
                      <a:pt x="155" y="124"/>
                      <a:pt x="154" y="125"/>
                    </a:cubicBezTo>
                    <a:cubicBezTo>
                      <a:pt x="154" y="125"/>
                      <a:pt x="154" y="125"/>
                      <a:pt x="153" y="125"/>
                    </a:cubicBezTo>
                    <a:cubicBezTo>
                      <a:pt x="153" y="126"/>
                      <a:pt x="152" y="126"/>
                      <a:pt x="152" y="127"/>
                    </a:cubicBezTo>
                    <a:cubicBezTo>
                      <a:pt x="151" y="127"/>
                      <a:pt x="151" y="127"/>
                      <a:pt x="151" y="127"/>
                    </a:cubicBezTo>
                    <a:cubicBezTo>
                      <a:pt x="151" y="127"/>
                      <a:pt x="151" y="127"/>
                      <a:pt x="151" y="127"/>
                    </a:cubicBezTo>
                    <a:cubicBezTo>
                      <a:pt x="151" y="127"/>
                      <a:pt x="150" y="128"/>
                      <a:pt x="150" y="128"/>
                    </a:cubicBezTo>
                    <a:cubicBezTo>
                      <a:pt x="149" y="128"/>
                      <a:pt x="148" y="129"/>
                      <a:pt x="148" y="129"/>
                    </a:cubicBezTo>
                    <a:cubicBezTo>
                      <a:pt x="148" y="129"/>
                      <a:pt x="147" y="130"/>
                      <a:pt x="147" y="130"/>
                    </a:cubicBezTo>
                    <a:cubicBezTo>
                      <a:pt x="146" y="131"/>
                      <a:pt x="144" y="132"/>
                      <a:pt x="142" y="133"/>
                    </a:cubicBezTo>
                    <a:cubicBezTo>
                      <a:pt x="142" y="134"/>
                      <a:pt x="142" y="134"/>
                      <a:pt x="141" y="135"/>
                    </a:cubicBezTo>
                    <a:cubicBezTo>
                      <a:pt x="140" y="135"/>
                      <a:pt x="140" y="136"/>
                      <a:pt x="139" y="135"/>
                    </a:cubicBezTo>
                    <a:cubicBezTo>
                      <a:pt x="139" y="136"/>
                      <a:pt x="139" y="136"/>
                      <a:pt x="138" y="137"/>
                    </a:cubicBezTo>
                    <a:cubicBezTo>
                      <a:pt x="139" y="137"/>
                      <a:pt x="139" y="138"/>
                      <a:pt x="138" y="139"/>
                    </a:cubicBezTo>
                    <a:cubicBezTo>
                      <a:pt x="138" y="139"/>
                      <a:pt x="139" y="139"/>
                      <a:pt x="139" y="139"/>
                    </a:cubicBezTo>
                    <a:cubicBezTo>
                      <a:pt x="139" y="140"/>
                      <a:pt x="138" y="139"/>
                      <a:pt x="138" y="140"/>
                    </a:cubicBezTo>
                    <a:cubicBezTo>
                      <a:pt x="138" y="140"/>
                      <a:pt x="138" y="142"/>
                      <a:pt x="138" y="142"/>
                    </a:cubicBezTo>
                    <a:cubicBezTo>
                      <a:pt x="138" y="143"/>
                      <a:pt x="139" y="142"/>
                      <a:pt x="139" y="143"/>
                    </a:cubicBezTo>
                    <a:cubicBezTo>
                      <a:pt x="139" y="144"/>
                      <a:pt x="138" y="144"/>
                      <a:pt x="138" y="145"/>
                    </a:cubicBezTo>
                    <a:cubicBezTo>
                      <a:pt x="137" y="145"/>
                      <a:pt x="138" y="145"/>
                      <a:pt x="138" y="145"/>
                    </a:cubicBezTo>
                    <a:cubicBezTo>
                      <a:pt x="138" y="146"/>
                      <a:pt x="138" y="147"/>
                      <a:pt x="138" y="147"/>
                    </a:cubicBezTo>
                    <a:cubicBezTo>
                      <a:pt x="138" y="148"/>
                      <a:pt x="138" y="148"/>
                      <a:pt x="138" y="148"/>
                    </a:cubicBezTo>
                    <a:cubicBezTo>
                      <a:pt x="138" y="149"/>
                      <a:pt x="138" y="149"/>
                      <a:pt x="138" y="150"/>
                    </a:cubicBezTo>
                    <a:cubicBezTo>
                      <a:pt x="138" y="150"/>
                      <a:pt x="138" y="151"/>
                      <a:pt x="138" y="151"/>
                    </a:cubicBezTo>
                    <a:cubicBezTo>
                      <a:pt x="138" y="152"/>
                      <a:pt x="138" y="152"/>
                      <a:pt x="138" y="152"/>
                    </a:cubicBezTo>
                    <a:cubicBezTo>
                      <a:pt x="138" y="152"/>
                      <a:pt x="138" y="152"/>
                      <a:pt x="138" y="153"/>
                    </a:cubicBezTo>
                    <a:cubicBezTo>
                      <a:pt x="138" y="153"/>
                      <a:pt x="138" y="153"/>
                      <a:pt x="138" y="153"/>
                    </a:cubicBezTo>
                    <a:cubicBezTo>
                      <a:pt x="137" y="154"/>
                      <a:pt x="138" y="153"/>
                      <a:pt x="137" y="153"/>
                    </a:cubicBezTo>
                    <a:cubicBezTo>
                      <a:pt x="137" y="154"/>
                      <a:pt x="138" y="154"/>
                      <a:pt x="138" y="155"/>
                    </a:cubicBezTo>
                    <a:cubicBezTo>
                      <a:pt x="138" y="156"/>
                      <a:pt x="137" y="156"/>
                      <a:pt x="138" y="157"/>
                    </a:cubicBezTo>
                    <a:cubicBezTo>
                      <a:pt x="137" y="157"/>
                      <a:pt x="138" y="157"/>
                      <a:pt x="138" y="157"/>
                    </a:cubicBezTo>
                    <a:cubicBezTo>
                      <a:pt x="138" y="158"/>
                      <a:pt x="138" y="159"/>
                      <a:pt x="138" y="159"/>
                    </a:cubicBezTo>
                    <a:cubicBezTo>
                      <a:pt x="138" y="161"/>
                      <a:pt x="138" y="163"/>
                      <a:pt x="137" y="164"/>
                    </a:cubicBezTo>
                    <a:cubicBezTo>
                      <a:pt x="137" y="165"/>
                      <a:pt x="138" y="165"/>
                      <a:pt x="138" y="165"/>
                    </a:cubicBezTo>
                    <a:cubicBezTo>
                      <a:pt x="138" y="165"/>
                      <a:pt x="138" y="166"/>
                      <a:pt x="137" y="166"/>
                    </a:cubicBezTo>
                    <a:cubicBezTo>
                      <a:pt x="138" y="166"/>
                      <a:pt x="138" y="167"/>
                      <a:pt x="138" y="168"/>
                    </a:cubicBezTo>
                    <a:cubicBezTo>
                      <a:pt x="137" y="167"/>
                      <a:pt x="138" y="168"/>
                      <a:pt x="137" y="169"/>
                    </a:cubicBezTo>
                    <a:cubicBezTo>
                      <a:pt x="137" y="169"/>
                      <a:pt x="137" y="168"/>
                      <a:pt x="138" y="169"/>
                    </a:cubicBezTo>
                    <a:cubicBezTo>
                      <a:pt x="138" y="169"/>
                      <a:pt x="138" y="169"/>
                      <a:pt x="138" y="170"/>
                    </a:cubicBezTo>
                    <a:cubicBezTo>
                      <a:pt x="138" y="170"/>
                      <a:pt x="138" y="171"/>
                      <a:pt x="138" y="171"/>
                    </a:cubicBezTo>
                    <a:cubicBezTo>
                      <a:pt x="138" y="171"/>
                      <a:pt x="138" y="172"/>
                      <a:pt x="138" y="172"/>
                    </a:cubicBezTo>
                    <a:cubicBezTo>
                      <a:pt x="137" y="173"/>
                      <a:pt x="138" y="173"/>
                      <a:pt x="137" y="173"/>
                    </a:cubicBezTo>
                    <a:cubicBezTo>
                      <a:pt x="138" y="174"/>
                      <a:pt x="138" y="174"/>
                      <a:pt x="138" y="175"/>
                    </a:cubicBezTo>
                    <a:cubicBezTo>
                      <a:pt x="138" y="176"/>
                      <a:pt x="138" y="177"/>
                      <a:pt x="137" y="177"/>
                    </a:cubicBezTo>
                    <a:cubicBezTo>
                      <a:pt x="138" y="177"/>
                      <a:pt x="138" y="179"/>
                      <a:pt x="137" y="179"/>
                    </a:cubicBezTo>
                    <a:cubicBezTo>
                      <a:pt x="137" y="180"/>
                      <a:pt x="138" y="180"/>
                      <a:pt x="137" y="180"/>
                    </a:cubicBezTo>
                    <a:cubicBezTo>
                      <a:pt x="137" y="181"/>
                      <a:pt x="138" y="181"/>
                      <a:pt x="138" y="181"/>
                    </a:cubicBezTo>
                    <a:cubicBezTo>
                      <a:pt x="138" y="182"/>
                      <a:pt x="138" y="183"/>
                      <a:pt x="137" y="183"/>
                    </a:cubicBezTo>
                    <a:cubicBezTo>
                      <a:pt x="138" y="183"/>
                      <a:pt x="137" y="184"/>
                      <a:pt x="138" y="184"/>
                    </a:cubicBezTo>
                    <a:cubicBezTo>
                      <a:pt x="138" y="184"/>
                      <a:pt x="137" y="184"/>
                      <a:pt x="137" y="185"/>
                    </a:cubicBezTo>
                    <a:cubicBezTo>
                      <a:pt x="137" y="185"/>
                      <a:pt x="137" y="185"/>
                      <a:pt x="138" y="185"/>
                    </a:cubicBezTo>
                    <a:cubicBezTo>
                      <a:pt x="138" y="185"/>
                      <a:pt x="137" y="185"/>
                      <a:pt x="137" y="185"/>
                    </a:cubicBezTo>
                    <a:cubicBezTo>
                      <a:pt x="137" y="186"/>
                      <a:pt x="138" y="186"/>
                      <a:pt x="137" y="187"/>
                    </a:cubicBezTo>
                    <a:cubicBezTo>
                      <a:pt x="138" y="187"/>
                      <a:pt x="137" y="187"/>
                      <a:pt x="138" y="187"/>
                    </a:cubicBezTo>
                    <a:cubicBezTo>
                      <a:pt x="138" y="188"/>
                      <a:pt x="137" y="188"/>
                      <a:pt x="137" y="188"/>
                    </a:cubicBezTo>
                    <a:cubicBezTo>
                      <a:pt x="137" y="188"/>
                      <a:pt x="137" y="189"/>
                      <a:pt x="137" y="189"/>
                    </a:cubicBezTo>
                    <a:cubicBezTo>
                      <a:pt x="137" y="189"/>
                      <a:pt x="137" y="190"/>
                      <a:pt x="137" y="190"/>
                    </a:cubicBezTo>
                    <a:cubicBezTo>
                      <a:pt x="137" y="190"/>
                      <a:pt x="137" y="190"/>
                      <a:pt x="137" y="190"/>
                    </a:cubicBezTo>
                    <a:cubicBezTo>
                      <a:pt x="137" y="190"/>
                      <a:pt x="138" y="191"/>
                      <a:pt x="138" y="192"/>
                    </a:cubicBezTo>
                    <a:cubicBezTo>
                      <a:pt x="138" y="192"/>
                      <a:pt x="137" y="191"/>
                      <a:pt x="137" y="192"/>
                    </a:cubicBezTo>
                    <a:cubicBezTo>
                      <a:pt x="137" y="193"/>
                      <a:pt x="138" y="193"/>
                      <a:pt x="138" y="193"/>
                    </a:cubicBezTo>
                    <a:cubicBezTo>
                      <a:pt x="137" y="193"/>
                      <a:pt x="137" y="193"/>
                      <a:pt x="137" y="193"/>
                    </a:cubicBezTo>
                    <a:cubicBezTo>
                      <a:pt x="137" y="194"/>
                      <a:pt x="138" y="194"/>
                      <a:pt x="138" y="194"/>
                    </a:cubicBezTo>
                    <a:cubicBezTo>
                      <a:pt x="137" y="194"/>
                      <a:pt x="138" y="195"/>
                      <a:pt x="138" y="195"/>
                    </a:cubicBezTo>
                    <a:cubicBezTo>
                      <a:pt x="138" y="195"/>
                      <a:pt x="137" y="195"/>
                      <a:pt x="137" y="195"/>
                    </a:cubicBezTo>
                    <a:cubicBezTo>
                      <a:pt x="137" y="195"/>
                      <a:pt x="138" y="196"/>
                      <a:pt x="137" y="196"/>
                    </a:cubicBezTo>
                    <a:cubicBezTo>
                      <a:pt x="137" y="196"/>
                      <a:pt x="137" y="196"/>
                      <a:pt x="137" y="197"/>
                    </a:cubicBezTo>
                    <a:cubicBezTo>
                      <a:pt x="137" y="197"/>
                      <a:pt x="137" y="197"/>
                      <a:pt x="136" y="198"/>
                    </a:cubicBezTo>
                    <a:cubicBezTo>
                      <a:pt x="137" y="198"/>
                      <a:pt x="137" y="198"/>
                      <a:pt x="137" y="199"/>
                    </a:cubicBezTo>
                    <a:cubicBezTo>
                      <a:pt x="137" y="199"/>
                      <a:pt x="137" y="199"/>
                      <a:pt x="137" y="199"/>
                    </a:cubicBezTo>
                    <a:cubicBezTo>
                      <a:pt x="138" y="199"/>
                      <a:pt x="137" y="199"/>
                      <a:pt x="138" y="199"/>
                    </a:cubicBezTo>
                    <a:cubicBezTo>
                      <a:pt x="138" y="200"/>
                      <a:pt x="137" y="200"/>
                      <a:pt x="137" y="200"/>
                    </a:cubicBezTo>
                    <a:cubicBezTo>
                      <a:pt x="137" y="200"/>
                      <a:pt x="138" y="201"/>
                      <a:pt x="138" y="200"/>
                    </a:cubicBezTo>
                    <a:cubicBezTo>
                      <a:pt x="138" y="200"/>
                      <a:pt x="137" y="201"/>
                      <a:pt x="138" y="201"/>
                    </a:cubicBezTo>
                    <a:cubicBezTo>
                      <a:pt x="138" y="201"/>
                      <a:pt x="138" y="201"/>
                      <a:pt x="138" y="201"/>
                    </a:cubicBezTo>
                    <a:cubicBezTo>
                      <a:pt x="138" y="201"/>
                      <a:pt x="138" y="202"/>
                      <a:pt x="137" y="201"/>
                    </a:cubicBezTo>
                    <a:cubicBezTo>
                      <a:pt x="137" y="202"/>
                      <a:pt x="137" y="202"/>
                      <a:pt x="136" y="203"/>
                    </a:cubicBezTo>
                    <a:cubicBezTo>
                      <a:pt x="137" y="203"/>
                      <a:pt x="137" y="203"/>
                      <a:pt x="137" y="203"/>
                    </a:cubicBezTo>
                    <a:cubicBezTo>
                      <a:pt x="137" y="204"/>
                      <a:pt x="137" y="204"/>
                      <a:pt x="137" y="204"/>
                    </a:cubicBezTo>
                    <a:cubicBezTo>
                      <a:pt x="137" y="204"/>
                      <a:pt x="137" y="204"/>
                      <a:pt x="137" y="205"/>
                    </a:cubicBezTo>
                    <a:cubicBezTo>
                      <a:pt x="137" y="205"/>
                      <a:pt x="138" y="205"/>
                      <a:pt x="138" y="205"/>
                    </a:cubicBezTo>
                    <a:cubicBezTo>
                      <a:pt x="138" y="206"/>
                      <a:pt x="137" y="205"/>
                      <a:pt x="137" y="205"/>
                    </a:cubicBezTo>
                    <a:cubicBezTo>
                      <a:pt x="136" y="206"/>
                      <a:pt x="136" y="206"/>
                      <a:pt x="137" y="206"/>
                    </a:cubicBezTo>
                    <a:cubicBezTo>
                      <a:pt x="136" y="207"/>
                      <a:pt x="136" y="207"/>
                      <a:pt x="137" y="207"/>
                    </a:cubicBezTo>
                    <a:cubicBezTo>
                      <a:pt x="138" y="207"/>
                      <a:pt x="137" y="206"/>
                      <a:pt x="138" y="207"/>
                    </a:cubicBezTo>
                    <a:cubicBezTo>
                      <a:pt x="138" y="207"/>
                      <a:pt x="137" y="208"/>
                      <a:pt x="138" y="208"/>
                    </a:cubicBezTo>
                    <a:cubicBezTo>
                      <a:pt x="138" y="208"/>
                      <a:pt x="138" y="209"/>
                      <a:pt x="137" y="209"/>
                    </a:cubicBezTo>
                    <a:cubicBezTo>
                      <a:pt x="137" y="209"/>
                      <a:pt x="138" y="210"/>
                      <a:pt x="137" y="211"/>
                    </a:cubicBezTo>
                    <a:cubicBezTo>
                      <a:pt x="137" y="212"/>
                      <a:pt x="138" y="211"/>
                      <a:pt x="138" y="212"/>
                    </a:cubicBezTo>
                    <a:cubicBezTo>
                      <a:pt x="138" y="212"/>
                      <a:pt x="138" y="213"/>
                      <a:pt x="139" y="212"/>
                    </a:cubicBezTo>
                    <a:cubicBezTo>
                      <a:pt x="139" y="213"/>
                      <a:pt x="139" y="213"/>
                      <a:pt x="138" y="213"/>
                    </a:cubicBezTo>
                    <a:cubicBezTo>
                      <a:pt x="138" y="214"/>
                      <a:pt x="138" y="214"/>
                      <a:pt x="138" y="215"/>
                    </a:cubicBezTo>
                    <a:cubicBezTo>
                      <a:pt x="138" y="215"/>
                      <a:pt x="139" y="214"/>
                      <a:pt x="139" y="215"/>
                    </a:cubicBezTo>
                    <a:cubicBezTo>
                      <a:pt x="139" y="215"/>
                      <a:pt x="138" y="215"/>
                      <a:pt x="138" y="216"/>
                    </a:cubicBezTo>
                    <a:cubicBezTo>
                      <a:pt x="138" y="216"/>
                      <a:pt x="139" y="216"/>
                      <a:pt x="139" y="216"/>
                    </a:cubicBezTo>
                    <a:cubicBezTo>
                      <a:pt x="139" y="217"/>
                      <a:pt x="139" y="217"/>
                      <a:pt x="139" y="217"/>
                    </a:cubicBezTo>
                    <a:cubicBezTo>
                      <a:pt x="139" y="217"/>
                      <a:pt x="140" y="218"/>
                      <a:pt x="139" y="218"/>
                    </a:cubicBezTo>
                    <a:cubicBezTo>
                      <a:pt x="139" y="218"/>
                      <a:pt x="139" y="218"/>
                      <a:pt x="139" y="218"/>
                    </a:cubicBezTo>
                    <a:cubicBezTo>
                      <a:pt x="139" y="218"/>
                      <a:pt x="139" y="219"/>
                      <a:pt x="139" y="220"/>
                    </a:cubicBezTo>
                    <a:cubicBezTo>
                      <a:pt x="138" y="220"/>
                      <a:pt x="140" y="219"/>
                      <a:pt x="139" y="219"/>
                    </a:cubicBezTo>
                    <a:cubicBezTo>
                      <a:pt x="138" y="220"/>
                      <a:pt x="139" y="220"/>
                      <a:pt x="139" y="220"/>
                    </a:cubicBezTo>
                    <a:cubicBezTo>
                      <a:pt x="139" y="221"/>
                      <a:pt x="139" y="222"/>
                      <a:pt x="138" y="222"/>
                    </a:cubicBezTo>
                    <a:cubicBezTo>
                      <a:pt x="139" y="222"/>
                      <a:pt x="139" y="223"/>
                      <a:pt x="139" y="223"/>
                    </a:cubicBezTo>
                    <a:cubicBezTo>
                      <a:pt x="139" y="223"/>
                      <a:pt x="139" y="223"/>
                      <a:pt x="140" y="222"/>
                    </a:cubicBezTo>
                    <a:cubicBezTo>
                      <a:pt x="140" y="223"/>
                      <a:pt x="140" y="223"/>
                      <a:pt x="140" y="224"/>
                    </a:cubicBezTo>
                    <a:cubicBezTo>
                      <a:pt x="140" y="224"/>
                      <a:pt x="140" y="224"/>
                      <a:pt x="140" y="225"/>
                    </a:cubicBezTo>
                    <a:cubicBezTo>
                      <a:pt x="140" y="225"/>
                      <a:pt x="140" y="225"/>
                      <a:pt x="140" y="225"/>
                    </a:cubicBezTo>
                    <a:cubicBezTo>
                      <a:pt x="141" y="226"/>
                      <a:pt x="141" y="226"/>
                      <a:pt x="141" y="227"/>
                    </a:cubicBezTo>
                    <a:cubicBezTo>
                      <a:pt x="141" y="227"/>
                      <a:pt x="141" y="227"/>
                      <a:pt x="141" y="227"/>
                    </a:cubicBezTo>
                    <a:cubicBezTo>
                      <a:pt x="141" y="228"/>
                      <a:pt x="141" y="229"/>
                      <a:pt x="141" y="229"/>
                    </a:cubicBezTo>
                    <a:cubicBezTo>
                      <a:pt x="141" y="229"/>
                      <a:pt x="141" y="229"/>
                      <a:pt x="141" y="230"/>
                    </a:cubicBezTo>
                    <a:cubicBezTo>
                      <a:pt x="140" y="230"/>
                      <a:pt x="139" y="229"/>
                      <a:pt x="139" y="230"/>
                    </a:cubicBezTo>
                    <a:cubicBezTo>
                      <a:pt x="139" y="230"/>
                      <a:pt x="140" y="230"/>
                      <a:pt x="140" y="230"/>
                    </a:cubicBezTo>
                    <a:cubicBezTo>
                      <a:pt x="140" y="230"/>
                      <a:pt x="140" y="230"/>
                      <a:pt x="141" y="230"/>
                    </a:cubicBezTo>
                    <a:cubicBezTo>
                      <a:pt x="141" y="231"/>
                      <a:pt x="140" y="231"/>
                      <a:pt x="140" y="231"/>
                    </a:cubicBezTo>
                    <a:cubicBezTo>
                      <a:pt x="140" y="232"/>
                      <a:pt x="139" y="233"/>
                      <a:pt x="140" y="234"/>
                    </a:cubicBezTo>
                    <a:cubicBezTo>
                      <a:pt x="141" y="234"/>
                      <a:pt x="140" y="233"/>
                      <a:pt x="141" y="233"/>
                    </a:cubicBezTo>
                    <a:cubicBezTo>
                      <a:pt x="141" y="233"/>
                      <a:pt x="141" y="233"/>
                      <a:pt x="141" y="233"/>
                    </a:cubicBezTo>
                    <a:cubicBezTo>
                      <a:pt x="141" y="234"/>
                      <a:pt x="142" y="234"/>
                      <a:pt x="142" y="234"/>
                    </a:cubicBezTo>
                    <a:cubicBezTo>
                      <a:pt x="142" y="235"/>
                      <a:pt x="142" y="234"/>
                      <a:pt x="141" y="235"/>
                    </a:cubicBezTo>
                    <a:cubicBezTo>
                      <a:pt x="141" y="235"/>
                      <a:pt x="142" y="235"/>
                      <a:pt x="142" y="235"/>
                    </a:cubicBezTo>
                    <a:cubicBezTo>
                      <a:pt x="142" y="236"/>
                      <a:pt x="143" y="236"/>
                      <a:pt x="143" y="236"/>
                    </a:cubicBezTo>
                    <a:cubicBezTo>
                      <a:pt x="142" y="236"/>
                      <a:pt x="143" y="236"/>
                      <a:pt x="142" y="236"/>
                    </a:cubicBezTo>
                    <a:cubicBezTo>
                      <a:pt x="142" y="236"/>
                      <a:pt x="142" y="236"/>
                      <a:pt x="142" y="236"/>
                    </a:cubicBezTo>
                    <a:cubicBezTo>
                      <a:pt x="142" y="236"/>
                      <a:pt x="142" y="237"/>
                      <a:pt x="142" y="237"/>
                    </a:cubicBezTo>
                    <a:cubicBezTo>
                      <a:pt x="142" y="237"/>
                      <a:pt x="142" y="237"/>
                      <a:pt x="142" y="238"/>
                    </a:cubicBezTo>
                    <a:cubicBezTo>
                      <a:pt x="141" y="238"/>
                      <a:pt x="141" y="237"/>
                      <a:pt x="141" y="237"/>
                    </a:cubicBezTo>
                    <a:cubicBezTo>
                      <a:pt x="141" y="238"/>
                      <a:pt x="142" y="237"/>
                      <a:pt x="142" y="238"/>
                    </a:cubicBezTo>
                    <a:cubicBezTo>
                      <a:pt x="142" y="239"/>
                      <a:pt x="141" y="239"/>
                      <a:pt x="141" y="239"/>
                    </a:cubicBezTo>
                    <a:cubicBezTo>
                      <a:pt x="141" y="240"/>
                      <a:pt x="142" y="240"/>
                      <a:pt x="142" y="240"/>
                    </a:cubicBezTo>
                    <a:cubicBezTo>
                      <a:pt x="142" y="240"/>
                      <a:pt x="142" y="240"/>
                      <a:pt x="142" y="241"/>
                    </a:cubicBezTo>
                    <a:cubicBezTo>
                      <a:pt x="142" y="241"/>
                      <a:pt x="143" y="241"/>
                      <a:pt x="143" y="241"/>
                    </a:cubicBezTo>
                    <a:cubicBezTo>
                      <a:pt x="143" y="242"/>
                      <a:pt x="143" y="242"/>
                      <a:pt x="142" y="243"/>
                    </a:cubicBezTo>
                    <a:cubicBezTo>
                      <a:pt x="143" y="243"/>
                      <a:pt x="142" y="244"/>
                      <a:pt x="143" y="244"/>
                    </a:cubicBezTo>
                    <a:cubicBezTo>
                      <a:pt x="142" y="244"/>
                      <a:pt x="142" y="244"/>
                      <a:pt x="142" y="245"/>
                    </a:cubicBezTo>
                    <a:cubicBezTo>
                      <a:pt x="142" y="245"/>
                      <a:pt x="143" y="246"/>
                      <a:pt x="143" y="246"/>
                    </a:cubicBezTo>
                    <a:cubicBezTo>
                      <a:pt x="143" y="246"/>
                      <a:pt x="142" y="246"/>
                      <a:pt x="142" y="246"/>
                    </a:cubicBezTo>
                    <a:cubicBezTo>
                      <a:pt x="141" y="247"/>
                      <a:pt x="141" y="248"/>
                      <a:pt x="140" y="249"/>
                    </a:cubicBezTo>
                    <a:cubicBezTo>
                      <a:pt x="140" y="250"/>
                      <a:pt x="139" y="250"/>
                      <a:pt x="138" y="251"/>
                    </a:cubicBezTo>
                    <a:cubicBezTo>
                      <a:pt x="138" y="251"/>
                      <a:pt x="138" y="251"/>
                      <a:pt x="138" y="251"/>
                    </a:cubicBezTo>
                    <a:cubicBezTo>
                      <a:pt x="138" y="251"/>
                      <a:pt x="138" y="251"/>
                      <a:pt x="138" y="251"/>
                    </a:cubicBezTo>
                    <a:cubicBezTo>
                      <a:pt x="138" y="251"/>
                      <a:pt x="138" y="252"/>
                      <a:pt x="138" y="252"/>
                    </a:cubicBezTo>
                    <a:cubicBezTo>
                      <a:pt x="138" y="252"/>
                      <a:pt x="137" y="252"/>
                      <a:pt x="137" y="252"/>
                    </a:cubicBezTo>
                    <a:cubicBezTo>
                      <a:pt x="137" y="252"/>
                      <a:pt x="137" y="252"/>
                      <a:pt x="137" y="252"/>
                    </a:cubicBezTo>
                    <a:cubicBezTo>
                      <a:pt x="137" y="252"/>
                      <a:pt x="136" y="252"/>
                      <a:pt x="136" y="253"/>
                    </a:cubicBezTo>
                    <a:cubicBezTo>
                      <a:pt x="135" y="253"/>
                      <a:pt x="134" y="253"/>
                      <a:pt x="132" y="253"/>
                    </a:cubicBezTo>
                    <a:cubicBezTo>
                      <a:pt x="130" y="253"/>
                      <a:pt x="129" y="253"/>
                      <a:pt x="128" y="252"/>
                    </a:cubicBezTo>
                    <a:cubicBezTo>
                      <a:pt x="127" y="252"/>
                      <a:pt x="127" y="252"/>
                      <a:pt x="126" y="252"/>
                    </a:cubicBezTo>
                    <a:cubicBezTo>
                      <a:pt x="125" y="251"/>
                      <a:pt x="125" y="251"/>
                      <a:pt x="124" y="250"/>
                    </a:cubicBezTo>
                    <a:cubicBezTo>
                      <a:pt x="123" y="249"/>
                      <a:pt x="123" y="248"/>
                      <a:pt x="122" y="247"/>
                    </a:cubicBezTo>
                    <a:cubicBezTo>
                      <a:pt x="122" y="246"/>
                      <a:pt x="122" y="245"/>
                      <a:pt x="122" y="244"/>
                    </a:cubicBezTo>
                    <a:cubicBezTo>
                      <a:pt x="121" y="242"/>
                      <a:pt x="121" y="239"/>
                      <a:pt x="121" y="236"/>
                    </a:cubicBezTo>
                    <a:cubicBezTo>
                      <a:pt x="121" y="236"/>
                      <a:pt x="121" y="236"/>
                      <a:pt x="121" y="236"/>
                    </a:cubicBezTo>
                    <a:cubicBezTo>
                      <a:pt x="120" y="235"/>
                      <a:pt x="121" y="234"/>
                      <a:pt x="121" y="234"/>
                    </a:cubicBezTo>
                    <a:cubicBezTo>
                      <a:pt x="121" y="233"/>
                      <a:pt x="121" y="233"/>
                      <a:pt x="121" y="233"/>
                    </a:cubicBezTo>
                    <a:cubicBezTo>
                      <a:pt x="121" y="233"/>
                      <a:pt x="121" y="233"/>
                      <a:pt x="121" y="232"/>
                    </a:cubicBezTo>
                    <a:cubicBezTo>
                      <a:pt x="121" y="231"/>
                      <a:pt x="121" y="229"/>
                      <a:pt x="121" y="227"/>
                    </a:cubicBezTo>
                    <a:cubicBezTo>
                      <a:pt x="121" y="226"/>
                      <a:pt x="121" y="226"/>
                      <a:pt x="121" y="226"/>
                    </a:cubicBezTo>
                    <a:cubicBezTo>
                      <a:pt x="121" y="225"/>
                      <a:pt x="121" y="222"/>
                      <a:pt x="121" y="220"/>
                    </a:cubicBezTo>
                    <a:cubicBezTo>
                      <a:pt x="121" y="220"/>
                      <a:pt x="121" y="220"/>
                      <a:pt x="121" y="220"/>
                    </a:cubicBezTo>
                    <a:cubicBezTo>
                      <a:pt x="121" y="219"/>
                      <a:pt x="121" y="219"/>
                      <a:pt x="121" y="219"/>
                    </a:cubicBezTo>
                    <a:cubicBezTo>
                      <a:pt x="121" y="219"/>
                      <a:pt x="121" y="218"/>
                      <a:pt x="121" y="218"/>
                    </a:cubicBezTo>
                    <a:cubicBezTo>
                      <a:pt x="121" y="218"/>
                      <a:pt x="121" y="218"/>
                      <a:pt x="121" y="218"/>
                    </a:cubicBezTo>
                    <a:cubicBezTo>
                      <a:pt x="121" y="218"/>
                      <a:pt x="121" y="218"/>
                      <a:pt x="121" y="217"/>
                    </a:cubicBezTo>
                    <a:cubicBezTo>
                      <a:pt x="121" y="216"/>
                      <a:pt x="122" y="213"/>
                      <a:pt x="122" y="211"/>
                    </a:cubicBezTo>
                    <a:cubicBezTo>
                      <a:pt x="122" y="211"/>
                      <a:pt x="121" y="211"/>
                      <a:pt x="121" y="210"/>
                    </a:cubicBezTo>
                    <a:cubicBezTo>
                      <a:pt x="121" y="210"/>
                      <a:pt x="122" y="210"/>
                      <a:pt x="122" y="209"/>
                    </a:cubicBezTo>
                    <a:cubicBezTo>
                      <a:pt x="122" y="209"/>
                      <a:pt x="122" y="208"/>
                      <a:pt x="122" y="208"/>
                    </a:cubicBezTo>
                    <a:cubicBezTo>
                      <a:pt x="122" y="207"/>
                      <a:pt x="122" y="206"/>
                      <a:pt x="122" y="205"/>
                    </a:cubicBezTo>
                    <a:cubicBezTo>
                      <a:pt x="122" y="204"/>
                      <a:pt x="122" y="203"/>
                      <a:pt x="122" y="203"/>
                    </a:cubicBezTo>
                    <a:cubicBezTo>
                      <a:pt x="122" y="202"/>
                      <a:pt x="122" y="202"/>
                      <a:pt x="122" y="202"/>
                    </a:cubicBezTo>
                    <a:cubicBezTo>
                      <a:pt x="122" y="201"/>
                      <a:pt x="122" y="200"/>
                      <a:pt x="122" y="199"/>
                    </a:cubicBezTo>
                    <a:cubicBezTo>
                      <a:pt x="122" y="197"/>
                      <a:pt x="122" y="196"/>
                      <a:pt x="122" y="194"/>
                    </a:cubicBezTo>
                    <a:cubicBezTo>
                      <a:pt x="122" y="194"/>
                      <a:pt x="122" y="193"/>
                      <a:pt x="122" y="193"/>
                    </a:cubicBezTo>
                    <a:cubicBezTo>
                      <a:pt x="122" y="193"/>
                      <a:pt x="122" y="192"/>
                      <a:pt x="122" y="192"/>
                    </a:cubicBezTo>
                    <a:cubicBezTo>
                      <a:pt x="122" y="191"/>
                      <a:pt x="122" y="191"/>
                      <a:pt x="122" y="191"/>
                    </a:cubicBezTo>
                    <a:cubicBezTo>
                      <a:pt x="121" y="190"/>
                      <a:pt x="122" y="190"/>
                      <a:pt x="122" y="190"/>
                    </a:cubicBezTo>
                    <a:cubicBezTo>
                      <a:pt x="122" y="189"/>
                      <a:pt x="122" y="187"/>
                      <a:pt x="122" y="186"/>
                    </a:cubicBezTo>
                    <a:cubicBezTo>
                      <a:pt x="122" y="186"/>
                      <a:pt x="122" y="186"/>
                      <a:pt x="122" y="186"/>
                    </a:cubicBezTo>
                    <a:cubicBezTo>
                      <a:pt x="122" y="184"/>
                      <a:pt x="122" y="183"/>
                      <a:pt x="122" y="182"/>
                    </a:cubicBezTo>
                    <a:cubicBezTo>
                      <a:pt x="122" y="181"/>
                      <a:pt x="122" y="180"/>
                      <a:pt x="122" y="179"/>
                    </a:cubicBezTo>
                    <a:cubicBezTo>
                      <a:pt x="122" y="178"/>
                      <a:pt x="122" y="177"/>
                      <a:pt x="122" y="176"/>
                    </a:cubicBezTo>
                    <a:cubicBezTo>
                      <a:pt x="122" y="175"/>
                      <a:pt x="122" y="173"/>
                      <a:pt x="122" y="171"/>
                    </a:cubicBezTo>
                    <a:cubicBezTo>
                      <a:pt x="122" y="167"/>
                      <a:pt x="122" y="163"/>
                      <a:pt x="122" y="159"/>
                    </a:cubicBezTo>
                    <a:cubicBezTo>
                      <a:pt x="122" y="159"/>
                      <a:pt x="122" y="158"/>
                      <a:pt x="122" y="157"/>
                    </a:cubicBezTo>
                    <a:cubicBezTo>
                      <a:pt x="122" y="156"/>
                      <a:pt x="122" y="153"/>
                      <a:pt x="122" y="152"/>
                    </a:cubicBezTo>
                    <a:cubicBezTo>
                      <a:pt x="122" y="151"/>
                      <a:pt x="122" y="151"/>
                      <a:pt x="122" y="151"/>
                    </a:cubicBezTo>
                    <a:cubicBezTo>
                      <a:pt x="122" y="151"/>
                      <a:pt x="122" y="150"/>
                      <a:pt x="122" y="150"/>
                    </a:cubicBezTo>
                    <a:cubicBezTo>
                      <a:pt x="122" y="149"/>
                      <a:pt x="123" y="148"/>
                      <a:pt x="122" y="148"/>
                    </a:cubicBezTo>
                    <a:cubicBezTo>
                      <a:pt x="122" y="148"/>
                      <a:pt x="121" y="148"/>
                      <a:pt x="121" y="148"/>
                    </a:cubicBezTo>
                    <a:cubicBezTo>
                      <a:pt x="121" y="149"/>
                      <a:pt x="120" y="149"/>
                      <a:pt x="120" y="149"/>
                    </a:cubicBezTo>
                    <a:cubicBezTo>
                      <a:pt x="120" y="149"/>
                      <a:pt x="120" y="149"/>
                      <a:pt x="120" y="149"/>
                    </a:cubicBezTo>
                    <a:cubicBezTo>
                      <a:pt x="119" y="149"/>
                      <a:pt x="119" y="150"/>
                      <a:pt x="118" y="150"/>
                    </a:cubicBezTo>
                    <a:cubicBezTo>
                      <a:pt x="118" y="150"/>
                      <a:pt x="118" y="150"/>
                      <a:pt x="117" y="151"/>
                    </a:cubicBezTo>
                    <a:cubicBezTo>
                      <a:pt x="117" y="151"/>
                      <a:pt x="117" y="151"/>
                      <a:pt x="116" y="151"/>
                    </a:cubicBezTo>
                    <a:cubicBezTo>
                      <a:pt x="116" y="151"/>
                      <a:pt x="116" y="152"/>
                      <a:pt x="116" y="152"/>
                    </a:cubicBezTo>
                    <a:cubicBezTo>
                      <a:pt x="116" y="152"/>
                      <a:pt x="115" y="152"/>
                      <a:pt x="115" y="153"/>
                    </a:cubicBezTo>
                    <a:cubicBezTo>
                      <a:pt x="114" y="153"/>
                      <a:pt x="113" y="154"/>
                      <a:pt x="112" y="154"/>
                    </a:cubicBezTo>
                    <a:cubicBezTo>
                      <a:pt x="111" y="155"/>
                      <a:pt x="111" y="156"/>
                      <a:pt x="110" y="157"/>
                    </a:cubicBezTo>
                    <a:cubicBezTo>
                      <a:pt x="110" y="157"/>
                      <a:pt x="109" y="157"/>
                      <a:pt x="109" y="157"/>
                    </a:cubicBezTo>
                    <a:cubicBezTo>
                      <a:pt x="109" y="157"/>
                      <a:pt x="109" y="157"/>
                      <a:pt x="109" y="157"/>
                    </a:cubicBezTo>
                    <a:cubicBezTo>
                      <a:pt x="109" y="157"/>
                      <a:pt x="108" y="157"/>
                      <a:pt x="108" y="157"/>
                    </a:cubicBezTo>
                    <a:cubicBezTo>
                      <a:pt x="108" y="158"/>
                      <a:pt x="108" y="158"/>
                      <a:pt x="108" y="158"/>
                    </a:cubicBezTo>
                    <a:cubicBezTo>
                      <a:pt x="107" y="159"/>
                      <a:pt x="106" y="160"/>
                      <a:pt x="104" y="161"/>
                    </a:cubicBezTo>
                    <a:cubicBezTo>
                      <a:pt x="104" y="161"/>
                      <a:pt x="103" y="161"/>
                      <a:pt x="103" y="162"/>
                    </a:cubicBezTo>
                    <a:cubicBezTo>
                      <a:pt x="102" y="162"/>
                      <a:pt x="102" y="163"/>
                      <a:pt x="101" y="163"/>
                    </a:cubicBezTo>
                    <a:cubicBezTo>
                      <a:pt x="101" y="164"/>
                      <a:pt x="101" y="164"/>
                      <a:pt x="101" y="164"/>
                    </a:cubicBezTo>
                    <a:cubicBezTo>
                      <a:pt x="100" y="164"/>
                      <a:pt x="100" y="164"/>
                      <a:pt x="100" y="164"/>
                    </a:cubicBezTo>
                    <a:cubicBezTo>
                      <a:pt x="99" y="165"/>
                      <a:pt x="99" y="165"/>
                      <a:pt x="98" y="166"/>
                    </a:cubicBezTo>
                    <a:cubicBezTo>
                      <a:pt x="98" y="166"/>
                      <a:pt x="98" y="166"/>
                      <a:pt x="97" y="166"/>
                    </a:cubicBezTo>
                    <a:cubicBezTo>
                      <a:pt x="97" y="166"/>
                      <a:pt x="97" y="166"/>
                      <a:pt x="97" y="167"/>
                    </a:cubicBezTo>
                    <a:cubicBezTo>
                      <a:pt x="96" y="167"/>
                      <a:pt x="95" y="168"/>
                      <a:pt x="94" y="169"/>
                    </a:cubicBezTo>
                    <a:cubicBezTo>
                      <a:pt x="93" y="170"/>
                      <a:pt x="92" y="171"/>
                      <a:pt x="91" y="172"/>
                    </a:cubicBezTo>
                    <a:cubicBezTo>
                      <a:pt x="90" y="172"/>
                      <a:pt x="89" y="173"/>
                      <a:pt x="89" y="173"/>
                    </a:cubicBezTo>
                    <a:cubicBezTo>
                      <a:pt x="89" y="173"/>
                      <a:pt x="88" y="173"/>
                      <a:pt x="88" y="173"/>
                    </a:cubicBezTo>
                    <a:cubicBezTo>
                      <a:pt x="88" y="174"/>
                      <a:pt x="87" y="175"/>
                      <a:pt x="86" y="175"/>
                    </a:cubicBezTo>
                    <a:cubicBezTo>
                      <a:pt x="86" y="176"/>
                      <a:pt x="86" y="176"/>
                      <a:pt x="85" y="176"/>
                    </a:cubicBezTo>
                    <a:cubicBezTo>
                      <a:pt x="85" y="176"/>
                      <a:pt x="84" y="177"/>
                      <a:pt x="83" y="178"/>
                    </a:cubicBezTo>
                    <a:cubicBezTo>
                      <a:pt x="83" y="178"/>
                      <a:pt x="83" y="178"/>
                      <a:pt x="83" y="178"/>
                    </a:cubicBezTo>
                    <a:cubicBezTo>
                      <a:pt x="82" y="179"/>
                      <a:pt x="82" y="179"/>
                      <a:pt x="82" y="179"/>
                    </a:cubicBezTo>
                    <a:cubicBezTo>
                      <a:pt x="82" y="179"/>
                      <a:pt x="81" y="179"/>
                      <a:pt x="81" y="180"/>
                    </a:cubicBezTo>
                    <a:cubicBezTo>
                      <a:pt x="81" y="180"/>
                      <a:pt x="80" y="181"/>
                      <a:pt x="80" y="181"/>
                    </a:cubicBezTo>
                    <a:cubicBezTo>
                      <a:pt x="79" y="181"/>
                      <a:pt x="79" y="181"/>
                      <a:pt x="79" y="181"/>
                    </a:cubicBezTo>
                    <a:cubicBezTo>
                      <a:pt x="78" y="182"/>
                      <a:pt x="77" y="183"/>
                      <a:pt x="76" y="183"/>
                    </a:cubicBezTo>
                    <a:cubicBezTo>
                      <a:pt x="76" y="184"/>
                      <a:pt x="75" y="185"/>
                      <a:pt x="74" y="185"/>
                    </a:cubicBezTo>
                    <a:cubicBezTo>
                      <a:pt x="73" y="186"/>
                      <a:pt x="72" y="187"/>
                      <a:pt x="71" y="188"/>
                    </a:cubicBezTo>
                    <a:cubicBezTo>
                      <a:pt x="71" y="188"/>
                      <a:pt x="70" y="188"/>
                      <a:pt x="70" y="189"/>
                    </a:cubicBezTo>
                    <a:cubicBezTo>
                      <a:pt x="69" y="190"/>
                      <a:pt x="68" y="191"/>
                      <a:pt x="67" y="191"/>
                    </a:cubicBezTo>
                    <a:cubicBezTo>
                      <a:pt x="66" y="192"/>
                      <a:pt x="65" y="193"/>
                      <a:pt x="64" y="194"/>
                    </a:cubicBezTo>
                    <a:cubicBezTo>
                      <a:pt x="63" y="194"/>
                      <a:pt x="62" y="195"/>
                      <a:pt x="62" y="195"/>
                    </a:cubicBezTo>
                    <a:cubicBezTo>
                      <a:pt x="62" y="195"/>
                      <a:pt x="62" y="196"/>
                      <a:pt x="61" y="196"/>
                    </a:cubicBezTo>
                    <a:cubicBezTo>
                      <a:pt x="61" y="196"/>
                      <a:pt x="61" y="196"/>
                      <a:pt x="61" y="196"/>
                    </a:cubicBezTo>
                    <a:cubicBezTo>
                      <a:pt x="60" y="196"/>
                      <a:pt x="60" y="197"/>
                      <a:pt x="60" y="197"/>
                    </a:cubicBezTo>
                    <a:cubicBezTo>
                      <a:pt x="59" y="198"/>
                      <a:pt x="58" y="199"/>
                      <a:pt x="57" y="200"/>
                    </a:cubicBezTo>
                    <a:cubicBezTo>
                      <a:pt x="57" y="200"/>
                      <a:pt x="57" y="200"/>
                      <a:pt x="57" y="201"/>
                    </a:cubicBezTo>
                    <a:cubicBezTo>
                      <a:pt x="56" y="201"/>
                      <a:pt x="55" y="202"/>
                      <a:pt x="54" y="203"/>
                    </a:cubicBezTo>
                    <a:cubicBezTo>
                      <a:pt x="53" y="203"/>
                      <a:pt x="53" y="204"/>
                      <a:pt x="52" y="205"/>
                    </a:cubicBezTo>
                    <a:cubicBezTo>
                      <a:pt x="52" y="205"/>
                      <a:pt x="51" y="206"/>
                      <a:pt x="51" y="206"/>
                    </a:cubicBezTo>
                    <a:cubicBezTo>
                      <a:pt x="49" y="208"/>
                      <a:pt x="47" y="210"/>
                      <a:pt x="45" y="212"/>
                    </a:cubicBezTo>
                    <a:cubicBezTo>
                      <a:pt x="44" y="212"/>
                      <a:pt x="45" y="212"/>
                      <a:pt x="44" y="212"/>
                    </a:cubicBezTo>
                    <a:cubicBezTo>
                      <a:pt x="43" y="213"/>
                      <a:pt x="43" y="215"/>
                      <a:pt x="41" y="215"/>
                    </a:cubicBezTo>
                    <a:cubicBezTo>
                      <a:pt x="41" y="216"/>
                      <a:pt x="41" y="216"/>
                      <a:pt x="40" y="217"/>
                    </a:cubicBezTo>
                    <a:cubicBezTo>
                      <a:pt x="40" y="217"/>
                      <a:pt x="40" y="217"/>
                      <a:pt x="40" y="217"/>
                    </a:cubicBezTo>
                    <a:cubicBezTo>
                      <a:pt x="40" y="217"/>
                      <a:pt x="40" y="218"/>
                      <a:pt x="39" y="218"/>
                    </a:cubicBezTo>
                    <a:cubicBezTo>
                      <a:pt x="39" y="218"/>
                      <a:pt x="39" y="219"/>
                      <a:pt x="38" y="219"/>
                    </a:cubicBezTo>
                    <a:cubicBezTo>
                      <a:pt x="38" y="220"/>
                      <a:pt x="36" y="221"/>
                      <a:pt x="36" y="222"/>
                    </a:cubicBezTo>
                    <a:cubicBezTo>
                      <a:pt x="35" y="222"/>
                      <a:pt x="35" y="223"/>
                      <a:pt x="34" y="224"/>
                    </a:cubicBezTo>
                    <a:cubicBezTo>
                      <a:pt x="33" y="224"/>
                      <a:pt x="32" y="225"/>
                      <a:pt x="31" y="226"/>
                    </a:cubicBezTo>
                    <a:cubicBezTo>
                      <a:pt x="31" y="226"/>
                      <a:pt x="30" y="227"/>
                      <a:pt x="30" y="227"/>
                    </a:cubicBezTo>
                    <a:cubicBezTo>
                      <a:pt x="30" y="227"/>
                      <a:pt x="30" y="227"/>
                      <a:pt x="30" y="228"/>
                    </a:cubicBezTo>
                    <a:cubicBezTo>
                      <a:pt x="30" y="228"/>
                      <a:pt x="29" y="228"/>
                      <a:pt x="29" y="228"/>
                    </a:cubicBezTo>
                    <a:cubicBezTo>
                      <a:pt x="29" y="229"/>
                      <a:pt x="29" y="229"/>
                      <a:pt x="28" y="230"/>
                    </a:cubicBezTo>
                    <a:cubicBezTo>
                      <a:pt x="28" y="230"/>
                      <a:pt x="28" y="230"/>
                      <a:pt x="27" y="231"/>
                    </a:cubicBezTo>
                    <a:cubicBezTo>
                      <a:pt x="27" y="231"/>
                      <a:pt x="26" y="231"/>
                      <a:pt x="26" y="232"/>
                    </a:cubicBezTo>
                    <a:cubicBezTo>
                      <a:pt x="26" y="232"/>
                      <a:pt x="25" y="233"/>
                      <a:pt x="25" y="233"/>
                    </a:cubicBezTo>
                    <a:cubicBezTo>
                      <a:pt x="25" y="234"/>
                      <a:pt x="24" y="234"/>
                      <a:pt x="23" y="234"/>
                    </a:cubicBezTo>
                    <a:cubicBezTo>
                      <a:pt x="23" y="234"/>
                      <a:pt x="23" y="235"/>
                      <a:pt x="23" y="235"/>
                    </a:cubicBezTo>
                    <a:cubicBezTo>
                      <a:pt x="23" y="235"/>
                      <a:pt x="22" y="235"/>
                      <a:pt x="22" y="236"/>
                    </a:cubicBezTo>
                    <a:cubicBezTo>
                      <a:pt x="22" y="237"/>
                      <a:pt x="21" y="237"/>
                      <a:pt x="20" y="238"/>
                    </a:cubicBezTo>
                    <a:cubicBezTo>
                      <a:pt x="20" y="238"/>
                      <a:pt x="20" y="238"/>
                      <a:pt x="20" y="238"/>
                    </a:cubicBezTo>
                    <a:cubicBezTo>
                      <a:pt x="20" y="238"/>
                      <a:pt x="19" y="239"/>
                      <a:pt x="19" y="239"/>
                    </a:cubicBezTo>
                    <a:cubicBezTo>
                      <a:pt x="18" y="240"/>
                      <a:pt x="17" y="241"/>
                      <a:pt x="16" y="241"/>
                    </a:cubicBezTo>
                    <a:cubicBezTo>
                      <a:pt x="16" y="243"/>
                      <a:pt x="14" y="243"/>
                      <a:pt x="14" y="243"/>
                    </a:cubicBezTo>
                    <a:cubicBezTo>
                      <a:pt x="12" y="243"/>
                      <a:pt x="11" y="244"/>
                      <a:pt x="10" y="244"/>
                    </a:cubicBezTo>
                    <a:cubicBezTo>
                      <a:pt x="9" y="244"/>
                      <a:pt x="9" y="243"/>
                      <a:pt x="9" y="243"/>
                    </a:cubicBezTo>
                    <a:cubicBezTo>
                      <a:pt x="9" y="243"/>
                      <a:pt x="8" y="243"/>
                      <a:pt x="8" y="243"/>
                    </a:cubicBezTo>
                    <a:cubicBezTo>
                      <a:pt x="8" y="243"/>
                      <a:pt x="7" y="243"/>
                      <a:pt x="7" y="243"/>
                    </a:cubicBezTo>
                    <a:cubicBezTo>
                      <a:pt x="7" y="243"/>
                      <a:pt x="6" y="243"/>
                      <a:pt x="6" y="243"/>
                    </a:cubicBezTo>
                    <a:cubicBezTo>
                      <a:pt x="5" y="242"/>
                      <a:pt x="4" y="242"/>
                      <a:pt x="4" y="241"/>
                    </a:cubicBezTo>
                    <a:cubicBezTo>
                      <a:pt x="3" y="241"/>
                      <a:pt x="3" y="241"/>
                      <a:pt x="2" y="240"/>
                    </a:cubicBezTo>
                    <a:cubicBezTo>
                      <a:pt x="2" y="239"/>
                      <a:pt x="1" y="238"/>
                      <a:pt x="1" y="237"/>
                    </a:cubicBezTo>
                    <a:cubicBezTo>
                      <a:pt x="1" y="237"/>
                      <a:pt x="1" y="237"/>
                      <a:pt x="1" y="236"/>
                    </a:cubicBezTo>
                    <a:cubicBezTo>
                      <a:pt x="1" y="236"/>
                      <a:pt x="1" y="236"/>
                      <a:pt x="1" y="235"/>
                    </a:cubicBezTo>
                    <a:cubicBezTo>
                      <a:pt x="1" y="235"/>
                      <a:pt x="0" y="234"/>
                      <a:pt x="0" y="234"/>
                    </a:cubicBezTo>
                    <a:cubicBezTo>
                      <a:pt x="0" y="233"/>
                      <a:pt x="1" y="232"/>
                      <a:pt x="1" y="231"/>
                    </a:cubicBezTo>
                    <a:cubicBezTo>
                      <a:pt x="4" y="227"/>
                      <a:pt x="7" y="223"/>
                      <a:pt x="11" y="219"/>
                    </a:cubicBezTo>
                    <a:cubicBezTo>
                      <a:pt x="11" y="219"/>
                      <a:pt x="12" y="218"/>
                      <a:pt x="13" y="218"/>
                    </a:cubicBezTo>
                    <a:cubicBezTo>
                      <a:pt x="13" y="217"/>
                      <a:pt x="14" y="217"/>
                      <a:pt x="14" y="216"/>
                    </a:cubicBezTo>
                    <a:cubicBezTo>
                      <a:pt x="14" y="216"/>
                      <a:pt x="14" y="216"/>
                      <a:pt x="14" y="216"/>
                    </a:cubicBezTo>
                    <a:cubicBezTo>
                      <a:pt x="15" y="216"/>
                      <a:pt x="15" y="215"/>
                      <a:pt x="16" y="215"/>
                    </a:cubicBezTo>
                    <a:cubicBezTo>
                      <a:pt x="16" y="215"/>
                      <a:pt x="16" y="214"/>
                      <a:pt x="16" y="214"/>
                    </a:cubicBezTo>
                    <a:cubicBezTo>
                      <a:pt x="17" y="214"/>
                      <a:pt x="17" y="214"/>
                      <a:pt x="17" y="213"/>
                    </a:cubicBezTo>
                    <a:cubicBezTo>
                      <a:pt x="18" y="213"/>
                      <a:pt x="18" y="213"/>
                      <a:pt x="18" y="213"/>
                    </a:cubicBezTo>
                    <a:cubicBezTo>
                      <a:pt x="18" y="213"/>
                      <a:pt x="18" y="213"/>
                      <a:pt x="18" y="213"/>
                    </a:cubicBezTo>
                    <a:cubicBezTo>
                      <a:pt x="19" y="212"/>
                      <a:pt x="19" y="212"/>
                      <a:pt x="19" y="212"/>
                    </a:cubicBezTo>
                    <a:cubicBezTo>
                      <a:pt x="19" y="211"/>
                      <a:pt x="19" y="211"/>
                      <a:pt x="20" y="211"/>
                    </a:cubicBezTo>
                    <a:cubicBezTo>
                      <a:pt x="20" y="211"/>
                      <a:pt x="21" y="210"/>
                      <a:pt x="21" y="210"/>
                    </a:cubicBezTo>
                    <a:cubicBezTo>
                      <a:pt x="23" y="209"/>
                      <a:pt x="23" y="207"/>
                      <a:pt x="25" y="206"/>
                    </a:cubicBezTo>
                    <a:cubicBezTo>
                      <a:pt x="25" y="206"/>
                      <a:pt x="26" y="205"/>
                      <a:pt x="27" y="205"/>
                    </a:cubicBezTo>
                    <a:cubicBezTo>
                      <a:pt x="27" y="204"/>
                      <a:pt x="28" y="203"/>
                      <a:pt x="29" y="202"/>
                    </a:cubicBezTo>
                    <a:cubicBezTo>
                      <a:pt x="31" y="200"/>
                      <a:pt x="34" y="198"/>
                      <a:pt x="36" y="197"/>
                    </a:cubicBezTo>
                    <a:cubicBezTo>
                      <a:pt x="36" y="196"/>
                      <a:pt x="36" y="196"/>
                      <a:pt x="36" y="196"/>
                    </a:cubicBezTo>
                    <a:cubicBezTo>
                      <a:pt x="37" y="196"/>
                      <a:pt x="37" y="195"/>
                      <a:pt x="38" y="195"/>
                    </a:cubicBezTo>
                    <a:cubicBezTo>
                      <a:pt x="38" y="194"/>
                      <a:pt x="39" y="194"/>
                      <a:pt x="40" y="193"/>
                    </a:cubicBezTo>
                    <a:cubicBezTo>
                      <a:pt x="40" y="193"/>
                      <a:pt x="40" y="193"/>
                      <a:pt x="40" y="192"/>
                    </a:cubicBezTo>
                    <a:cubicBezTo>
                      <a:pt x="41" y="192"/>
                      <a:pt x="41" y="192"/>
                      <a:pt x="41" y="192"/>
                    </a:cubicBezTo>
                    <a:cubicBezTo>
                      <a:pt x="41" y="192"/>
                      <a:pt x="41" y="192"/>
                      <a:pt x="41" y="192"/>
                    </a:cubicBezTo>
                    <a:cubicBezTo>
                      <a:pt x="41" y="192"/>
                      <a:pt x="42" y="192"/>
                      <a:pt x="42" y="192"/>
                    </a:cubicBezTo>
                    <a:cubicBezTo>
                      <a:pt x="42" y="191"/>
                      <a:pt x="42" y="191"/>
                      <a:pt x="43" y="190"/>
                    </a:cubicBezTo>
                    <a:cubicBezTo>
                      <a:pt x="44" y="190"/>
                      <a:pt x="45" y="189"/>
                      <a:pt x="46" y="188"/>
                    </a:cubicBezTo>
                    <a:cubicBezTo>
                      <a:pt x="46" y="188"/>
                      <a:pt x="47" y="187"/>
                      <a:pt x="47" y="187"/>
                    </a:cubicBezTo>
                    <a:cubicBezTo>
                      <a:pt x="48" y="186"/>
                      <a:pt x="49" y="186"/>
                      <a:pt x="49" y="185"/>
                    </a:cubicBezTo>
                    <a:cubicBezTo>
                      <a:pt x="50" y="185"/>
                      <a:pt x="50" y="185"/>
                      <a:pt x="50" y="184"/>
                    </a:cubicBezTo>
                    <a:cubicBezTo>
                      <a:pt x="50" y="184"/>
                      <a:pt x="51" y="184"/>
                      <a:pt x="51" y="184"/>
                    </a:cubicBezTo>
                    <a:cubicBezTo>
                      <a:pt x="51" y="183"/>
                      <a:pt x="52" y="183"/>
                      <a:pt x="53" y="182"/>
                    </a:cubicBezTo>
                    <a:cubicBezTo>
                      <a:pt x="53" y="182"/>
                      <a:pt x="54" y="181"/>
                      <a:pt x="54" y="181"/>
                    </a:cubicBezTo>
                    <a:cubicBezTo>
                      <a:pt x="55" y="181"/>
                      <a:pt x="55" y="180"/>
                      <a:pt x="56" y="180"/>
                    </a:cubicBezTo>
                    <a:cubicBezTo>
                      <a:pt x="56" y="179"/>
                      <a:pt x="57" y="179"/>
                      <a:pt x="57" y="179"/>
                    </a:cubicBezTo>
                    <a:cubicBezTo>
                      <a:pt x="57" y="179"/>
                      <a:pt x="57" y="178"/>
                      <a:pt x="57" y="178"/>
                    </a:cubicBezTo>
                    <a:cubicBezTo>
                      <a:pt x="57" y="178"/>
                      <a:pt x="58" y="178"/>
                      <a:pt x="58" y="178"/>
                    </a:cubicBezTo>
                    <a:cubicBezTo>
                      <a:pt x="58" y="178"/>
                      <a:pt x="59" y="177"/>
                      <a:pt x="59" y="177"/>
                    </a:cubicBezTo>
                    <a:cubicBezTo>
                      <a:pt x="60" y="177"/>
                      <a:pt x="60" y="176"/>
                      <a:pt x="61" y="175"/>
                    </a:cubicBezTo>
                    <a:cubicBezTo>
                      <a:pt x="61" y="175"/>
                      <a:pt x="62" y="175"/>
                      <a:pt x="62" y="175"/>
                    </a:cubicBezTo>
                    <a:cubicBezTo>
                      <a:pt x="62" y="175"/>
                      <a:pt x="62" y="175"/>
                      <a:pt x="62" y="175"/>
                    </a:cubicBezTo>
                    <a:cubicBezTo>
                      <a:pt x="63" y="174"/>
                      <a:pt x="63" y="173"/>
                      <a:pt x="64" y="173"/>
                    </a:cubicBezTo>
                    <a:cubicBezTo>
                      <a:pt x="65" y="172"/>
                      <a:pt x="66" y="171"/>
                      <a:pt x="68" y="170"/>
                    </a:cubicBezTo>
                    <a:cubicBezTo>
                      <a:pt x="68" y="170"/>
                      <a:pt x="69" y="169"/>
                      <a:pt x="69" y="169"/>
                    </a:cubicBezTo>
                    <a:cubicBezTo>
                      <a:pt x="69" y="169"/>
                      <a:pt x="70" y="168"/>
                      <a:pt x="70" y="168"/>
                    </a:cubicBezTo>
                    <a:cubicBezTo>
                      <a:pt x="70" y="168"/>
                      <a:pt x="70" y="168"/>
                      <a:pt x="70" y="168"/>
                    </a:cubicBezTo>
                    <a:cubicBezTo>
                      <a:pt x="71" y="167"/>
                      <a:pt x="72" y="167"/>
                      <a:pt x="72" y="166"/>
                    </a:cubicBezTo>
                    <a:cubicBezTo>
                      <a:pt x="73" y="166"/>
                      <a:pt x="73" y="166"/>
                      <a:pt x="73" y="166"/>
                    </a:cubicBezTo>
                    <a:cubicBezTo>
                      <a:pt x="73" y="165"/>
                      <a:pt x="74" y="165"/>
                      <a:pt x="74" y="165"/>
                    </a:cubicBezTo>
                    <a:cubicBezTo>
                      <a:pt x="74" y="164"/>
                      <a:pt x="75" y="165"/>
                      <a:pt x="75" y="164"/>
                    </a:cubicBezTo>
                    <a:cubicBezTo>
                      <a:pt x="75" y="164"/>
                      <a:pt x="75" y="164"/>
                      <a:pt x="75" y="164"/>
                    </a:cubicBezTo>
                    <a:cubicBezTo>
                      <a:pt x="76" y="163"/>
                      <a:pt x="77" y="163"/>
                      <a:pt x="77" y="162"/>
                    </a:cubicBezTo>
                    <a:cubicBezTo>
                      <a:pt x="78" y="162"/>
                      <a:pt x="79" y="161"/>
                      <a:pt x="79" y="161"/>
                    </a:cubicBezTo>
                    <a:cubicBezTo>
                      <a:pt x="79" y="161"/>
                      <a:pt x="80" y="160"/>
                      <a:pt x="80" y="160"/>
                    </a:cubicBezTo>
                    <a:cubicBezTo>
                      <a:pt x="80" y="160"/>
                      <a:pt x="81" y="160"/>
                      <a:pt x="81" y="159"/>
                    </a:cubicBezTo>
                    <a:cubicBezTo>
                      <a:pt x="81" y="159"/>
                      <a:pt x="82" y="159"/>
                      <a:pt x="82" y="159"/>
                    </a:cubicBezTo>
                    <a:cubicBezTo>
                      <a:pt x="82" y="159"/>
                      <a:pt x="82" y="159"/>
                      <a:pt x="82" y="159"/>
                    </a:cubicBezTo>
                    <a:cubicBezTo>
                      <a:pt x="83" y="158"/>
                      <a:pt x="83" y="158"/>
                      <a:pt x="83" y="158"/>
                    </a:cubicBezTo>
                    <a:cubicBezTo>
                      <a:pt x="84" y="157"/>
                      <a:pt x="85" y="157"/>
                      <a:pt x="85" y="156"/>
                    </a:cubicBezTo>
                    <a:cubicBezTo>
                      <a:pt x="86" y="156"/>
                      <a:pt x="86" y="156"/>
                      <a:pt x="87" y="155"/>
                    </a:cubicBezTo>
                    <a:cubicBezTo>
                      <a:pt x="87" y="155"/>
                      <a:pt x="88" y="154"/>
                      <a:pt x="89" y="154"/>
                    </a:cubicBezTo>
                    <a:cubicBezTo>
                      <a:pt x="90" y="152"/>
                      <a:pt x="92" y="152"/>
                      <a:pt x="94" y="150"/>
                    </a:cubicBezTo>
                    <a:cubicBezTo>
                      <a:pt x="95" y="150"/>
                      <a:pt x="95" y="149"/>
                      <a:pt x="96" y="148"/>
                    </a:cubicBezTo>
                    <a:cubicBezTo>
                      <a:pt x="96" y="148"/>
                      <a:pt x="97" y="148"/>
                      <a:pt x="97" y="148"/>
                    </a:cubicBezTo>
                    <a:cubicBezTo>
                      <a:pt x="97" y="148"/>
                      <a:pt x="97" y="147"/>
                      <a:pt x="98" y="147"/>
                    </a:cubicBezTo>
                    <a:cubicBezTo>
                      <a:pt x="98" y="147"/>
                      <a:pt x="98" y="147"/>
                      <a:pt x="98" y="147"/>
                    </a:cubicBezTo>
                    <a:cubicBezTo>
                      <a:pt x="98" y="147"/>
                      <a:pt x="99" y="146"/>
                      <a:pt x="99" y="146"/>
                    </a:cubicBezTo>
                    <a:cubicBezTo>
                      <a:pt x="99" y="146"/>
                      <a:pt x="99" y="146"/>
                      <a:pt x="99" y="146"/>
                    </a:cubicBezTo>
                    <a:cubicBezTo>
                      <a:pt x="99" y="146"/>
                      <a:pt x="100" y="146"/>
                      <a:pt x="100" y="146"/>
                    </a:cubicBezTo>
                    <a:cubicBezTo>
                      <a:pt x="100" y="146"/>
                      <a:pt x="100" y="145"/>
                      <a:pt x="101" y="145"/>
                    </a:cubicBezTo>
                    <a:cubicBezTo>
                      <a:pt x="101" y="145"/>
                      <a:pt x="102" y="145"/>
                      <a:pt x="102" y="144"/>
                    </a:cubicBezTo>
                    <a:cubicBezTo>
                      <a:pt x="104" y="143"/>
                      <a:pt x="105" y="142"/>
                      <a:pt x="107" y="141"/>
                    </a:cubicBezTo>
                    <a:cubicBezTo>
                      <a:pt x="107" y="140"/>
                      <a:pt x="108" y="139"/>
                      <a:pt x="109" y="139"/>
                    </a:cubicBezTo>
                    <a:cubicBezTo>
                      <a:pt x="109" y="139"/>
                      <a:pt x="110" y="138"/>
                      <a:pt x="110" y="138"/>
                    </a:cubicBezTo>
                    <a:cubicBezTo>
                      <a:pt x="111" y="138"/>
                      <a:pt x="111" y="137"/>
                      <a:pt x="112" y="136"/>
                    </a:cubicBezTo>
                    <a:cubicBezTo>
                      <a:pt x="112" y="136"/>
                      <a:pt x="113" y="136"/>
                      <a:pt x="113" y="136"/>
                    </a:cubicBezTo>
                    <a:cubicBezTo>
                      <a:pt x="113" y="136"/>
                      <a:pt x="113" y="135"/>
                      <a:pt x="114" y="135"/>
                    </a:cubicBezTo>
                    <a:cubicBezTo>
                      <a:pt x="114" y="135"/>
                      <a:pt x="114" y="135"/>
                      <a:pt x="114" y="135"/>
                    </a:cubicBezTo>
                    <a:cubicBezTo>
                      <a:pt x="114" y="135"/>
                      <a:pt x="114" y="135"/>
                      <a:pt x="114" y="135"/>
                    </a:cubicBezTo>
                    <a:cubicBezTo>
                      <a:pt x="114" y="135"/>
                      <a:pt x="115" y="135"/>
                      <a:pt x="115" y="134"/>
                    </a:cubicBezTo>
                    <a:cubicBezTo>
                      <a:pt x="115" y="134"/>
                      <a:pt x="115" y="134"/>
                      <a:pt x="115" y="134"/>
                    </a:cubicBezTo>
                    <a:cubicBezTo>
                      <a:pt x="115" y="134"/>
                      <a:pt x="115" y="134"/>
                      <a:pt x="115" y="134"/>
                    </a:cubicBezTo>
                    <a:cubicBezTo>
                      <a:pt x="116" y="134"/>
                      <a:pt x="116" y="133"/>
                      <a:pt x="117" y="133"/>
                    </a:cubicBezTo>
                    <a:cubicBezTo>
                      <a:pt x="118" y="132"/>
                      <a:pt x="119" y="132"/>
                      <a:pt x="120" y="131"/>
                    </a:cubicBezTo>
                    <a:cubicBezTo>
                      <a:pt x="121" y="131"/>
                      <a:pt x="121" y="130"/>
                      <a:pt x="122" y="129"/>
                    </a:cubicBezTo>
                    <a:cubicBezTo>
                      <a:pt x="122" y="128"/>
                      <a:pt x="122" y="128"/>
                      <a:pt x="122" y="128"/>
                    </a:cubicBezTo>
                    <a:cubicBezTo>
                      <a:pt x="122" y="127"/>
                      <a:pt x="122" y="127"/>
                      <a:pt x="122" y="127"/>
                    </a:cubicBezTo>
                    <a:cubicBezTo>
                      <a:pt x="122" y="126"/>
                      <a:pt x="122" y="126"/>
                      <a:pt x="122" y="126"/>
                    </a:cubicBezTo>
                    <a:cubicBezTo>
                      <a:pt x="122" y="126"/>
                      <a:pt x="122" y="125"/>
                      <a:pt x="122" y="125"/>
                    </a:cubicBezTo>
                    <a:cubicBezTo>
                      <a:pt x="122" y="124"/>
                      <a:pt x="123" y="122"/>
                      <a:pt x="122" y="120"/>
                    </a:cubicBezTo>
                    <a:cubicBezTo>
                      <a:pt x="121" y="120"/>
                      <a:pt x="121" y="120"/>
                      <a:pt x="121" y="121"/>
                    </a:cubicBezTo>
                    <a:cubicBezTo>
                      <a:pt x="120" y="120"/>
                      <a:pt x="120" y="121"/>
                      <a:pt x="119" y="121"/>
                    </a:cubicBezTo>
                    <a:cubicBezTo>
                      <a:pt x="119" y="121"/>
                      <a:pt x="119" y="122"/>
                      <a:pt x="119" y="122"/>
                    </a:cubicBezTo>
                    <a:cubicBezTo>
                      <a:pt x="118" y="122"/>
                      <a:pt x="118" y="122"/>
                      <a:pt x="118" y="122"/>
                    </a:cubicBezTo>
                    <a:cubicBezTo>
                      <a:pt x="117" y="123"/>
                      <a:pt x="116" y="123"/>
                      <a:pt x="116" y="124"/>
                    </a:cubicBezTo>
                    <a:cubicBezTo>
                      <a:pt x="115" y="124"/>
                      <a:pt x="114" y="124"/>
                      <a:pt x="114" y="124"/>
                    </a:cubicBezTo>
                    <a:cubicBezTo>
                      <a:pt x="113" y="124"/>
                      <a:pt x="113" y="124"/>
                      <a:pt x="113" y="125"/>
                    </a:cubicBezTo>
                    <a:cubicBezTo>
                      <a:pt x="112" y="125"/>
                      <a:pt x="112" y="125"/>
                      <a:pt x="111" y="125"/>
                    </a:cubicBezTo>
                    <a:cubicBezTo>
                      <a:pt x="111" y="125"/>
                      <a:pt x="111" y="125"/>
                      <a:pt x="111" y="125"/>
                    </a:cubicBezTo>
                    <a:cubicBezTo>
                      <a:pt x="111" y="126"/>
                      <a:pt x="110" y="126"/>
                      <a:pt x="109" y="125"/>
                    </a:cubicBezTo>
                    <a:cubicBezTo>
                      <a:pt x="108" y="126"/>
                      <a:pt x="106" y="126"/>
                      <a:pt x="104" y="126"/>
                    </a:cubicBezTo>
                    <a:cubicBezTo>
                      <a:pt x="103" y="126"/>
                      <a:pt x="103" y="126"/>
                      <a:pt x="103" y="126"/>
                    </a:cubicBezTo>
                    <a:cubicBezTo>
                      <a:pt x="103" y="126"/>
                      <a:pt x="103" y="127"/>
                      <a:pt x="103" y="127"/>
                    </a:cubicBezTo>
                    <a:cubicBezTo>
                      <a:pt x="102" y="127"/>
                      <a:pt x="101" y="127"/>
                      <a:pt x="101" y="126"/>
                    </a:cubicBezTo>
                    <a:cubicBezTo>
                      <a:pt x="99" y="126"/>
                      <a:pt x="99" y="126"/>
                      <a:pt x="97" y="126"/>
                    </a:cubicBezTo>
                    <a:cubicBezTo>
                      <a:pt x="97" y="126"/>
                      <a:pt x="97" y="125"/>
                      <a:pt x="97" y="125"/>
                    </a:cubicBezTo>
                    <a:cubicBezTo>
                      <a:pt x="96" y="125"/>
                      <a:pt x="95" y="124"/>
                      <a:pt x="94" y="124"/>
                    </a:cubicBezTo>
                    <a:cubicBezTo>
                      <a:pt x="94" y="123"/>
                      <a:pt x="93" y="123"/>
                      <a:pt x="93" y="123"/>
                    </a:cubicBezTo>
                    <a:cubicBezTo>
                      <a:pt x="92" y="122"/>
                      <a:pt x="92" y="122"/>
                      <a:pt x="92" y="121"/>
                    </a:cubicBezTo>
                    <a:cubicBezTo>
                      <a:pt x="92" y="121"/>
                      <a:pt x="91" y="121"/>
                      <a:pt x="91" y="120"/>
                    </a:cubicBezTo>
                    <a:cubicBezTo>
                      <a:pt x="91" y="120"/>
                      <a:pt x="91" y="120"/>
                      <a:pt x="91" y="119"/>
                    </a:cubicBezTo>
                    <a:cubicBezTo>
                      <a:pt x="91" y="119"/>
                      <a:pt x="90" y="118"/>
                      <a:pt x="90" y="117"/>
                    </a:cubicBezTo>
                    <a:cubicBezTo>
                      <a:pt x="90" y="117"/>
                      <a:pt x="90" y="116"/>
                      <a:pt x="90" y="116"/>
                    </a:cubicBezTo>
                    <a:cubicBezTo>
                      <a:pt x="90" y="116"/>
                      <a:pt x="90" y="115"/>
                      <a:pt x="90" y="115"/>
                    </a:cubicBezTo>
                    <a:cubicBezTo>
                      <a:pt x="90" y="115"/>
                      <a:pt x="90" y="115"/>
                      <a:pt x="90" y="115"/>
                    </a:cubicBezTo>
                    <a:cubicBezTo>
                      <a:pt x="90" y="114"/>
                      <a:pt x="90" y="114"/>
                      <a:pt x="90" y="113"/>
                    </a:cubicBezTo>
                    <a:cubicBezTo>
                      <a:pt x="89" y="112"/>
                      <a:pt x="90" y="110"/>
                      <a:pt x="90" y="108"/>
                    </a:cubicBezTo>
                    <a:cubicBezTo>
                      <a:pt x="90" y="107"/>
                      <a:pt x="90" y="107"/>
                      <a:pt x="90" y="106"/>
                    </a:cubicBezTo>
                    <a:cubicBezTo>
                      <a:pt x="90" y="105"/>
                      <a:pt x="90" y="102"/>
                      <a:pt x="90" y="100"/>
                    </a:cubicBezTo>
                    <a:cubicBezTo>
                      <a:pt x="90" y="100"/>
                      <a:pt x="89" y="100"/>
                      <a:pt x="89" y="99"/>
                    </a:cubicBezTo>
                    <a:cubicBezTo>
                      <a:pt x="89" y="99"/>
                      <a:pt x="89" y="99"/>
                      <a:pt x="89" y="98"/>
                    </a:cubicBezTo>
                    <a:cubicBezTo>
                      <a:pt x="90" y="98"/>
                      <a:pt x="89" y="97"/>
                      <a:pt x="89" y="97"/>
                    </a:cubicBezTo>
                    <a:cubicBezTo>
                      <a:pt x="89" y="96"/>
                      <a:pt x="90" y="96"/>
                      <a:pt x="90" y="95"/>
                    </a:cubicBezTo>
                    <a:cubicBezTo>
                      <a:pt x="90" y="94"/>
                      <a:pt x="90" y="91"/>
                      <a:pt x="90" y="89"/>
                    </a:cubicBezTo>
                    <a:cubicBezTo>
                      <a:pt x="90" y="89"/>
                      <a:pt x="90" y="89"/>
                      <a:pt x="90" y="89"/>
                    </a:cubicBezTo>
                    <a:cubicBezTo>
                      <a:pt x="90" y="87"/>
                      <a:pt x="90" y="86"/>
                      <a:pt x="91" y="85"/>
                    </a:cubicBezTo>
                    <a:cubicBezTo>
                      <a:pt x="91" y="84"/>
                      <a:pt x="91" y="84"/>
                      <a:pt x="91" y="83"/>
                    </a:cubicBezTo>
                    <a:cubicBezTo>
                      <a:pt x="91" y="83"/>
                      <a:pt x="91" y="82"/>
                      <a:pt x="91" y="82"/>
                    </a:cubicBezTo>
                    <a:cubicBezTo>
                      <a:pt x="91" y="82"/>
                      <a:pt x="91" y="82"/>
                      <a:pt x="91" y="82"/>
                    </a:cubicBezTo>
                    <a:cubicBezTo>
                      <a:pt x="92" y="79"/>
                      <a:pt x="93" y="75"/>
                      <a:pt x="94" y="73"/>
                    </a:cubicBezTo>
                    <a:cubicBezTo>
                      <a:pt x="94" y="71"/>
                      <a:pt x="95" y="70"/>
                      <a:pt x="95" y="69"/>
                    </a:cubicBezTo>
                    <a:cubicBezTo>
                      <a:pt x="95" y="68"/>
                      <a:pt x="96" y="68"/>
                      <a:pt x="96" y="68"/>
                    </a:cubicBezTo>
                    <a:cubicBezTo>
                      <a:pt x="96" y="67"/>
                      <a:pt x="96" y="67"/>
                      <a:pt x="97" y="67"/>
                    </a:cubicBezTo>
                    <a:cubicBezTo>
                      <a:pt x="97" y="66"/>
                      <a:pt x="97" y="66"/>
                      <a:pt x="97" y="65"/>
                    </a:cubicBezTo>
                    <a:cubicBezTo>
                      <a:pt x="98" y="65"/>
                      <a:pt x="98" y="64"/>
                      <a:pt x="98" y="63"/>
                    </a:cubicBezTo>
                    <a:cubicBezTo>
                      <a:pt x="99" y="63"/>
                      <a:pt x="99" y="62"/>
                      <a:pt x="100" y="62"/>
                    </a:cubicBezTo>
                    <a:cubicBezTo>
                      <a:pt x="100" y="62"/>
                      <a:pt x="100" y="61"/>
                      <a:pt x="100" y="61"/>
                    </a:cubicBezTo>
                    <a:cubicBezTo>
                      <a:pt x="100" y="61"/>
                      <a:pt x="100" y="61"/>
                      <a:pt x="100" y="61"/>
                    </a:cubicBezTo>
                    <a:cubicBezTo>
                      <a:pt x="100" y="61"/>
                      <a:pt x="100" y="61"/>
                      <a:pt x="101" y="60"/>
                    </a:cubicBezTo>
                    <a:cubicBezTo>
                      <a:pt x="101" y="60"/>
                      <a:pt x="101" y="60"/>
                      <a:pt x="102" y="59"/>
                    </a:cubicBezTo>
                    <a:cubicBezTo>
                      <a:pt x="102" y="59"/>
                      <a:pt x="102" y="59"/>
                      <a:pt x="102" y="58"/>
                    </a:cubicBezTo>
                    <a:cubicBezTo>
                      <a:pt x="103" y="58"/>
                      <a:pt x="103" y="57"/>
                      <a:pt x="104" y="57"/>
                    </a:cubicBezTo>
                    <a:cubicBezTo>
                      <a:pt x="104" y="56"/>
                      <a:pt x="105" y="56"/>
                      <a:pt x="105" y="56"/>
                    </a:cubicBezTo>
                    <a:cubicBezTo>
                      <a:pt x="105" y="56"/>
                      <a:pt x="106" y="56"/>
                      <a:pt x="106" y="56"/>
                    </a:cubicBezTo>
                    <a:cubicBezTo>
                      <a:pt x="106" y="55"/>
                      <a:pt x="106" y="55"/>
                      <a:pt x="106" y="55"/>
                    </a:cubicBezTo>
                    <a:cubicBezTo>
                      <a:pt x="106" y="55"/>
                      <a:pt x="107" y="55"/>
                      <a:pt x="107" y="54"/>
                    </a:cubicBezTo>
                    <a:cubicBezTo>
                      <a:pt x="108" y="54"/>
                      <a:pt x="108" y="54"/>
                      <a:pt x="108" y="54"/>
                    </a:cubicBezTo>
                    <a:cubicBezTo>
                      <a:pt x="108" y="54"/>
                      <a:pt x="109" y="53"/>
                      <a:pt x="109" y="53"/>
                    </a:cubicBezTo>
                    <a:cubicBezTo>
                      <a:pt x="109" y="53"/>
                      <a:pt x="111" y="53"/>
                      <a:pt x="111" y="52"/>
                    </a:cubicBezTo>
                    <a:cubicBezTo>
                      <a:pt x="112" y="52"/>
                      <a:pt x="112" y="52"/>
                      <a:pt x="113" y="52"/>
                    </a:cubicBezTo>
                    <a:cubicBezTo>
                      <a:pt x="114" y="52"/>
                      <a:pt x="115" y="51"/>
                      <a:pt x="116" y="51"/>
                    </a:cubicBezTo>
                    <a:cubicBezTo>
                      <a:pt x="117" y="51"/>
                      <a:pt x="118" y="52"/>
                      <a:pt x="119" y="52"/>
                    </a:cubicBezTo>
                    <a:cubicBezTo>
                      <a:pt x="119" y="52"/>
                      <a:pt x="120" y="53"/>
                      <a:pt x="120" y="55"/>
                    </a:cubicBezTo>
                    <a:cubicBezTo>
                      <a:pt x="120" y="55"/>
                      <a:pt x="120" y="55"/>
                      <a:pt x="120" y="56"/>
                    </a:cubicBezTo>
                    <a:cubicBezTo>
                      <a:pt x="120" y="56"/>
                      <a:pt x="120" y="56"/>
                      <a:pt x="120" y="56"/>
                    </a:cubicBezTo>
                    <a:cubicBezTo>
                      <a:pt x="119" y="57"/>
                      <a:pt x="120" y="56"/>
                      <a:pt x="120" y="57"/>
                    </a:cubicBezTo>
                    <a:cubicBezTo>
                      <a:pt x="119" y="58"/>
                      <a:pt x="119" y="59"/>
                      <a:pt x="119" y="60"/>
                    </a:cubicBezTo>
                    <a:cubicBezTo>
                      <a:pt x="118" y="60"/>
                      <a:pt x="118" y="60"/>
                      <a:pt x="118" y="61"/>
                    </a:cubicBezTo>
                    <a:cubicBezTo>
                      <a:pt x="117" y="61"/>
                      <a:pt x="117" y="62"/>
                      <a:pt x="117" y="63"/>
                    </a:cubicBezTo>
                    <a:cubicBezTo>
                      <a:pt x="117" y="63"/>
                      <a:pt x="116" y="63"/>
                      <a:pt x="116" y="64"/>
                    </a:cubicBezTo>
                    <a:cubicBezTo>
                      <a:pt x="115" y="64"/>
                      <a:pt x="115" y="65"/>
                      <a:pt x="114" y="65"/>
                    </a:cubicBezTo>
                    <a:cubicBezTo>
                      <a:pt x="114" y="65"/>
                      <a:pt x="114" y="66"/>
                      <a:pt x="114" y="66"/>
                    </a:cubicBezTo>
                    <a:cubicBezTo>
                      <a:pt x="113" y="67"/>
                      <a:pt x="113" y="67"/>
                      <a:pt x="112" y="68"/>
                    </a:cubicBezTo>
                    <a:cubicBezTo>
                      <a:pt x="113" y="68"/>
                      <a:pt x="112" y="68"/>
                      <a:pt x="112" y="69"/>
                    </a:cubicBezTo>
                    <a:cubicBezTo>
                      <a:pt x="112" y="69"/>
                      <a:pt x="112" y="69"/>
                      <a:pt x="112" y="69"/>
                    </a:cubicBezTo>
                    <a:cubicBezTo>
                      <a:pt x="112" y="70"/>
                      <a:pt x="111" y="70"/>
                      <a:pt x="111" y="71"/>
                    </a:cubicBezTo>
                    <a:cubicBezTo>
                      <a:pt x="110" y="71"/>
                      <a:pt x="110" y="73"/>
                      <a:pt x="110" y="74"/>
                    </a:cubicBezTo>
                    <a:cubicBezTo>
                      <a:pt x="110" y="74"/>
                      <a:pt x="110" y="75"/>
                      <a:pt x="109" y="75"/>
                    </a:cubicBezTo>
                    <a:cubicBezTo>
                      <a:pt x="109" y="75"/>
                      <a:pt x="109" y="76"/>
                      <a:pt x="109" y="77"/>
                    </a:cubicBezTo>
                    <a:cubicBezTo>
                      <a:pt x="108" y="77"/>
                      <a:pt x="109" y="78"/>
                      <a:pt x="109" y="78"/>
                    </a:cubicBezTo>
                    <a:cubicBezTo>
                      <a:pt x="108" y="79"/>
                      <a:pt x="107" y="80"/>
                      <a:pt x="108" y="81"/>
                    </a:cubicBezTo>
                    <a:cubicBezTo>
                      <a:pt x="107" y="81"/>
                      <a:pt x="107" y="82"/>
                      <a:pt x="107" y="82"/>
                    </a:cubicBezTo>
                    <a:cubicBezTo>
                      <a:pt x="107" y="83"/>
                      <a:pt x="107" y="83"/>
                      <a:pt x="107" y="83"/>
                    </a:cubicBezTo>
                    <a:cubicBezTo>
                      <a:pt x="107" y="84"/>
                      <a:pt x="107" y="84"/>
                      <a:pt x="107" y="85"/>
                    </a:cubicBezTo>
                    <a:cubicBezTo>
                      <a:pt x="107" y="85"/>
                      <a:pt x="107" y="85"/>
                      <a:pt x="107" y="85"/>
                    </a:cubicBezTo>
                    <a:cubicBezTo>
                      <a:pt x="107" y="86"/>
                      <a:pt x="107" y="86"/>
                      <a:pt x="107" y="87"/>
                    </a:cubicBezTo>
                    <a:cubicBezTo>
                      <a:pt x="108" y="88"/>
                      <a:pt x="107" y="89"/>
                      <a:pt x="107" y="89"/>
                    </a:cubicBezTo>
                    <a:cubicBezTo>
                      <a:pt x="107" y="90"/>
                      <a:pt x="107" y="91"/>
                      <a:pt x="107" y="92"/>
                    </a:cubicBezTo>
                    <a:cubicBezTo>
                      <a:pt x="107" y="92"/>
                      <a:pt x="107" y="92"/>
                      <a:pt x="106" y="93"/>
                    </a:cubicBezTo>
                    <a:cubicBezTo>
                      <a:pt x="106" y="94"/>
                      <a:pt x="107" y="95"/>
                      <a:pt x="106" y="96"/>
                    </a:cubicBezTo>
                    <a:cubicBezTo>
                      <a:pt x="106" y="97"/>
                      <a:pt x="106" y="97"/>
                      <a:pt x="106" y="98"/>
                    </a:cubicBezTo>
                    <a:cubicBezTo>
                      <a:pt x="106" y="98"/>
                      <a:pt x="106" y="99"/>
                      <a:pt x="106" y="99"/>
                    </a:cubicBezTo>
                    <a:cubicBezTo>
                      <a:pt x="106" y="100"/>
                      <a:pt x="106" y="100"/>
                      <a:pt x="106" y="100"/>
                    </a:cubicBezTo>
                    <a:cubicBezTo>
                      <a:pt x="106" y="101"/>
                      <a:pt x="106" y="104"/>
                      <a:pt x="107" y="105"/>
                    </a:cubicBezTo>
                    <a:cubicBezTo>
                      <a:pt x="107" y="105"/>
                      <a:pt x="107" y="105"/>
                      <a:pt x="107" y="106"/>
                    </a:cubicBezTo>
                    <a:cubicBezTo>
                      <a:pt x="107" y="106"/>
                      <a:pt x="107" y="106"/>
                      <a:pt x="107" y="106"/>
                    </a:cubicBezTo>
                    <a:cubicBezTo>
                      <a:pt x="107" y="106"/>
                      <a:pt x="107" y="106"/>
                      <a:pt x="107" y="107"/>
                    </a:cubicBezTo>
                    <a:cubicBezTo>
                      <a:pt x="108" y="107"/>
                      <a:pt x="108" y="108"/>
                      <a:pt x="109" y="109"/>
                    </a:cubicBezTo>
                    <a:cubicBezTo>
                      <a:pt x="110" y="109"/>
                      <a:pt x="113" y="109"/>
                      <a:pt x="114" y="109"/>
                    </a:cubicBezTo>
                    <a:cubicBezTo>
                      <a:pt x="114" y="108"/>
                      <a:pt x="115" y="108"/>
                      <a:pt x="116" y="108"/>
                    </a:cubicBezTo>
                    <a:cubicBezTo>
                      <a:pt x="116" y="107"/>
                      <a:pt x="117" y="107"/>
                      <a:pt x="117" y="107"/>
                    </a:cubicBezTo>
                    <a:cubicBezTo>
                      <a:pt x="117" y="107"/>
                      <a:pt x="117" y="107"/>
                      <a:pt x="117" y="107"/>
                    </a:cubicBezTo>
                    <a:cubicBezTo>
                      <a:pt x="118" y="106"/>
                      <a:pt x="118" y="106"/>
                      <a:pt x="119" y="106"/>
                    </a:cubicBezTo>
                    <a:cubicBezTo>
                      <a:pt x="119" y="105"/>
                      <a:pt x="119" y="105"/>
                      <a:pt x="119" y="105"/>
                    </a:cubicBezTo>
                    <a:cubicBezTo>
                      <a:pt x="121" y="103"/>
                      <a:pt x="121" y="102"/>
                      <a:pt x="122" y="99"/>
                    </a:cubicBezTo>
                    <a:cubicBezTo>
                      <a:pt x="122" y="98"/>
                      <a:pt x="122" y="95"/>
                      <a:pt x="123" y="94"/>
                    </a:cubicBezTo>
                    <a:cubicBezTo>
                      <a:pt x="123" y="93"/>
                      <a:pt x="123" y="93"/>
                      <a:pt x="123" y="93"/>
                    </a:cubicBezTo>
                    <a:cubicBezTo>
                      <a:pt x="123" y="92"/>
                      <a:pt x="123" y="92"/>
                      <a:pt x="123" y="92"/>
                    </a:cubicBezTo>
                    <a:cubicBezTo>
                      <a:pt x="123" y="92"/>
                      <a:pt x="123" y="92"/>
                      <a:pt x="123" y="91"/>
                    </a:cubicBezTo>
                    <a:cubicBezTo>
                      <a:pt x="123" y="91"/>
                      <a:pt x="123" y="90"/>
                      <a:pt x="123" y="90"/>
                    </a:cubicBezTo>
                    <a:cubicBezTo>
                      <a:pt x="123" y="89"/>
                      <a:pt x="123" y="88"/>
                      <a:pt x="124" y="88"/>
                    </a:cubicBezTo>
                    <a:cubicBezTo>
                      <a:pt x="123" y="86"/>
                      <a:pt x="124" y="85"/>
                      <a:pt x="124" y="83"/>
                    </a:cubicBezTo>
                    <a:cubicBezTo>
                      <a:pt x="124" y="82"/>
                      <a:pt x="124" y="82"/>
                      <a:pt x="124" y="81"/>
                    </a:cubicBezTo>
                    <a:cubicBezTo>
                      <a:pt x="124" y="81"/>
                      <a:pt x="124" y="80"/>
                      <a:pt x="124" y="79"/>
                    </a:cubicBezTo>
                    <a:cubicBezTo>
                      <a:pt x="124" y="79"/>
                      <a:pt x="124" y="78"/>
                      <a:pt x="124" y="77"/>
                    </a:cubicBezTo>
                    <a:cubicBezTo>
                      <a:pt x="125" y="76"/>
                      <a:pt x="124" y="77"/>
                      <a:pt x="124" y="76"/>
                    </a:cubicBezTo>
                    <a:cubicBezTo>
                      <a:pt x="124" y="76"/>
                      <a:pt x="125" y="76"/>
                      <a:pt x="125" y="75"/>
                    </a:cubicBezTo>
                    <a:cubicBezTo>
                      <a:pt x="124" y="75"/>
                      <a:pt x="125" y="74"/>
                      <a:pt x="125" y="74"/>
                    </a:cubicBezTo>
                    <a:cubicBezTo>
                      <a:pt x="125" y="73"/>
                      <a:pt x="125" y="72"/>
                      <a:pt x="125" y="71"/>
                    </a:cubicBezTo>
                    <a:cubicBezTo>
                      <a:pt x="125" y="70"/>
                      <a:pt x="126" y="67"/>
                      <a:pt x="126" y="65"/>
                    </a:cubicBezTo>
                    <a:cubicBezTo>
                      <a:pt x="126" y="65"/>
                      <a:pt x="126" y="64"/>
                      <a:pt x="126" y="63"/>
                    </a:cubicBezTo>
                    <a:cubicBezTo>
                      <a:pt x="126" y="62"/>
                      <a:pt x="126" y="62"/>
                      <a:pt x="126" y="62"/>
                    </a:cubicBezTo>
                    <a:cubicBezTo>
                      <a:pt x="126" y="62"/>
                      <a:pt x="126" y="62"/>
                      <a:pt x="126" y="62"/>
                    </a:cubicBezTo>
                    <a:cubicBezTo>
                      <a:pt x="126" y="61"/>
                      <a:pt x="126" y="61"/>
                      <a:pt x="126" y="61"/>
                    </a:cubicBezTo>
                    <a:cubicBezTo>
                      <a:pt x="126" y="60"/>
                      <a:pt x="126" y="60"/>
                      <a:pt x="126" y="60"/>
                    </a:cubicBezTo>
                    <a:cubicBezTo>
                      <a:pt x="126" y="59"/>
                      <a:pt x="126" y="59"/>
                      <a:pt x="126" y="58"/>
                    </a:cubicBezTo>
                    <a:cubicBezTo>
                      <a:pt x="126" y="56"/>
                      <a:pt x="126" y="54"/>
                      <a:pt x="126" y="52"/>
                    </a:cubicBezTo>
                    <a:cubicBezTo>
                      <a:pt x="127" y="51"/>
                      <a:pt x="127" y="51"/>
                      <a:pt x="127" y="51"/>
                    </a:cubicBezTo>
                    <a:cubicBezTo>
                      <a:pt x="127" y="50"/>
                      <a:pt x="127" y="50"/>
                      <a:pt x="127" y="49"/>
                    </a:cubicBezTo>
                    <a:cubicBezTo>
                      <a:pt x="127" y="49"/>
                      <a:pt x="127" y="48"/>
                      <a:pt x="128" y="48"/>
                    </a:cubicBezTo>
                    <a:cubicBezTo>
                      <a:pt x="128" y="47"/>
                      <a:pt x="128" y="47"/>
                      <a:pt x="128" y="47"/>
                    </a:cubicBezTo>
                    <a:cubicBezTo>
                      <a:pt x="128" y="46"/>
                      <a:pt x="128" y="46"/>
                      <a:pt x="129" y="45"/>
                    </a:cubicBezTo>
                    <a:cubicBezTo>
                      <a:pt x="130" y="45"/>
                      <a:pt x="131" y="44"/>
                      <a:pt x="132" y="43"/>
                    </a:cubicBezTo>
                    <a:cubicBezTo>
                      <a:pt x="132" y="43"/>
                      <a:pt x="134" y="42"/>
                      <a:pt x="135" y="42"/>
                    </a:cubicBezTo>
                    <a:cubicBezTo>
                      <a:pt x="135" y="42"/>
                      <a:pt x="136" y="42"/>
                      <a:pt x="137" y="42"/>
                    </a:cubicBezTo>
                    <a:cubicBezTo>
                      <a:pt x="137" y="42"/>
                      <a:pt x="137" y="42"/>
                      <a:pt x="138" y="42"/>
                    </a:cubicBezTo>
                    <a:cubicBezTo>
                      <a:pt x="139" y="42"/>
                      <a:pt x="139" y="43"/>
                      <a:pt x="141" y="43"/>
                    </a:cubicBezTo>
                    <a:cubicBezTo>
                      <a:pt x="141" y="44"/>
                      <a:pt x="142" y="45"/>
                      <a:pt x="143" y="45"/>
                    </a:cubicBezTo>
                    <a:cubicBezTo>
                      <a:pt x="142" y="46"/>
                      <a:pt x="144" y="47"/>
                      <a:pt x="143" y="47"/>
                    </a:cubicBezTo>
                    <a:cubicBezTo>
                      <a:pt x="143" y="48"/>
                      <a:pt x="143" y="48"/>
                      <a:pt x="143" y="49"/>
                    </a:cubicBezTo>
                    <a:cubicBezTo>
                      <a:pt x="143" y="50"/>
                      <a:pt x="143" y="51"/>
                      <a:pt x="143" y="51"/>
                    </a:cubicBezTo>
                    <a:cubicBezTo>
                      <a:pt x="143" y="52"/>
                      <a:pt x="143" y="52"/>
                      <a:pt x="143" y="53"/>
                    </a:cubicBezTo>
                    <a:cubicBezTo>
                      <a:pt x="143" y="53"/>
                      <a:pt x="143" y="53"/>
                      <a:pt x="143" y="53"/>
                    </a:cubicBezTo>
                    <a:cubicBezTo>
                      <a:pt x="143" y="53"/>
                      <a:pt x="143" y="54"/>
                      <a:pt x="143" y="54"/>
                    </a:cubicBezTo>
                    <a:cubicBezTo>
                      <a:pt x="143" y="55"/>
                      <a:pt x="143" y="55"/>
                      <a:pt x="143" y="55"/>
                    </a:cubicBezTo>
                    <a:cubicBezTo>
                      <a:pt x="143" y="55"/>
                      <a:pt x="142" y="57"/>
                      <a:pt x="143" y="57"/>
                    </a:cubicBezTo>
                    <a:cubicBezTo>
                      <a:pt x="143" y="57"/>
                      <a:pt x="142" y="57"/>
                      <a:pt x="142" y="57"/>
                    </a:cubicBezTo>
                    <a:cubicBezTo>
                      <a:pt x="142" y="58"/>
                      <a:pt x="143" y="58"/>
                      <a:pt x="143" y="58"/>
                    </a:cubicBezTo>
                    <a:cubicBezTo>
                      <a:pt x="143" y="58"/>
                      <a:pt x="143" y="58"/>
                      <a:pt x="143" y="59"/>
                    </a:cubicBezTo>
                    <a:cubicBezTo>
                      <a:pt x="143" y="59"/>
                      <a:pt x="142" y="59"/>
                      <a:pt x="142" y="59"/>
                    </a:cubicBezTo>
                    <a:cubicBezTo>
                      <a:pt x="142" y="59"/>
                      <a:pt x="143" y="59"/>
                      <a:pt x="143" y="59"/>
                    </a:cubicBezTo>
                    <a:cubicBezTo>
                      <a:pt x="143" y="60"/>
                      <a:pt x="142" y="61"/>
                      <a:pt x="143" y="62"/>
                    </a:cubicBezTo>
                    <a:cubicBezTo>
                      <a:pt x="142" y="62"/>
                      <a:pt x="142" y="62"/>
                      <a:pt x="142" y="62"/>
                    </a:cubicBezTo>
                    <a:cubicBezTo>
                      <a:pt x="142" y="63"/>
                      <a:pt x="142" y="63"/>
                      <a:pt x="142" y="63"/>
                    </a:cubicBezTo>
                    <a:cubicBezTo>
                      <a:pt x="142" y="63"/>
                      <a:pt x="142" y="64"/>
                      <a:pt x="142" y="64"/>
                    </a:cubicBezTo>
                    <a:cubicBezTo>
                      <a:pt x="142" y="65"/>
                      <a:pt x="142" y="65"/>
                      <a:pt x="142" y="64"/>
                    </a:cubicBezTo>
                    <a:cubicBezTo>
                      <a:pt x="143" y="65"/>
                      <a:pt x="142" y="65"/>
                      <a:pt x="142" y="65"/>
                    </a:cubicBezTo>
                    <a:cubicBezTo>
                      <a:pt x="142" y="66"/>
                      <a:pt x="142" y="66"/>
                      <a:pt x="142" y="67"/>
                    </a:cubicBezTo>
                    <a:cubicBezTo>
                      <a:pt x="142" y="68"/>
                      <a:pt x="141" y="69"/>
                      <a:pt x="141" y="70"/>
                    </a:cubicBezTo>
                    <a:cubicBezTo>
                      <a:pt x="141" y="71"/>
                      <a:pt x="141" y="72"/>
                      <a:pt x="141" y="73"/>
                    </a:cubicBezTo>
                    <a:cubicBezTo>
                      <a:pt x="141" y="74"/>
                      <a:pt x="141" y="76"/>
                      <a:pt x="141" y="78"/>
                    </a:cubicBezTo>
                    <a:cubicBezTo>
                      <a:pt x="141" y="79"/>
                      <a:pt x="141" y="80"/>
                      <a:pt x="141" y="81"/>
                    </a:cubicBezTo>
                    <a:cubicBezTo>
                      <a:pt x="141" y="82"/>
                      <a:pt x="141" y="83"/>
                      <a:pt x="141" y="83"/>
                    </a:cubicBezTo>
                    <a:cubicBezTo>
                      <a:pt x="140" y="86"/>
                      <a:pt x="140" y="88"/>
                      <a:pt x="140" y="90"/>
                    </a:cubicBezTo>
                    <a:cubicBezTo>
                      <a:pt x="140" y="91"/>
                      <a:pt x="140" y="91"/>
                      <a:pt x="140" y="91"/>
                    </a:cubicBezTo>
                    <a:cubicBezTo>
                      <a:pt x="140" y="91"/>
                      <a:pt x="140" y="91"/>
                      <a:pt x="140" y="92"/>
                    </a:cubicBezTo>
                    <a:cubicBezTo>
                      <a:pt x="140" y="92"/>
                      <a:pt x="140" y="93"/>
                      <a:pt x="140" y="93"/>
                    </a:cubicBezTo>
                    <a:cubicBezTo>
                      <a:pt x="140" y="93"/>
                      <a:pt x="139" y="93"/>
                      <a:pt x="140" y="94"/>
                    </a:cubicBezTo>
                    <a:cubicBezTo>
                      <a:pt x="140" y="94"/>
                      <a:pt x="139" y="94"/>
                      <a:pt x="140" y="95"/>
                    </a:cubicBezTo>
                    <a:cubicBezTo>
                      <a:pt x="139" y="95"/>
                      <a:pt x="140" y="95"/>
                      <a:pt x="140" y="96"/>
                    </a:cubicBezTo>
                    <a:cubicBezTo>
                      <a:pt x="140" y="97"/>
                      <a:pt x="139" y="97"/>
                      <a:pt x="139" y="98"/>
                    </a:cubicBezTo>
                    <a:cubicBezTo>
                      <a:pt x="139" y="98"/>
                      <a:pt x="139" y="99"/>
                      <a:pt x="139" y="99"/>
                    </a:cubicBezTo>
                    <a:cubicBezTo>
                      <a:pt x="139" y="99"/>
                      <a:pt x="139" y="100"/>
                      <a:pt x="139" y="101"/>
                    </a:cubicBezTo>
                    <a:cubicBezTo>
                      <a:pt x="139" y="101"/>
                      <a:pt x="140" y="101"/>
                      <a:pt x="140" y="101"/>
                    </a:cubicBezTo>
                    <a:cubicBezTo>
                      <a:pt x="140" y="102"/>
                      <a:pt x="139" y="103"/>
                      <a:pt x="140" y="103"/>
                    </a:cubicBezTo>
                    <a:cubicBezTo>
                      <a:pt x="139" y="104"/>
                      <a:pt x="140" y="105"/>
                      <a:pt x="139" y="105"/>
                    </a:cubicBezTo>
                    <a:cubicBezTo>
                      <a:pt x="139" y="106"/>
                      <a:pt x="139" y="107"/>
                      <a:pt x="139" y="107"/>
                    </a:cubicBezTo>
                    <a:cubicBezTo>
                      <a:pt x="139" y="108"/>
                      <a:pt x="140" y="108"/>
                      <a:pt x="139" y="109"/>
                    </a:cubicBezTo>
                    <a:cubicBezTo>
                      <a:pt x="139" y="109"/>
                      <a:pt x="139" y="109"/>
                      <a:pt x="139" y="109"/>
                    </a:cubicBezTo>
                    <a:cubicBezTo>
                      <a:pt x="139" y="109"/>
                      <a:pt x="139" y="110"/>
                      <a:pt x="139" y="110"/>
                    </a:cubicBezTo>
                    <a:cubicBezTo>
                      <a:pt x="139" y="110"/>
                      <a:pt x="139" y="111"/>
                      <a:pt x="139" y="112"/>
                    </a:cubicBezTo>
                    <a:cubicBezTo>
                      <a:pt x="139" y="112"/>
                      <a:pt x="139" y="114"/>
                      <a:pt x="139" y="115"/>
                    </a:cubicBezTo>
                    <a:cubicBezTo>
                      <a:pt x="139" y="116"/>
                      <a:pt x="139" y="117"/>
                      <a:pt x="139" y="118"/>
                    </a:cubicBezTo>
                    <a:cubicBezTo>
                      <a:pt x="140" y="118"/>
                      <a:pt x="140" y="117"/>
                      <a:pt x="141" y="117"/>
                    </a:cubicBezTo>
                    <a:cubicBezTo>
                      <a:pt x="142" y="116"/>
                      <a:pt x="144" y="115"/>
                      <a:pt x="145" y="114"/>
                    </a:cubicBezTo>
                    <a:cubicBezTo>
                      <a:pt x="146" y="114"/>
                      <a:pt x="146" y="114"/>
                      <a:pt x="146" y="113"/>
                    </a:cubicBezTo>
                    <a:cubicBezTo>
                      <a:pt x="147" y="113"/>
                      <a:pt x="147" y="113"/>
                      <a:pt x="147" y="113"/>
                    </a:cubicBezTo>
                    <a:cubicBezTo>
                      <a:pt x="148" y="113"/>
                      <a:pt x="148" y="112"/>
                      <a:pt x="148" y="112"/>
                    </a:cubicBezTo>
                    <a:cubicBezTo>
                      <a:pt x="150" y="111"/>
                      <a:pt x="151" y="110"/>
                      <a:pt x="153" y="109"/>
                    </a:cubicBezTo>
                    <a:cubicBezTo>
                      <a:pt x="154" y="109"/>
                      <a:pt x="154" y="109"/>
                      <a:pt x="155" y="108"/>
                    </a:cubicBezTo>
                    <a:cubicBezTo>
                      <a:pt x="155" y="108"/>
                      <a:pt x="155" y="108"/>
                      <a:pt x="155" y="108"/>
                    </a:cubicBezTo>
                    <a:cubicBezTo>
                      <a:pt x="156" y="108"/>
                      <a:pt x="156" y="108"/>
                      <a:pt x="156" y="107"/>
                    </a:cubicBezTo>
                    <a:cubicBezTo>
                      <a:pt x="157" y="107"/>
                      <a:pt x="157" y="107"/>
                      <a:pt x="158" y="106"/>
                    </a:cubicBezTo>
                    <a:cubicBezTo>
                      <a:pt x="159" y="106"/>
                      <a:pt x="160" y="105"/>
                      <a:pt x="161" y="105"/>
                    </a:cubicBezTo>
                    <a:cubicBezTo>
                      <a:pt x="161" y="104"/>
                      <a:pt x="161" y="104"/>
                      <a:pt x="161" y="104"/>
                    </a:cubicBezTo>
                    <a:cubicBezTo>
                      <a:pt x="162" y="104"/>
                      <a:pt x="162" y="104"/>
                      <a:pt x="162" y="104"/>
                    </a:cubicBezTo>
                    <a:cubicBezTo>
                      <a:pt x="162" y="104"/>
                      <a:pt x="162" y="103"/>
                      <a:pt x="162" y="103"/>
                    </a:cubicBezTo>
                    <a:cubicBezTo>
                      <a:pt x="163" y="103"/>
                      <a:pt x="164" y="103"/>
                      <a:pt x="164" y="102"/>
                    </a:cubicBezTo>
                    <a:cubicBezTo>
                      <a:pt x="165" y="102"/>
                      <a:pt x="166" y="102"/>
                      <a:pt x="166" y="101"/>
                    </a:cubicBezTo>
                    <a:cubicBezTo>
                      <a:pt x="167" y="101"/>
                      <a:pt x="167" y="101"/>
                      <a:pt x="168" y="100"/>
                    </a:cubicBezTo>
                    <a:cubicBezTo>
                      <a:pt x="168" y="100"/>
                      <a:pt x="168" y="100"/>
                      <a:pt x="169" y="99"/>
                    </a:cubicBezTo>
                    <a:cubicBezTo>
                      <a:pt x="169" y="99"/>
                      <a:pt x="169" y="99"/>
                      <a:pt x="169" y="99"/>
                    </a:cubicBezTo>
                    <a:cubicBezTo>
                      <a:pt x="170" y="99"/>
                      <a:pt x="170" y="98"/>
                      <a:pt x="171" y="98"/>
                    </a:cubicBezTo>
                    <a:cubicBezTo>
                      <a:pt x="171" y="98"/>
                      <a:pt x="172" y="98"/>
                      <a:pt x="172" y="98"/>
                    </a:cubicBezTo>
                    <a:cubicBezTo>
                      <a:pt x="172" y="98"/>
                      <a:pt x="172" y="97"/>
                      <a:pt x="172" y="97"/>
                    </a:cubicBezTo>
                    <a:cubicBezTo>
                      <a:pt x="173" y="97"/>
                      <a:pt x="173" y="97"/>
                      <a:pt x="174" y="97"/>
                    </a:cubicBezTo>
                    <a:cubicBezTo>
                      <a:pt x="174" y="97"/>
                      <a:pt x="175" y="96"/>
                      <a:pt x="175" y="96"/>
                    </a:cubicBezTo>
                    <a:cubicBezTo>
                      <a:pt x="175" y="95"/>
                      <a:pt x="176" y="96"/>
                      <a:pt x="176" y="96"/>
                    </a:cubicBezTo>
                    <a:cubicBezTo>
                      <a:pt x="176" y="95"/>
                      <a:pt x="177" y="95"/>
                      <a:pt x="177" y="94"/>
                    </a:cubicBezTo>
                    <a:cubicBezTo>
                      <a:pt x="178" y="94"/>
                      <a:pt x="178" y="95"/>
                      <a:pt x="178" y="95"/>
                    </a:cubicBezTo>
                    <a:cubicBezTo>
                      <a:pt x="178" y="94"/>
                      <a:pt x="178" y="94"/>
                      <a:pt x="179" y="94"/>
                    </a:cubicBezTo>
                    <a:cubicBezTo>
                      <a:pt x="179" y="94"/>
                      <a:pt x="179" y="94"/>
                      <a:pt x="179" y="94"/>
                    </a:cubicBezTo>
                    <a:cubicBezTo>
                      <a:pt x="180" y="93"/>
                      <a:pt x="180" y="93"/>
                      <a:pt x="181" y="93"/>
                    </a:cubicBezTo>
                    <a:cubicBezTo>
                      <a:pt x="181" y="93"/>
                      <a:pt x="181" y="93"/>
                      <a:pt x="181" y="92"/>
                    </a:cubicBezTo>
                    <a:cubicBezTo>
                      <a:pt x="182" y="92"/>
                      <a:pt x="182" y="92"/>
                      <a:pt x="183" y="92"/>
                    </a:cubicBezTo>
                    <a:cubicBezTo>
                      <a:pt x="183" y="92"/>
                      <a:pt x="183" y="91"/>
                      <a:pt x="183" y="91"/>
                    </a:cubicBezTo>
                    <a:cubicBezTo>
                      <a:pt x="184" y="91"/>
                      <a:pt x="184" y="91"/>
                      <a:pt x="185" y="91"/>
                    </a:cubicBezTo>
                    <a:cubicBezTo>
                      <a:pt x="185" y="90"/>
                      <a:pt x="185" y="90"/>
                      <a:pt x="186" y="90"/>
                    </a:cubicBezTo>
                    <a:cubicBezTo>
                      <a:pt x="187" y="89"/>
                      <a:pt x="188" y="89"/>
                      <a:pt x="188" y="88"/>
                    </a:cubicBezTo>
                    <a:cubicBezTo>
                      <a:pt x="189" y="88"/>
                      <a:pt x="190" y="88"/>
                      <a:pt x="190" y="87"/>
                    </a:cubicBezTo>
                    <a:cubicBezTo>
                      <a:pt x="191" y="87"/>
                      <a:pt x="191" y="87"/>
                      <a:pt x="192" y="86"/>
                    </a:cubicBezTo>
                    <a:cubicBezTo>
                      <a:pt x="192" y="86"/>
                      <a:pt x="193" y="86"/>
                      <a:pt x="193" y="86"/>
                    </a:cubicBezTo>
                    <a:cubicBezTo>
                      <a:pt x="194" y="85"/>
                      <a:pt x="194" y="85"/>
                      <a:pt x="195" y="85"/>
                    </a:cubicBezTo>
                    <a:cubicBezTo>
                      <a:pt x="196" y="84"/>
                      <a:pt x="196" y="84"/>
                      <a:pt x="197" y="84"/>
                    </a:cubicBezTo>
                    <a:cubicBezTo>
                      <a:pt x="197" y="83"/>
                      <a:pt x="197" y="83"/>
                      <a:pt x="197" y="83"/>
                    </a:cubicBezTo>
                    <a:cubicBezTo>
                      <a:pt x="198" y="83"/>
                      <a:pt x="200" y="82"/>
                      <a:pt x="201" y="81"/>
                    </a:cubicBezTo>
                    <a:cubicBezTo>
                      <a:pt x="201" y="81"/>
                      <a:pt x="202" y="81"/>
                      <a:pt x="202" y="81"/>
                    </a:cubicBezTo>
                    <a:cubicBezTo>
                      <a:pt x="203" y="80"/>
                      <a:pt x="204" y="80"/>
                      <a:pt x="204" y="79"/>
                    </a:cubicBezTo>
                    <a:cubicBezTo>
                      <a:pt x="205" y="79"/>
                      <a:pt x="205" y="79"/>
                      <a:pt x="205" y="79"/>
                    </a:cubicBezTo>
                    <a:cubicBezTo>
                      <a:pt x="206" y="79"/>
                      <a:pt x="206" y="78"/>
                      <a:pt x="207" y="78"/>
                    </a:cubicBezTo>
                    <a:cubicBezTo>
                      <a:pt x="207" y="78"/>
                      <a:pt x="208" y="77"/>
                      <a:pt x="209" y="77"/>
                    </a:cubicBezTo>
                    <a:cubicBezTo>
                      <a:pt x="209" y="77"/>
                      <a:pt x="209" y="76"/>
                      <a:pt x="209" y="76"/>
                    </a:cubicBezTo>
                    <a:cubicBezTo>
                      <a:pt x="210" y="76"/>
                      <a:pt x="211" y="76"/>
                      <a:pt x="211" y="76"/>
                    </a:cubicBezTo>
                    <a:cubicBezTo>
                      <a:pt x="211" y="75"/>
                      <a:pt x="212" y="75"/>
                      <a:pt x="212" y="75"/>
                    </a:cubicBezTo>
                    <a:cubicBezTo>
                      <a:pt x="212" y="75"/>
                      <a:pt x="212" y="75"/>
                      <a:pt x="212" y="75"/>
                    </a:cubicBezTo>
                    <a:cubicBezTo>
                      <a:pt x="212" y="75"/>
                      <a:pt x="213" y="74"/>
                      <a:pt x="213" y="74"/>
                    </a:cubicBezTo>
                    <a:cubicBezTo>
                      <a:pt x="213" y="74"/>
                      <a:pt x="214" y="74"/>
                      <a:pt x="214" y="74"/>
                    </a:cubicBezTo>
                    <a:cubicBezTo>
                      <a:pt x="214" y="74"/>
                      <a:pt x="215" y="74"/>
                      <a:pt x="215" y="73"/>
                    </a:cubicBezTo>
                    <a:cubicBezTo>
                      <a:pt x="215" y="73"/>
                      <a:pt x="215" y="73"/>
                      <a:pt x="216" y="73"/>
                    </a:cubicBezTo>
                    <a:cubicBezTo>
                      <a:pt x="216" y="73"/>
                      <a:pt x="216" y="73"/>
                      <a:pt x="216" y="73"/>
                    </a:cubicBezTo>
                    <a:cubicBezTo>
                      <a:pt x="216" y="73"/>
                      <a:pt x="216" y="73"/>
                      <a:pt x="216" y="73"/>
                    </a:cubicBezTo>
                    <a:cubicBezTo>
                      <a:pt x="216" y="73"/>
                      <a:pt x="217" y="72"/>
                      <a:pt x="217" y="72"/>
                    </a:cubicBezTo>
                    <a:cubicBezTo>
                      <a:pt x="217" y="72"/>
                      <a:pt x="218" y="72"/>
                      <a:pt x="218" y="72"/>
                    </a:cubicBezTo>
                    <a:cubicBezTo>
                      <a:pt x="219" y="71"/>
                      <a:pt x="221" y="70"/>
                      <a:pt x="222" y="69"/>
                    </a:cubicBezTo>
                    <a:cubicBezTo>
                      <a:pt x="222" y="69"/>
                      <a:pt x="222" y="69"/>
                      <a:pt x="223" y="69"/>
                    </a:cubicBezTo>
                    <a:cubicBezTo>
                      <a:pt x="223" y="69"/>
                      <a:pt x="223" y="69"/>
                      <a:pt x="223" y="69"/>
                    </a:cubicBezTo>
                    <a:cubicBezTo>
                      <a:pt x="224" y="69"/>
                      <a:pt x="224" y="68"/>
                      <a:pt x="224" y="68"/>
                    </a:cubicBezTo>
                    <a:cubicBezTo>
                      <a:pt x="225" y="67"/>
                      <a:pt x="227" y="67"/>
                      <a:pt x="228" y="66"/>
                    </a:cubicBezTo>
                    <a:cubicBezTo>
                      <a:pt x="228" y="65"/>
                      <a:pt x="227" y="65"/>
                      <a:pt x="227" y="65"/>
                    </a:cubicBezTo>
                    <a:cubicBezTo>
                      <a:pt x="227" y="65"/>
                      <a:pt x="227" y="65"/>
                      <a:pt x="226" y="65"/>
                    </a:cubicBezTo>
                    <a:cubicBezTo>
                      <a:pt x="226" y="65"/>
                      <a:pt x="226" y="65"/>
                      <a:pt x="226" y="64"/>
                    </a:cubicBezTo>
                    <a:cubicBezTo>
                      <a:pt x="226" y="64"/>
                      <a:pt x="226" y="64"/>
                      <a:pt x="226" y="64"/>
                    </a:cubicBezTo>
                    <a:cubicBezTo>
                      <a:pt x="226" y="64"/>
                      <a:pt x="225" y="64"/>
                      <a:pt x="225" y="64"/>
                    </a:cubicBezTo>
                    <a:cubicBezTo>
                      <a:pt x="225" y="64"/>
                      <a:pt x="225" y="63"/>
                      <a:pt x="225" y="63"/>
                    </a:cubicBezTo>
                    <a:cubicBezTo>
                      <a:pt x="225" y="63"/>
                      <a:pt x="224" y="63"/>
                      <a:pt x="224" y="63"/>
                    </a:cubicBezTo>
                    <a:cubicBezTo>
                      <a:pt x="224" y="63"/>
                      <a:pt x="224" y="62"/>
                      <a:pt x="224" y="62"/>
                    </a:cubicBezTo>
                    <a:cubicBezTo>
                      <a:pt x="224" y="61"/>
                      <a:pt x="223" y="61"/>
                      <a:pt x="223" y="61"/>
                    </a:cubicBezTo>
                    <a:cubicBezTo>
                      <a:pt x="223" y="60"/>
                      <a:pt x="223" y="58"/>
                      <a:pt x="223" y="58"/>
                    </a:cubicBezTo>
                    <a:cubicBezTo>
                      <a:pt x="223" y="57"/>
                      <a:pt x="223" y="56"/>
                      <a:pt x="223" y="55"/>
                    </a:cubicBezTo>
                    <a:cubicBezTo>
                      <a:pt x="223" y="55"/>
                      <a:pt x="223" y="54"/>
                      <a:pt x="223" y="54"/>
                    </a:cubicBezTo>
                    <a:cubicBezTo>
                      <a:pt x="223" y="53"/>
                      <a:pt x="223" y="52"/>
                      <a:pt x="223" y="52"/>
                    </a:cubicBezTo>
                    <a:cubicBezTo>
                      <a:pt x="223" y="51"/>
                      <a:pt x="223" y="50"/>
                      <a:pt x="223" y="49"/>
                    </a:cubicBezTo>
                    <a:cubicBezTo>
                      <a:pt x="223" y="49"/>
                      <a:pt x="223" y="48"/>
                      <a:pt x="223" y="47"/>
                    </a:cubicBezTo>
                    <a:cubicBezTo>
                      <a:pt x="223" y="47"/>
                      <a:pt x="224" y="47"/>
                      <a:pt x="224" y="46"/>
                    </a:cubicBezTo>
                    <a:cubicBezTo>
                      <a:pt x="224" y="45"/>
                      <a:pt x="223" y="44"/>
                      <a:pt x="223" y="44"/>
                    </a:cubicBezTo>
                    <a:cubicBezTo>
                      <a:pt x="223" y="43"/>
                      <a:pt x="223" y="43"/>
                      <a:pt x="223" y="42"/>
                    </a:cubicBezTo>
                    <a:cubicBezTo>
                      <a:pt x="223" y="42"/>
                      <a:pt x="223" y="41"/>
                      <a:pt x="223" y="41"/>
                    </a:cubicBezTo>
                    <a:cubicBezTo>
                      <a:pt x="223" y="41"/>
                      <a:pt x="224" y="41"/>
                      <a:pt x="224" y="40"/>
                    </a:cubicBezTo>
                    <a:cubicBezTo>
                      <a:pt x="224" y="39"/>
                      <a:pt x="224" y="39"/>
                      <a:pt x="223" y="38"/>
                    </a:cubicBezTo>
                    <a:cubicBezTo>
                      <a:pt x="223" y="38"/>
                      <a:pt x="224" y="37"/>
                      <a:pt x="224" y="37"/>
                    </a:cubicBezTo>
                    <a:cubicBezTo>
                      <a:pt x="224" y="37"/>
                      <a:pt x="224" y="36"/>
                      <a:pt x="224" y="36"/>
                    </a:cubicBezTo>
                    <a:cubicBezTo>
                      <a:pt x="224" y="36"/>
                      <a:pt x="224" y="35"/>
                      <a:pt x="224" y="35"/>
                    </a:cubicBezTo>
                    <a:cubicBezTo>
                      <a:pt x="224" y="35"/>
                      <a:pt x="224" y="34"/>
                      <a:pt x="224" y="34"/>
                    </a:cubicBezTo>
                    <a:cubicBezTo>
                      <a:pt x="224" y="32"/>
                      <a:pt x="224" y="30"/>
                      <a:pt x="224" y="29"/>
                    </a:cubicBezTo>
                    <a:cubicBezTo>
                      <a:pt x="224" y="29"/>
                      <a:pt x="224" y="29"/>
                      <a:pt x="224" y="29"/>
                    </a:cubicBezTo>
                    <a:cubicBezTo>
                      <a:pt x="224" y="28"/>
                      <a:pt x="224" y="28"/>
                      <a:pt x="224" y="28"/>
                    </a:cubicBezTo>
                    <a:cubicBezTo>
                      <a:pt x="225" y="26"/>
                      <a:pt x="224" y="23"/>
                      <a:pt x="224" y="22"/>
                    </a:cubicBezTo>
                    <a:cubicBezTo>
                      <a:pt x="224" y="20"/>
                      <a:pt x="223" y="19"/>
                      <a:pt x="222" y="18"/>
                    </a:cubicBezTo>
                    <a:cubicBezTo>
                      <a:pt x="221" y="18"/>
                      <a:pt x="220" y="18"/>
                      <a:pt x="220" y="18"/>
                    </a:cubicBezTo>
                    <a:cubicBezTo>
                      <a:pt x="219" y="18"/>
                      <a:pt x="219" y="18"/>
                      <a:pt x="219" y="18"/>
                    </a:cubicBezTo>
                    <a:cubicBezTo>
                      <a:pt x="219" y="18"/>
                      <a:pt x="218" y="18"/>
                      <a:pt x="218" y="18"/>
                    </a:cubicBezTo>
                    <a:cubicBezTo>
                      <a:pt x="217" y="18"/>
                      <a:pt x="216" y="19"/>
                      <a:pt x="215" y="20"/>
                    </a:cubicBezTo>
                    <a:cubicBezTo>
                      <a:pt x="215" y="20"/>
                      <a:pt x="215" y="20"/>
                      <a:pt x="215" y="20"/>
                    </a:cubicBezTo>
                    <a:cubicBezTo>
                      <a:pt x="213" y="20"/>
                      <a:pt x="213" y="22"/>
                      <a:pt x="212" y="23"/>
                    </a:cubicBezTo>
                    <a:cubicBezTo>
                      <a:pt x="212" y="23"/>
                      <a:pt x="212" y="23"/>
                      <a:pt x="212" y="23"/>
                    </a:cubicBezTo>
                    <a:cubicBezTo>
                      <a:pt x="211" y="24"/>
                      <a:pt x="210" y="25"/>
                      <a:pt x="209" y="26"/>
                    </a:cubicBezTo>
                    <a:cubicBezTo>
                      <a:pt x="209" y="26"/>
                      <a:pt x="209" y="25"/>
                      <a:pt x="209" y="25"/>
                    </a:cubicBezTo>
                    <a:cubicBezTo>
                      <a:pt x="209" y="26"/>
                      <a:pt x="209" y="26"/>
                      <a:pt x="209" y="27"/>
                    </a:cubicBezTo>
                    <a:cubicBezTo>
                      <a:pt x="209" y="27"/>
                      <a:pt x="208" y="28"/>
                      <a:pt x="208" y="28"/>
                    </a:cubicBezTo>
                    <a:cubicBezTo>
                      <a:pt x="208" y="29"/>
                      <a:pt x="207" y="29"/>
                      <a:pt x="207" y="30"/>
                    </a:cubicBezTo>
                    <a:cubicBezTo>
                      <a:pt x="207" y="31"/>
                      <a:pt x="207" y="31"/>
                      <a:pt x="207" y="31"/>
                    </a:cubicBezTo>
                    <a:cubicBezTo>
                      <a:pt x="207" y="32"/>
                      <a:pt x="206" y="33"/>
                      <a:pt x="207" y="34"/>
                    </a:cubicBezTo>
                    <a:cubicBezTo>
                      <a:pt x="206" y="34"/>
                      <a:pt x="206" y="34"/>
                      <a:pt x="206" y="34"/>
                    </a:cubicBezTo>
                    <a:cubicBezTo>
                      <a:pt x="207" y="35"/>
                      <a:pt x="207" y="35"/>
                      <a:pt x="206" y="36"/>
                    </a:cubicBezTo>
                    <a:cubicBezTo>
                      <a:pt x="206" y="36"/>
                      <a:pt x="206" y="35"/>
                      <a:pt x="206" y="35"/>
                    </a:cubicBezTo>
                    <a:cubicBezTo>
                      <a:pt x="206" y="35"/>
                      <a:pt x="205" y="36"/>
                      <a:pt x="205" y="36"/>
                    </a:cubicBezTo>
                    <a:cubicBezTo>
                      <a:pt x="205" y="37"/>
                      <a:pt x="206" y="36"/>
                      <a:pt x="206" y="36"/>
                    </a:cubicBezTo>
                    <a:cubicBezTo>
                      <a:pt x="206" y="37"/>
                      <a:pt x="206" y="37"/>
                      <a:pt x="206" y="37"/>
                    </a:cubicBezTo>
                    <a:cubicBezTo>
                      <a:pt x="206" y="37"/>
                      <a:pt x="206" y="38"/>
                      <a:pt x="206" y="38"/>
                    </a:cubicBezTo>
                    <a:cubicBezTo>
                      <a:pt x="206" y="38"/>
                      <a:pt x="206" y="38"/>
                      <a:pt x="206" y="38"/>
                    </a:cubicBezTo>
                    <a:cubicBezTo>
                      <a:pt x="206" y="39"/>
                      <a:pt x="205" y="38"/>
                      <a:pt x="205" y="39"/>
                    </a:cubicBezTo>
                    <a:cubicBezTo>
                      <a:pt x="205" y="40"/>
                      <a:pt x="205" y="40"/>
                      <a:pt x="205" y="41"/>
                    </a:cubicBezTo>
                    <a:cubicBezTo>
                      <a:pt x="205" y="41"/>
                      <a:pt x="206" y="42"/>
                      <a:pt x="206" y="42"/>
                    </a:cubicBezTo>
                    <a:cubicBezTo>
                      <a:pt x="205" y="42"/>
                      <a:pt x="205" y="43"/>
                      <a:pt x="205" y="43"/>
                    </a:cubicBezTo>
                    <a:cubicBezTo>
                      <a:pt x="205" y="43"/>
                      <a:pt x="205" y="43"/>
                      <a:pt x="205" y="43"/>
                    </a:cubicBezTo>
                    <a:cubicBezTo>
                      <a:pt x="205" y="43"/>
                      <a:pt x="205" y="44"/>
                      <a:pt x="204" y="43"/>
                    </a:cubicBezTo>
                    <a:cubicBezTo>
                      <a:pt x="204" y="44"/>
                      <a:pt x="205" y="44"/>
                      <a:pt x="204" y="44"/>
                    </a:cubicBezTo>
                    <a:cubicBezTo>
                      <a:pt x="204" y="44"/>
                      <a:pt x="204" y="44"/>
                      <a:pt x="204" y="44"/>
                    </a:cubicBezTo>
                    <a:cubicBezTo>
                      <a:pt x="204" y="46"/>
                      <a:pt x="204" y="46"/>
                      <a:pt x="205" y="46"/>
                    </a:cubicBezTo>
                    <a:cubicBezTo>
                      <a:pt x="205" y="46"/>
                      <a:pt x="205" y="46"/>
                      <a:pt x="205" y="47"/>
                    </a:cubicBezTo>
                    <a:cubicBezTo>
                      <a:pt x="205" y="47"/>
                      <a:pt x="205" y="47"/>
                      <a:pt x="205" y="47"/>
                    </a:cubicBezTo>
                    <a:cubicBezTo>
                      <a:pt x="205" y="47"/>
                      <a:pt x="205" y="48"/>
                      <a:pt x="205" y="48"/>
                    </a:cubicBezTo>
                    <a:cubicBezTo>
                      <a:pt x="205" y="49"/>
                      <a:pt x="205" y="48"/>
                      <a:pt x="205" y="49"/>
                    </a:cubicBezTo>
                    <a:cubicBezTo>
                      <a:pt x="205" y="49"/>
                      <a:pt x="205" y="49"/>
                      <a:pt x="204" y="49"/>
                    </a:cubicBezTo>
                    <a:cubicBezTo>
                      <a:pt x="204" y="49"/>
                      <a:pt x="204" y="48"/>
                      <a:pt x="204" y="48"/>
                    </a:cubicBezTo>
                    <a:cubicBezTo>
                      <a:pt x="204" y="48"/>
                      <a:pt x="204" y="49"/>
                      <a:pt x="204" y="49"/>
                    </a:cubicBezTo>
                    <a:cubicBezTo>
                      <a:pt x="204" y="50"/>
                      <a:pt x="204" y="50"/>
                      <a:pt x="203" y="50"/>
                    </a:cubicBezTo>
                    <a:cubicBezTo>
                      <a:pt x="204" y="51"/>
                      <a:pt x="204" y="51"/>
                      <a:pt x="204" y="51"/>
                    </a:cubicBezTo>
                    <a:cubicBezTo>
                      <a:pt x="204" y="52"/>
                      <a:pt x="203" y="51"/>
                      <a:pt x="203" y="52"/>
                    </a:cubicBezTo>
                    <a:cubicBezTo>
                      <a:pt x="204" y="53"/>
                      <a:pt x="203" y="55"/>
                      <a:pt x="203" y="57"/>
                    </a:cubicBezTo>
                    <a:cubicBezTo>
                      <a:pt x="203" y="57"/>
                      <a:pt x="204" y="57"/>
                      <a:pt x="203" y="57"/>
                    </a:cubicBezTo>
                    <a:cubicBezTo>
                      <a:pt x="203" y="58"/>
                      <a:pt x="204" y="57"/>
                      <a:pt x="204" y="57"/>
                    </a:cubicBezTo>
                    <a:cubicBezTo>
                      <a:pt x="204" y="58"/>
                      <a:pt x="204" y="58"/>
                      <a:pt x="203" y="58"/>
                    </a:cubicBezTo>
                    <a:cubicBezTo>
                      <a:pt x="203" y="58"/>
                      <a:pt x="203" y="59"/>
                      <a:pt x="204" y="59"/>
                    </a:cubicBezTo>
                    <a:cubicBezTo>
                      <a:pt x="204" y="59"/>
                      <a:pt x="203" y="59"/>
                      <a:pt x="203" y="59"/>
                    </a:cubicBezTo>
                    <a:cubicBezTo>
                      <a:pt x="203" y="60"/>
                      <a:pt x="203" y="60"/>
                      <a:pt x="204" y="60"/>
                    </a:cubicBezTo>
                    <a:cubicBezTo>
                      <a:pt x="204" y="61"/>
                      <a:pt x="203" y="60"/>
                      <a:pt x="203" y="61"/>
                    </a:cubicBezTo>
                    <a:cubicBezTo>
                      <a:pt x="204" y="61"/>
                      <a:pt x="204" y="61"/>
                      <a:pt x="204" y="61"/>
                    </a:cubicBezTo>
                    <a:cubicBezTo>
                      <a:pt x="204" y="62"/>
                      <a:pt x="204" y="62"/>
                      <a:pt x="204" y="62"/>
                    </a:cubicBezTo>
                    <a:cubicBezTo>
                      <a:pt x="204" y="63"/>
                      <a:pt x="204" y="64"/>
                      <a:pt x="203" y="64"/>
                    </a:cubicBezTo>
                    <a:cubicBezTo>
                      <a:pt x="204" y="64"/>
                      <a:pt x="204" y="65"/>
                      <a:pt x="204" y="65"/>
                    </a:cubicBezTo>
                    <a:cubicBezTo>
                      <a:pt x="203" y="65"/>
                      <a:pt x="204" y="65"/>
                      <a:pt x="203" y="64"/>
                    </a:cubicBezTo>
                    <a:cubicBezTo>
                      <a:pt x="203" y="65"/>
                      <a:pt x="203" y="65"/>
                      <a:pt x="203" y="66"/>
                    </a:cubicBezTo>
                    <a:cubicBezTo>
                      <a:pt x="203" y="66"/>
                      <a:pt x="204" y="66"/>
                      <a:pt x="204" y="67"/>
                    </a:cubicBezTo>
                    <a:cubicBezTo>
                      <a:pt x="204" y="67"/>
                      <a:pt x="204" y="67"/>
                      <a:pt x="203" y="67"/>
                    </a:cubicBezTo>
                    <a:cubicBezTo>
                      <a:pt x="204" y="68"/>
                      <a:pt x="203" y="68"/>
                      <a:pt x="203" y="68"/>
                    </a:cubicBezTo>
                    <a:cubicBezTo>
                      <a:pt x="203" y="68"/>
                      <a:pt x="203" y="69"/>
                      <a:pt x="203" y="69"/>
                    </a:cubicBezTo>
                    <a:cubicBezTo>
                      <a:pt x="203" y="69"/>
                      <a:pt x="202" y="69"/>
                      <a:pt x="202" y="69"/>
                    </a:cubicBezTo>
                    <a:cubicBezTo>
                      <a:pt x="202" y="70"/>
                      <a:pt x="202" y="70"/>
                      <a:pt x="202" y="70"/>
                    </a:cubicBezTo>
                    <a:cubicBezTo>
                      <a:pt x="201" y="70"/>
                      <a:pt x="202" y="71"/>
                      <a:pt x="202" y="72"/>
                    </a:cubicBezTo>
                    <a:cubicBezTo>
                      <a:pt x="202" y="72"/>
                      <a:pt x="200" y="72"/>
                      <a:pt x="201" y="73"/>
                    </a:cubicBezTo>
                    <a:cubicBezTo>
                      <a:pt x="201" y="73"/>
                      <a:pt x="200" y="73"/>
                      <a:pt x="200" y="74"/>
                    </a:cubicBezTo>
                    <a:cubicBezTo>
                      <a:pt x="199" y="74"/>
                      <a:pt x="199" y="75"/>
                      <a:pt x="198" y="75"/>
                    </a:cubicBezTo>
                    <a:cubicBezTo>
                      <a:pt x="198" y="75"/>
                      <a:pt x="197" y="75"/>
                      <a:pt x="197" y="75"/>
                    </a:cubicBezTo>
                    <a:cubicBezTo>
                      <a:pt x="197" y="75"/>
                      <a:pt x="197" y="76"/>
                      <a:pt x="196" y="76"/>
                    </a:cubicBezTo>
                    <a:cubicBezTo>
                      <a:pt x="196" y="76"/>
                      <a:pt x="196" y="76"/>
                      <a:pt x="196" y="76"/>
                    </a:cubicBezTo>
                    <a:cubicBezTo>
                      <a:pt x="196" y="76"/>
                      <a:pt x="196" y="76"/>
                      <a:pt x="196" y="76"/>
                    </a:cubicBezTo>
                    <a:cubicBezTo>
                      <a:pt x="195" y="77"/>
                      <a:pt x="193" y="77"/>
                      <a:pt x="192" y="77"/>
                    </a:cubicBezTo>
                    <a:cubicBezTo>
                      <a:pt x="191" y="77"/>
                      <a:pt x="191" y="77"/>
                      <a:pt x="191" y="77"/>
                    </a:cubicBezTo>
                    <a:cubicBezTo>
                      <a:pt x="190" y="77"/>
                      <a:pt x="190" y="77"/>
                      <a:pt x="189" y="77"/>
                    </a:cubicBezTo>
                    <a:cubicBezTo>
                      <a:pt x="189" y="77"/>
                      <a:pt x="189" y="77"/>
                      <a:pt x="188" y="77"/>
                    </a:cubicBezTo>
                    <a:cubicBezTo>
                      <a:pt x="188" y="77"/>
                      <a:pt x="188" y="77"/>
                      <a:pt x="188" y="77"/>
                    </a:cubicBezTo>
                    <a:cubicBezTo>
                      <a:pt x="188" y="77"/>
                      <a:pt x="187" y="76"/>
                      <a:pt x="187" y="76"/>
                    </a:cubicBezTo>
                    <a:cubicBezTo>
                      <a:pt x="187" y="76"/>
                      <a:pt x="187" y="75"/>
                      <a:pt x="186" y="75"/>
                    </a:cubicBezTo>
                    <a:cubicBezTo>
                      <a:pt x="186" y="74"/>
                      <a:pt x="186" y="74"/>
                      <a:pt x="186" y="73"/>
                    </a:cubicBezTo>
                    <a:cubicBezTo>
                      <a:pt x="186" y="73"/>
                      <a:pt x="186" y="72"/>
                      <a:pt x="186" y="71"/>
                    </a:cubicBezTo>
                    <a:cubicBezTo>
                      <a:pt x="186" y="70"/>
                      <a:pt x="186" y="69"/>
                      <a:pt x="186" y="68"/>
                    </a:cubicBezTo>
                    <a:cubicBezTo>
                      <a:pt x="186" y="67"/>
                      <a:pt x="186" y="64"/>
                      <a:pt x="186" y="63"/>
                    </a:cubicBezTo>
                    <a:cubicBezTo>
                      <a:pt x="186" y="62"/>
                      <a:pt x="186" y="62"/>
                      <a:pt x="186" y="61"/>
                    </a:cubicBezTo>
                    <a:cubicBezTo>
                      <a:pt x="186" y="60"/>
                      <a:pt x="186" y="58"/>
                      <a:pt x="187" y="57"/>
                    </a:cubicBezTo>
                    <a:cubicBezTo>
                      <a:pt x="187" y="56"/>
                      <a:pt x="187" y="55"/>
                      <a:pt x="187" y="54"/>
                    </a:cubicBezTo>
                    <a:cubicBezTo>
                      <a:pt x="187" y="53"/>
                      <a:pt x="187" y="51"/>
                      <a:pt x="187" y="49"/>
                    </a:cubicBezTo>
                    <a:cubicBezTo>
                      <a:pt x="187" y="49"/>
                      <a:pt x="187" y="49"/>
                      <a:pt x="187" y="49"/>
                    </a:cubicBezTo>
                    <a:cubicBezTo>
                      <a:pt x="187" y="49"/>
                      <a:pt x="187" y="49"/>
                      <a:pt x="187" y="48"/>
                    </a:cubicBezTo>
                    <a:cubicBezTo>
                      <a:pt x="187" y="47"/>
                      <a:pt x="187" y="46"/>
                      <a:pt x="187" y="44"/>
                    </a:cubicBezTo>
                    <a:cubicBezTo>
                      <a:pt x="187" y="42"/>
                      <a:pt x="187" y="41"/>
                      <a:pt x="187" y="38"/>
                    </a:cubicBezTo>
                    <a:cubicBezTo>
                      <a:pt x="187" y="38"/>
                      <a:pt x="187" y="38"/>
                      <a:pt x="187" y="38"/>
                    </a:cubicBezTo>
                    <a:cubicBezTo>
                      <a:pt x="187" y="37"/>
                      <a:pt x="187" y="37"/>
                      <a:pt x="187" y="37"/>
                    </a:cubicBezTo>
                    <a:cubicBezTo>
                      <a:pt x="187" y="36"/>
                      <a:pt x="188" y="33"/>
                      <a:pt x="188" y="31"/>
                    </a:cubicBezTo>
                    <a:cubicBezTo>
                      <a:pt x="188" y="29"/>
                      <a:pt x="188" y="26"/>
                      <a:pt x="188" y="23"/>
                    </a:cubicBezTo>
                    <a:cubicBezTo>
                      <a:pt x="189" y="23"/>
                      <a:pt x="189" y="23"/>
                      <a:pt x="189" y="22"/>
                    </a:cubicBezTo>
                    <a:cubicBezTo>
                      <a:pt x="189" y="21"/>
                      <a:pt x="189" y="21"/>
                      <a:pt x="190" y="20"/>
                    </a:cubicBezTo>
                    <a:cubicBezTo>
                      <a:pt x="190" y="20"/>
                      <a:pt x="190" y="19"/>
                      <a:pt x="190" y="19"/>
                    </a:cubicBezTo>
                    <a:cubicBezTo>
                      <a:pt x="191" y="19"/>
                      <a:pt x="191" y="19"/>
                      <a:pt x="191" y="19"/>
                    </a:cubicBezTo>
                    <a:cubicBezTo>
                      <a:pt x="191" y="19"/>
                      <a:pt x="191" y="19"/>
                      <a:pt x="191" y="19"/>
                    </a:cubicBezTo>
                    <a:cubicBezTo>
                      <a:pt x="191" y="19"/>
                      <a:pt x="191" y="19"/>
                      <a:pt x="191" y="19"/>
                    </a:cubicBezTo>
                    <a:cubicBezTo>
                      <a:pt x="191" y="18"/>
                      <a:pt x="191" y="18"/>
                      <a:pt x="191" y="18"/>
                    </a:cubicBezTo>
                    <a:cubicBezTo>
                      <a:pt x="191" y="18"/>
                      <a:pt x="192" y="18"/>
                      <a:pt x="192" y="18"/>
                    </a:cubicBezTo>
                    <a:cubicBezTo>
                      <a:pt x="192" y="18"/>
                      <a:pt x="192" y="17"/>
                      <a:pt x="192" y="17"/>
                    </a:cubicBezTo>
                    <a:cubicBezTo>
                      <a:pt x="192" y="17"/>
                      <a:pt x="192" y="17"/>
                      <a:pt x="193" y="17"/>
                    </a:cubicBezTo>
                    <a:cubicBezTo>
                      <a:pt x="193" y="17"/>
                      <a:pt x="193" y="17"/>
                      <a:pt x="193" y="16"/>
                    </a:cubicBezTo>
                    <a:cubicBezTo>
                      <a:pt x="194" y="16"/>
                      <a:pt x="194" y="16"/>
                      <a:pt x="194" y="15"/>
                    </a:cubicBezTo>
                    <a:cubicBezTo>
                      <a:pt x="195" y="15"/>
                      <a:pt x="195" y="15"/>
                      <a:pt x="196" y="15"/>
                    </a:cubicBezTo>
                    <a:cubicBezTo>
                      <a:pt x="196" y="15"/>
                      <a:pt x="196" y="15"/>
                      <a:pt x="196" y="14"/>
                    </a:cubicBezTo>
                    <a:cubicBezTo>
                      <a:pt x="196" y="14"/>
                      <a:pt x="196" y="14"/>
                      <a:pt x="197" y="14"/>
                    </a:cubicBezTo>
                    <a:cubicBezTo>
                      <a:pt x="198" y="14"/>
                      <a:pt x="201" y="13"/>
                      <a:pt x="203" y="14"/>
                    </a:cubicBezTo>
                    <a:cubicBezTo>
                      <a:pt x="204" y="13"/>
                      <a:pt x="204" y="13"/>
                      <a:pt x="205" y="13"/>
                    </a:cubicBezTo>
                    <a:cubicBezTo>
                      <a:pt x="205" y="13"/>
                      <a:pt x="206" y="13"/>
                      <a:pt x="206" y="13"/>
                    </a:cubicBezTo>
                    <a:cubicBezTo>
                      <a:pt x="206" y="13"/>
                      <a:pt x="206" y="13"/>
                      <a:pt x="207" y="13"/>
                    </a:cubicBezTo>
                    <a:cubicBezTo>
                      <a:pt x="208" y="13"/>
                      <a:pt x="209" y="14"/>
                      <a:pt x="210" y="14"/>
                    </a:cubicBezTo>
                    <a:cubicBezTo>
                      <a:pt x="210" y="13"/>
                      <a:pt x="211" y="13"/>
                      <a:pt x="211" y="13"/>
                    </a:cubicBezTo>
                    <a:cubicBezTo>
                      <a:pt x="212" y="13"/>
                      <a:pt x="212" y="13"/>
                      <a:pt x="213" y="12"/>
                    </a:cubicBezTo>
                    <a:cubicBezTo>
                      <a:pt x="213" y="12"/>
                      <a:pt x="214" y="11"/>
                      <a:pt x="215" y="11"/>
                    </a:cubicBezTo>
                    <a:cubicBezTo>
                      <a:pt x="215" y="11"/>
                      <a:pt x="215" y="10"/>
                      <a:pt x="215" y="10"/>
                    </a:cubicBezTo>
                    <a:cubicBezTo>
                      <a:pt x="215" y="10"/>
                      <a:pt x="216" y="10"/>
                      <a:pt x="216" y="10"/>
                    </a:cubicBezTo>
                    <a:cubicBezTo>
                      <a:pt x="216" y="9"/>
                      <a:pt x="216" y="9"/>
                      <a:pt x="216" y="9"/>
                    </a:cubicBezTo>
                    <a:cubicBezTo>
                      <a:pt x="216" y="9"/>
                      <a:pt x="217" y="8"/>
                      <a:pt x="217" y="8"/>
                    </a:cubicBezTo>
                    <a:cubicBezTo>
                      <a:pt x="217" y="8"/>
                      <a:pt x="218" y="8"/>
                      <a:pt x="218" y="7"/>
                    </a:cubicBezTo>
                    <a:cubicBezTo>
                      <a:pt x="219" y="7"/>
                      <a:pt x="219" y="6"/>
                      <a:pt x="220" y="5"/>
                    </a:cubicBezTo>
                    <a:cubicBezTo>
                      <a:pt x="220" y="5"/>
                      <a:pt x="220" y="5"/>
                      <a:pt x="220" y="4"/>
                    </a:cubicBezTo>
                    <a:cubicBezTo>
                      <a:pt x="222" y="4"/>
                      <a:pt x="223" y="3"/>
                      <a:pt x="225" y="2"/>
                    </a:cubicBezTo>
                    <a:cubicBezTo>
                      <a:pt x="225" y="2"/>
                      <a:pt x="226" y="2"/>
                      <a:pt x="226" y="2"/>
                    </a:cubicBezTo>
                    <a:cubicBezTo>
                      <a:pt x="226" y="1"/>
                      <a:pt x="226" y="1"/>
                      <a:pt x="227" y="1"/>
                    </a:cubicBezTo>
                    <a:cubicBezTo>
                      <a:pt x="228" y="1"/>
                      <a:pt x="228" y="1"/>
                      <a:pt x="229" y="0"/>
                    </a:cubicBezTo>
                    <a:cubicBezTo>
                      <a:pt x="232" y="0"/>
                      <a:pt x="237" y="0"/>
                      <a:pt x="238" y="3"/>
                    </a:cubicBezTo>
                    <a:cubicBezTo>
                      <a:pt x="238" y="3"/>
                      <a:pt x="238" y="2"/>
                      <a:pt x="238" y="2"/>
                    </a:cubicBezTo>
                    <a:cubicBezTo>
                      <a:pt x="239" y="2"/>
                      <a:pt x="239" y="3"/>
                      <a:pt x="239" y="3"/>
                    </a:cubicBezTo>
                    <a:cubicBezTo>
                      <a:pt x="239" y="3"/>
                      <a:pt x="239" y="4"/>
                      <a:pt x="239" y="4"/>
                    </a:cubicBezTo>
                    <a:cubicBezTo>
                      <a:pt x="239" y="4"/>
                      <a:pt x="239" y="5"/>
                      <a:pt x="240" y="5"/>
                    </a:cubicBezTo>
                    <a:cubicBezTo>
                      <a:pt x="240" y="5"/>
                      <a:pt x="240" y="5"/>
                      <a:pt x="240" y="5"/>
                    </a:cubicBezTo>
                    <a:cubicBezTo>
                      <a:pt x="240" y="6"/>
                      <a:pt x="240" y="6"/>
                      <a:pt x="240" y="7"/>
                    </a:cubicBezTo>
                    <a:cubicBezTo>
                      <a:pt x="240" y="7"/>
                      <a:pt x="241" y="7"/>
                      <a:pt x="241"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41" name="Freeform 18">
                <a:extLst>
                  <a:ext uri="{FF2B5EF4-FFF2-40B4-BE49-F238E27FC236}">
                    <a16:creationId xmlns:a16="http://schemas.microsoft.com/office/drawing/2014/main" id="{622407F1-ADFE-0549-8DA5-2473584941FE}"/>
                  </a:ext>
                </a:extLst>
              </p:cNvPr>
              <p:cNvSpPr>
                <a:spLocks/>
              </p:cNvSpPr>
              <p:nvPr/>
            </p:nvSpPr>
            <p:spPr bwMode="auto">
              <a:xfrm>
                <a:off x="2852" y="2062"/>
                <a:ext cx="163" cy="305"/>
              </a:xfrm>
              <a:custGeom>
                <a:avLst/>
                <a:gdLst>
                  <a:gd name="T0" fmla="*/ 20 w 38"/>
                  <a:gd name="T1" fmla="*/ 34 h 73"/>
                  <a:gd name="T2" fmla="*/ 20 w 38"/>
                  <a:gd name="T3" fmla="*/ 39 h 73"/>
                  <a:gd name="T4" fmla="*/ 20 w 38"/>
                  <a:gd name="T5" fmla="*/ 42 h 73"/>
                  <a:gd name="T6" fmla="*/ 19 w 38"/>
                  <a:gd name="T7" fmla="*/ 52 h 73"/>
                  <a:gd name="T8" fmla="*/ 19 w 38"/>
                  <a:gd name="T9" fmla="*/ 55 h 73"/>
                  <a:gd name="T10" fmla="*/ 19 w 38"/>
                  <a:gd name="T11" fmla="*/ 57 h 73"/>
                  <a:gd name="T12" fmla="*/ 18 w 38"/>
                  <a:gd name="T13" fmla="*/ 65 h 73"/>
                  <a:gd name="T14" fmla="*/ 17 w 38"/>
                  <a:gd name="T15" fmla="*/ 66 h 73"/>
                  <a:gd name="T16" fmla="*/ 14 w 38"/>
                  <a:gd name="T17" fmla="*/ 70 h 73"/>
                  <a:gd name="T18" fmla="*/ 10 w 38"/>
                  <a:gd name="T19" fmla="*/ 72 h 73"/>
                  <a:gd name="T20" fmla="*/ 3 w 38"/>
                  <a:gd name="T21" fmla="*/ 73 h 73"/>
                  <a:gd name="T22" fmla="*/ 2 w 38"/>
                  <a:gd name="T23" fmla="*/ 72 h 73"/>
                  <a:gd name="T24" fmla="*/ 1 w 38"/>
                  <a:gd name="T25" fmla="*/ 70 h 73"/>
                  <a:gd name="T26" fmla="*/ 1 w 38"/>
                  <a:gd name="T27" fmla="*/ 70 h 73"/>
                  <a:gd name="T28" fmla="*/ 1 w 38"/>
                  <a:gd name="T29" fmla="*/ 62 h 73"/>
                  <a:gd name="T30" fmla="*/ 1 w 38"/>
                  <a:gd name="T31" fmla="*/ 53 h 73"/>
                  <a:gd name="T32" fmla="*/ 1 w 38"/>
                  <a:gd name="T33" fmla="*/ 47 h 73"/>
                  <a:gd name="T34" fmla="*/ 1 w 38"/>
                  <a:gd name="T35" fmla="*/ 46 h 73"/>
                  <a:gd name="T36" fmla="*/ 1 w 38"/>
                  <a:gd name="T37" fmla="*/ 43 h 73"/>
                  <a:gd name="T38" fmla="*/ 2 w 38"/>
                  <a:gd name="T39" fmla="*/ 41 h 73"/>
                  <a:gd name="T40" fmla="*/ 3 w 38"/>
                  <a:gd name="T41" fmla="*/ 31 h 73"/>
                  <a:gd name="T42" fmla="*/ 4 w 38"/>
                  <a:gd name="T43" fmla="*/ 15 h 73"/>
                  <a:gd name="T44" fmla="*/ 7 w 38"/>
                  <a:gd name="T45" fmla="*/ 10 h 73"/>
                  <a:gd name="T46" fmla="*/ 14 w 38"/>
                  <a:gd name="T47" fmla="*/ 6 h 73"/>
                  <a:gd name="T48" fmla="*/ 18 w 38"/>
                  <a:gd name="T49" fmla="*/ 5 h 73"/>
                  <a:gd name="T50" fmla="*/ 20 w 38"/>
                  <a:gd name="T51" fmla="*/ 5 h 73"/>
                  <a:gd name="T52" fmla="*/ 24 w 38"/>
                  <a:gd name="T53" fmla="*/ 3 h 73"/>
                  <a:gd name="T54" fmla="*/ 24 w 38"/>
                  <a:gd name="T55" fmla="*/ 3 h 73"/>
                  <a:gd name="T56" fmla="*/ 26 w 38"/>
                  <a:gd name="T57" fmla="*/ 2 h 73"/>
                  <a:gd name="T58" fmla="*/ 29 w 38"/>
                  <a:gd name="T59" fmla="*/ 1 h 73"/>
                  <a:gd name="T60" fmla="*/ 34 w 38"/>
                  <a:gd name="T61" fmla="*/ 0 h 73"/>
                  <a:gd name="T62" fmla="*/ 35 w 38"/>
                  <a:gd name="T63" fmla="*/ 1 h 73"/>
                  <a:gd name="T64" fmla="*/ 38 w 38"/>
                  <a:gd name="T65" fmla="*/ 6 h 73"/>
                  <a:gd name="T66" fmla="*/ 36 w 38"/>
                  <a:gd name="T67" fmla="*/ 12 h 73"/>
                  <a:gd name="T68" fmla="*/ 34 w 38"/>
                  <a:gd name="T69" fmla="*/ 14 h 73"/>
                  <a:gd name="T70" fmla="*/ 28 w 38"/>
                  <a:gd name="T71" fmla="*/ 19 h 73"/>
                  <a:gd name="T72" fmla="*/ 24 w 38"/>
                  <a:gd name="T73" fmla="*/ 23 h 73"/>
                  <a:gd name="T74" fmla="*/ 22 w 38"/>
                  <a:gd name="T75" fmla="*/ 27 h 73"/>
                  <a:gd name="T76" fmla="*/ 22 w 38"/>
                  <a:gd name="T77" fmla="*/ 28 h 73"/>
                  <a:gd name="T78" fmla="*/ 21 w 38"/>
                  <a:gd name="T79" fmla="*/ 3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73">
                    <a:moveTo>
                      <a:pt x="21" y="33"/>
                    </a:moveTo>
                    <a:cubicBezTo>
                      <a:pt x="21" y="34"/>
                      <a:pt x="20" y="34"/>
                      <a:pt x="20" y="34"/>
                    </a:cubicBezTo>
                    <a:cubicBezTo>
                      <a:pt x="21" y="34"/>
                      <a:pt x="20" y="35"/>
                      <a:pt x="20" y="35"/>
                    </a:cubicBezTo>
                    <a:cubicBezTo>
                      <a:pt x="20" y="36"/>
                      <a:pt x="20" y="38"/>
                      <a:pt x="20" y="39"/>
                    </a:cubicBezTo>
                    <a:cubicBezTo>
                      <a:pt x="20" y="39"/>
                      <a:pt x="20" y="40"/>
                      <a:pt x="20" y="40"/>
                    </a:cubicBezTo>
                    <a:cubicBezTo>
                      <a:pt x="20" y="41"/>
                      <a:pt x="20" y="41"/>
                      <a:pt x="20" y="42"/>
                    </a:cubicBezTo>
                    <a:cubicBezTo>
                      <a:pt x="20" y="42"/>
                      <a:pt x="20" y="43"/>
                      <a:pt x="20" y="44"/>
                    </a:cubicBezTo>
                    <a:cubicBezTo>
                      <a:pt x="19" y="46"/>
                      <a:pt x="19" y="50"/>
                      <a:pt x="19" y="52"/>
                    </a:cubicBezTo>
                    <a:cubicBezTo>
                      <a:pt x="19" y="53"/>
                      <a:pt x="19" y="54"/>
                      <a:pt x="19" y="54"/>
                    </a:cubicBezTo>
                    <a:cubicBezTo>
                      <a:pt x="19" y="54"/>
                      <a:pt x="19" y="54"/>
                      <a:pt x="19" y="55"/>
                    </a:cubicBezTo>
                    <a:cubicBezTo>
                      <a:pt x="19" y="55"/>
                      <a:pt x="19" y="55"/>
                      <a:pt x="19" y="56"/>
                    </a:cubicBezTo>
                    <a:cubicBezTo>
                      <a:pt x="19" y="56"/>
                      <a:pt x="19" y="57"/>
                      <a:pt x="19" y="57"/>
                    </a:cubicBezTo>
                    <a:cubicBezTo>
                      <a:pt x="19" y="58"/>
                      <a:pt x="19" y="60"/>
                      <a:pt x="19" y="62"/>
                    </a:cubicBezTo>
                    <a:cubicBezTo>
                      <a:pt x="19" y="63"/>
                      <a:pt x="18" y="64"/>
                      <a:pt x="18" y="65"/>
                    </a:cubicBezTo>
                    <a:cubicBezTo>
                      <a:pt x="18" y="65"/>
                      <a:pt x="18" y="65"/>
                      <a:pt x="18" y="65"/>
                    </a:cubicBezTo>
                    <a:cubicBezTo>
                      <a:pt x="17" y="66"/>
                      <a:pt x="17" y="66"/>
                      <a:pt x="17" y="66"/>
                    </a:cubicBezTo>
                    <a:cubicBezTo>
                      <a:pt x="17" y="66"/>
                      <a:pt x="17" y="67"/>
                      <a:pt x="17" y="67"/>
                    </a:cubicBezTo>
                    <a:cubicBezTo>
                      <a:pt x="16" y="68"/>
                      <a:pt x="15" y="68"/>
                      <a:pt x="14" y="70"/>
                    </a:cubicBezTo>
                    <a:cubicBezTo>
                      <a:pt x="14" y="69"/>
                      <a:pt x="14" y="70"/>
                      <a:pt x="13" y="71"/>
                    </a:cubicBezTo>
                    <a:cubicBezTo>
                      <a:pt x="12" y="71"/>
                      <a:pt x="11" y="71"/>
                      <a:pt x="10" y="72"/>
                    </a:cubicBezTo>
                    <a:cubicBezTo>
                      <a:pt x="9" y="72"/>
                      <a:pt x="7" y="73"/>
                      <a:pt x="6" y="73"/>
                    </a:cubicBezTo>
                    <a:cubicBezTo>
                      <a:pt x="5" y="73"/>
                      <a:pt x="4" y="73"/>
                      <a:pt x="3" y="73"/>
                    </a:cubicBezTo>
                    <a:cubicBezTo>
                      <a:pt x="3" y="73"/>
                      <a:pt x="3" y="73"/>
                      <a:pt x="3" y="73"/>
                    </a:cubicBezTo>
                    <a:cubicBezTo>
                      <a:pt x="3" y="72"/>
                      <a:pt x="3" y="72"/>
                      <a:pt x="2" y="72"/>
                    </a:cubicBezTo>
                    <a:cubicBezTo>
                      <a:pt x="2" y="71"/>
                      <a:pt x="2" y="71"/>
                      <a:pt x="2" y="71"/>
                    </a:cubicBezTo>
                    <a:cubicBezTo>
                      <a:pt x="2" y="71"/>
                      <a:pt x="2" y="71"/>
                      <a:pt x="1" y="70"/>
                    </a:cubicBezTo>
                    <a:cubicBezTo>
                      <a:pt x="1" y="70"/>
                      <a:pt x="1" y="70"/>
                      <a:pt x="1" y="70"/>
                    </a:cubicBezTo>
                    <a:cubicBezTo>
                      <a:pt x="1" y="70"/>
                      <a:pt x="1" y="70"/>
                      <a:pt x="1" y="70"/>
                    </a:cubicBezTo>
                    <a:cubicBezTo>
                      <a:pt x="1" y="69"/>
                      <a:pt x="1" y="69"/>
                      <a:pt x="1" y="68"/>
                    </a:cubicBezTo>
                    <a:cubicBezTo>
                      <a:pt x="0" y="67"/>
                      <a:pt x="1" y="64"/>
                      <a:pt x="1" y="62"/>
                    </a:cubicBezTo>
                    <a:cubicBezTo>
                      <a:pt x="1" y="61"/>
                      <a:pt x="0" y="60"/>
                      <a:pt x="1" y="59"/>
                    </a:cubicBezTo>
                    <a:cubicBezTo>
                      <a:pt x="1" y="57"/>
                      <a:pt x="2" y="55"/>
                      <a:pt x="1" y="53"/>
                    </a:cubicBezTo>
                    <a:cubicBezTo>
                      <a:pt x="1" y="52"/>
                      <a:pt x="1" y="50"/>
                      <a:pt x="1" y="49"/>
                    </a:cubicBezTo>
                    <a:cubicBezTo>
                      <a:pt x="1" y="49"/>
                      <a:pt x="1" y="48"/>
                      <a:pt x="1" y="47"/>
                    </a:cubicBezTo>
                    <a:cubicBezTo>
                      <a:pt x="1" y="47"/>
                      <a:pt x="1" y="47"/>
                      <a:pt x="1" y="46"/>
                    </a:cubicBezTo>
                    <a:cubicBezTo>
                      <a:pt x="1" y="46"/>
                      <a:pt x="1" y="46"/>
                      <a:pt x="1" y="46"/>
                    </a:cubicBezTo>
                    <a:cubicBezTo>
                      <a:pt x="1" y="46"/>
                      <a:pt x="1" y="45"/>
                      <a:pt x="1" y="45"/>
                    </a:cubicBezTo>
                    <a:cubicBezTo>
                      <a:pt x="1" y="44"/>
                      <a:pt x="1" y="43"/>
                      <a:pt x="1" y="43"/>
                    </a:cubicBezTo>
                    <a:cubicBezTo>
                      <a:pt x="1" y="43"/>
                      <a:pt x="1" y="42"/>
                      <a:pt x="2" y="42"/>
                    </a:cubicBezTo>
                    <a:cubicBezTo>
                      <a:pt x="2" y="41"/>
                      <a:pt x="2" y="41"/>
                      <a:pt x="2" y="41"/>
                    </a:cubicBezTo>
                    <a:cubicBezTo>
                      <a:pt x="2" y="39"/>
                      <a:pt x="2" y="36"/>
                      <a:pt x="3" y="34"/>
                    </a:cubicBezTo>
                    <a:cubicBezTo>
                      <a:pt x="3" y="33"/>
                      <a:pt x="3" y="32"/>
                      <a:pt x="3" y="31"/>
                    </a:cubicBezTo>
                    <a:cubicBezTo>
                      <a:pt x="3" y="28"/>
                      <a:pt x="3" y="24"/>
                      <a:pt x="3" y="20"/>
                    </a:cubicBezTo>
                    <a:cubicBezTo>
                      <a:pt x="3" y="18"/>
                      <a:pt x="4" y="16"/>
                      <a:pt x="4" y="15"/>
                    </a:cubicBezTo>
                    <a:cubicBezTo>
                      <a:pt x="5" y="13"/>
                      <a:pt x="5" y="12"/>
                      <a:pt x="6" y="11"/>
                    </a:cubicBezTo>
                    <a:cubicBezTo>
                      <a:pt x="6" y="11"/>
                      <a:pt x="6" y="10"/>
                      <a:pt x="7" y="10"/>
                    </a:cubicBezTo>
                    <a:cubicBezTo>
                      <a:pt x="8" y="9"/>
                      <a:pt x="9" y="8"/>
                      <a:pt x="10" y="7"/>
                    </a:cubicBezTo>
                    <a:cubicBezTo>
                      <a:pt x="11" y="7"/>
                      <a:pt x="13" y="6"/>
                      <a:pt x="14" y="6"/>
                    </a:cubicBezTo>
                    <a:cubicBezTo>
                      <a:pt x="14" y="6"/>
                      <a:pt x="14" y="6"/>
                      <a:pt x="14" y="6"/>
                    </a:cubicBezTo>
                    <a:cubicBezTo>
                      <a:pt x="16" y="5"/>
                      <a:pt x="17" y="5"/>
                      <a:pt x="18" y="5"/>
                    </a:cubicBezTo>
                    <a:cubicBezTo>
                      <a:pt x="18" y="5"/>
                      <a:pt x="19" y="5"/>
                      <a:pt x="19" y="5"/>
                    </a:cubicBezTo>
                    <a:cubicBezTo>
                      <a:pt x="19" y="5"/>
                      <a:pt x="20" y="5"/>
                      <a:pt x="20" y="5"/>
                    </a:cubicBezTo>
                    <a:cubicBezTo>
                      <a:pt x="21" y="4"/>
                      <a:pt x="21" y="4"/>
                      <a:pt x="22" y="4"/>
                    </a:cubicBezTo>
                    <a:cubicBezTo>
                      <a:pt x="23" y="4"/>
                      <a:pt x="23" y="3"/>
                      <a:pt x="24" y="3"/>
                    </a:cubicBezTo>
                    <a:cubicBezTo>
                      <a:pt x="24" y="3"/>
                      <a:pt x="24" y="3"/>
                      <a:pt x="24" y="3"/>
                    </a:cubicBezTo>
                    <a:cubicBezTo>
                      <a:pt x="24" y="3"/>
                      <a:pt x="24" y="3"/>
                      <a:pt x="24" y="3"/>
                    </a:cubicBezTo>
                    <a:cubicBezTo>
                      <a:pt x="25" y="3"/>
                      <a:pt x="25" y="2"/>
                      <a:pt x="26" y="3"/>
                    </a:cubicBezTo>
                    <a:cubicBezTo>
                      <a:pt x="26" y="2"/>
                      <a:pt x="26" y="2"/>
                      <a:pt x="26" y="2"/>
                    </a:cubicBezTo>
                    <a:cubicBezTo>
                      <a:pt x="27" y="2"/>
                      <a:pt x="27" y="1"/>
                      <a:pt x="28" y="2"/>
                    </a:cubicBezTo>
                    <a:cubicBezTo>
                      <a:pt x="28" y="1"/>
                      <a:pt x="28" y="1"/>
                      <a:pt x="29" y="1"/>
                    </a:cubicBezTo>
                    <a:cubicBezTo>
                      <a:pt x="29" y="1"/>
                      <a:pt x="29" y="1"/>
                      <a:pt x="29" y="1"/>
                    </a:cubicBezTo>
                    <a:cubicBezTo>
                      <a:pt x="31" y="0"/>
                      <a:pt x="32" y="0"/>
                      <a:pt x="34" y="0"/>
                    </a:cubicBezTo>
                    <a:cubicBezTo>
                      <a:pt x="34" y="0"/>
                      <a:pt x="34" y="0"/>
                      <a:pt x="35" y="0"/>
                    </a:cubicBezTo>
                    <a:cubicBezTo>
                      <a:pt x="35" y="0"/>
                      <a:pt x="35" y="1"/>
                      <a:pt x="35" y="1"/>
                    </a:cubicBezTo>
                    <a:cubicBezTo>
                      <a:pt x="36" y="1"/>
                      <a:pt x="36" y="2"/>
                      <a:pt x="37" y="3"/>
                    </a:cubicBezTo>
                    <a:cubicBezTo>
                      <a:pt x="37" y="4"/>
                      <a:pt x="38" y="5"/>
                      <a:pt x="38" y="6"/>
                    </a:cubicBezTo>
                    <a:cubicBezTo>
                      <a:pt x="38" y="7"/>
                      <a:pt x="37" y="8"/>
                      <a:pt x="38" y="9"/>
                    </a:cubicBezTo>
                    <a:cubicBezTo>
                      <a:pt x="37" y="10"/>
                      <a:pt x="37" y="11"/>
                      <a:pt x="36" y="12"/>
                    </a:cubicBezTo>
                    <a:cubicBezTo>
                      <a:pt x="36" y="12"/>
                      <a:pt x="36" y="12"/>
                      <a:pt x="36" y="12"/>
                    </a:cubicBezTo>
                    <a:cubicBezTo>
                      <a:pt x="35" y="13"/>
                      <a:pt x="35" y="13"/>
                      <a:pt x="34" y="14"/>
                    </a:cubicBezTo>
                    <a:cubicBezTo>
                      <a:pt x="33" y="15"/>
                      <a:pt x="31" y="16"/>
                      <a:pt x="29" y="18"/>
                    </a:cubicBezTo>
                    <a:cubicBezTo>
                      <a:pt x="29" y="18"/>
                      <a:pt x="28" y="18"/>
                      <a:pt x="28" y="19"/>
                    </a:cubicBezTo>
                    <a:cubicBezTo>
                      <a:pt x="28" y="19"/>
                      <a:pt x="27" y="19"/>
                      <a:pt x="27" y="20"/>
                    </a:cubicBezTo>
                    <a:cubicBezTo>
                      <a:pt x="26" y="21"/>
                      <a:pt x="25" y="22"/>
                      <a:pt x="24" y="23"/>
                    </a:cubicBezTo>
                    <a:cubicBezTo>
                      <a:pt x="24" y="24"/>
                      <a:pt x="23" y="25"/>
                      <a:pt x="22" y="26"/>
                    </a:cubicBezTo>
                    <a:cubicBezTo>
                      <a:pt x="22" y="26"/>
                      <a:pt x="22" y="27"/>
                      <a:pt x="22" y="27"/>
                    </a:cubicBezTo>
                    <a:cubicBezTo>
                      <a:pt x="22" y="27"/>
                      <a:pt x="22" y="27"/>
                      <a:pt x="22" y="28"/>
                    </a:cubicBezTo>
                    <a:cubicBezTo>
                      <a:pt x="22" y="28"/>
                      <a:pt x="22" y="28"/>
                      <a:pt x="22" y="28"/>
                    </a:cubicBezTo>
                    <a:cubicBezTo>
                      <a:pt x="22" y="28"/>
                      <a:pt x="21" y="29"/>
                      <a:pt x="22" y="30"/>
                    </a:cubicBezTo>
                    <a:cubicBezTo>
                      <a:pt x="21" y="30"/>
                      <a:pt x="21" y="31"/>
                      <a:pt x="21" y="32"/>
                    </a:cubicBezTo>
                    <a:cubicBezTo>
                      <a:pt x="21" y="32"/>
                      <a:pt x="21" y="33"/>
                      <a:pt x="21"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grpSp>
        <p:cxnSp>
          <p:nvCxnSpPr>
            <p:cNvPr id="24" name="Straight Connector 23">
              <a:extLst>
                <a:ext uri="{FF2B5EF4-FFF2-40B4-BE49-F238E27FC236}">
                  <a16:creationId xmlns:a16="http://schemas.microsoft.com/office/drawing/2014/main" id="{D114DB25-C929-7846-84A3-E8E13F7E2639}"/>
                </a:ext>
              </a:extLst>
            </p:cNvPr>
            <p:cNvCxnSpPr/>
            <p:nvPr userDrawn="1"/>
          </p:nvCxnSpPr>
          <p:spPr>
            <a:xfrm>
              <a:off x="9710946"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B7FD507A-1074-9545-B7E4-AA07C0436308}"/>
                </a:ext>
              </a:extLst>
            </p:cNvPr>
            <p:cNvPicPr>
              <a:picLocks noChangeAspect="1"/>
            </p:cNvPicPr>
            <p:nvPr userDrawn="1"/>
          </p:nvPicPr>
          <p:blipFill>
            <a:blip r:embed="rId20"/>
            <a:stretch>
              <a:fillRect/>
            </a:stretch>
          </p:blipFill>
          <p:spPr>
            <a:xfrm>
              <a:off x="9850674" y="5955937"/>
              <a:ext cx="491917" cy="490588"/>
            </a:xfrm>
            <a:prstGeom prst="rect">
              <a:avLst/>
            </a:prstGeom>
          </p:spPr>
        </p:pic>
        <p:cxnSp>
          <p:nvCxnSpPr>
            <p:cNvPr id="26" name="Straight Connector 25">
              <a:extLst>
                <a:ext uri="{FF2B5EF4-FFF2-40B4-BE49-F238E27FC236}">
                  <a16:creationId xmlns:a16="http://schemas.microsoft.com/office/drawing/2014/main" id="{7AADA87C-26BE-0145-888D-2C2874F607A2}"/>
                </a:ext>
              </a:extLst>
            </p:cNvPr>
            <p:cNvCxnSpPr/>
            <p:nvPr userDrawn="1"/>
          </p:nvCxnSpPr>
          <p:spPr>
            <a:xfrm>
              <a:off x="10482471" y="5962271"/>
              <a:ext cx="0" cy="47307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6200472-FA49-9D46-9103-667D13B34BB2}"/>
                </a:ext>
              </a:extLst>
            </p:cNvPr>
            <p:cNvSpPr txBox="1"/>
            <p:nvPr userDrawn="1"/>
          </p:nvSpPr>
          <p:spPr>
            <a:xfrm>
              <a:off x="10401681" y="6234236"/>
              <a:ext cx="859641" cy="101503"/>
            </a:xfrm>
            <a:prstGeom prst="rect">
              <a:avLst/>
            </a:prstGeom>
            <a:noFill/>
          </p:spPr>
          <p:txBody>
            <a:bodyPr wrap="square" lIns="0" tIns="0" rIns="0" bIns="0" rtlCol="0" anchor="ctr" anchorCtr="0">
              <a:spAutoFit/>
            </a:bodyPr>
            <a:lstStyle/>
            <a:p>
              <a:pPr algn="ctr">
                <a:lnSpc>
                  <a:spcPts val="600"/>
                </a:lnSpc>
              </a:pPr>
              <a:r>
                <a:rPr lang="en-US" sz="1500" b="1" i="0" dirty="0">
                  <a:solidFill>
                    <a:schemeClr val="bg1">
                      <a:lumMod val="50000"/>
                    </a:schemeClr>
                  </a:solidFill>
                  <a:latin typeface="+mn-lt"/>
                  <a:ea typeface="VM Circular Whisper TT Light" charset="0"/>
                  <a:cs typeface="VM Circular Whisper TT Light" charset="0"/>
                </a:rPr>
                <a:t>CTIO</a:t>
              </a:r>
            </a:p>
          </p:txBody>
        </p:sp>
      </p:grpSp>
    </p:spTree>
    <p:extLst>
      <p:ext uri="{BB962C8B-B14F-4D97-AF65-F5344CB8AC3E}">
        <p14:creationId xmlns:p14="http://schemas.microsoft.com/office/powerpoint/2010/main" val="1534429699"/>
      </p:ext>
    </p:extLst>
  </p:cSld>
  <p:clrMap bg1="lt1" tx1="dk1" bg2="lt2" tx2="dk2" accent1="accent1" accent2="accent2" accent3="accent3" accent4="accent4" accent5="accent5" accent6="accent6" hlink="hlink" folHlink="folHlink"/>
  <p:sldLayoutIdLst>
    <p:sldLayoutId id="2147483702" r:id="rId1"/>
    <p:sldLayoutId id="2147483661" r:id="rId2"/>
    <p:sldLayoutId id="2147483704" r:id="rId3"/>
    <p:sldLayoutId id="2147483701" r:id="rId4"/>
    <p:sldLayoutId id="2147483686" r:id="rId5"/>
    <p:sldLayoutId id="2147483678" r:id="rId6"/>
    <p:sldLayoutId id="2147483712" r:id="rId7"/>
    <p:sldLayoutId id="2147483666" r:id="rId8"/>
    <p:sldLayoutId id="2147483667" r:id="rId9"/>
    <p:sldLayoutId id="2147483705" r:id="rId10"/>
    <p:sldLayoutId id="2147483682" r:id="rId11"/>
    <p:sldLayoutId id="2147483706" r:id="rId12"/>
    <p:sldLayoutId id="2147483683" r:id="rId13"/>
    <p:sldLayoutId id="2147483709" r:id="rId14"/>
    <p:sldLayoutId id="2147483689" r:id="rId15"/>
    <p:sldLayoutId id="2147483708" r:id="rId16"/>
    <p:sldLayoutId id="2147483695" r:id="rId17"/>
    <p:sldLayoutId id="2147483713" r:id="rId18"/>
  </p:sldLayoutIdLst>
  <p:transition>
    <p:fade/>
  </p:transition>
  <p:hf hdr="0" ftr="0" dt="0"/>
  <p:txStyles>
    <p:titleStyle>
      <a:lvl1pPr algn="l" defTabSz="877733" rtl="0" eaLnBrk="1" latinLnBrk="0" hangingPunct="1">
        <a:lnSpc>
          <a:spcPct val="90000"/>
        </a:lnSpc>
        <a:spcBef>
          <a:spcPct val="0"/>
        </a:spcBef>
        <a:buNone/>
        <a:defRPr sz="3600" b="1" i="0" kern="1200">
          <a:solidFill>
            <a:schemeClr val="accent1"/>
          </a:solidFill>
          <a:latin typeface="Arial Bold"/>
          <a:ea typeface="Arial Bold"/>
          <a:cs typeface="VM Circular Shout Bold" panose="020B0804020101010102" pitchFamily="34" charset="0"/>
        </a:defRPr>
      </a:lvl1pPr>
    </p:titleStyle>
    <p:bodyStyle>
      <a:lvl1pPr marL="0" indent="0" algn="l" defTabSz="877733" rtl="0" eaLnBrk="1" latinLnBrk="0" hangingPunct="1">
        <a:lnSpc>
          <a:spcPct val="100000"/>
        </a:lnSpc>
        <a:spcBef>
          <a:spcPts val="768"/>
        </a:spcBef>
        <a:buClr>
          <a:schemeClr val="accent1"/>
        </a:buClr>
        <a:buFont typeface="Arial" panose="020B0604020202020204" pitchFamily="34" charset="0"/>
        <a:buNone/>
        <a:defRPr sz="1600" b="0" i="0" kern="1200">
          <a:solidFill>
            <a:srgbClr val="322332"/>
          </a:solidFill>
          <a:latin typeface="Arial Regular"/>
          <a:ea typeface="Arial Regular"/>
          <a:cs typeface="VM Circular Chat Book" panose="020B0604020101020102" pitchFamily="34" charset="77"/>
        </a:defRPr>
      </a:lvl1pPr>
      <a:lvl2pPr marL="180000" indent="-180000" algn="l" defTabSz="877733" rtl="0" eaLnBrk="1" latinLnBrk="0" hangingPunct="1">
        <a:lnSpc>
          <a:spcPct val="100000"/>
        </a:lnSpc>
        <a:spcBef>
          <a:spcPts val="768"/>
        </a:spcBef>
        <a:buClr>
          <a:schemeClr val="accent1"/>
        </a:buClr>
        <a:buFont typeface="Arial" charset="0"/>
        <a:buChar char="•"/>
        <a:defRPr sz="1600" b="0" i="0" kern="1200">
          <a:solidFill>
            <a:srgbClr val="322332"/>
          </a:solidFill>
          <a:latin typeface="Arial Regular"/>
          <a:ea typeface="Arial Regular"/>
          <a:cs typeface="VM Circular Chat Book" panose="020B0604020101020102" pitchFamily="34" charset="77"/>
        </a:defRPr>
      </a:lvl2pPr>
      <a:lvl3pPr marL="360000" indent="-180000" algn="l" defTabSz="877733" rtl="0" eaLnBrk="1" latinLnBrk="0" hangingPunct="1">
        <a:lnSpc>
          <a:spcPct val="100000"/>
        </a:lnSpc>
        <a:spcBef>
          <a:spcPts val="768"/>
        </a:spcBef>
        <a:buClr>
          <a:schemeClr val="accent1"/>
        </a:buClr>
        <a:buFont typeface="Arial" panose="020B0604020202020204" pitchFamily="34" charset="0"/>
        <a:buChar char="•"/>
        <a:defRPr sz="1600" b="0" i="0" kern="1200">
          <a:solidFill>
            <a:srgbClr val="322332"/>
          </a:solidFill>
          <a:latin typeface="Arial Regular"/>
          <a:ea typeface="Arial Regular"/>
          <a:cs typeface="VM Circular Chat Book" panose="020B0604020101020102" pitchFamily="34" charset="77"/>
        </a:defRPr>
      </a:lvl3pPr>
      <a:lvl4pPr marL="541338" indent="-182563" algn="l" defTabSz="877733" rtl="0" eaLnBrk="1" latinLnBrk="0" hangingPunct="1">
        <a:lnSpc>
          <a:spcPct val="100000"/>
        </a:lnSpc>
        <a:spcBef>
          <a:spcPts val="768"/>
        </a:spcBef>
        <a:buClr>
          <a:schemeClr val="accent1"/>
        </a:buClr>
        <a:buFont typeface="Arial" charset="0"/>
        <a:buChar char="•"/>
        <a:defRPr sz="1400" b="0" i="0" kern="1200">
          <a:solidFill>
            <a:srgbClr val="322332"/>
          </a:solidFill>
          <a:latin typeface="Arial Regular"/>
          <a:ea typeface="Arial Regular"/>
          <a:cs typeface="VM Circular Chat Book" panose="020B0604020101020102" pitchFamily="34" charset="77"/>
        </a:defRPr>
      </a:lvl4pPr>
      <a:lvl5pPr marL="1974898"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5pPr>
      <a:lvl6pPr marL="2413765"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6pPr>
      <a:lvl7pPr marL="2852631"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7pPr>
      <a:lvl8pPr marL="3291497"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8pPr>
      <a:lvl9pPr marL="3730363"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9pPr>
    </p:bodyStyle>
    <p:otherStyle>
      <a:defPPr>
        <a:defRPr lang="en-US"/>
      </a:defPPr>
      <a:lvl1pPr marL="0" algn="l" defTabSz="877733" rtl="0" eaLnBrk="1" latinLnBrk="0" hangingPunct="1">
        <a:defRPr sz="1728" kern="1200">
          <a:solidFill>
            <a:schemeClr val="tx1"/>
          </a:solidFill>
          <a:latin typeface="+mn-lt"/>
          <a:ea typeface="+mn-ea"/>
          <a:cs typeface="+mn-cs"/>
        </a:defRPr>
      </a:lvl1pPr>
      <a:lvl2pPr marL="438866" algn="l" defTabSz="877733" rtl="0" eaLnBrk="1" latinLnBrk="0" hangingPunct="1">
        <a:defRPr sz="1728" kern="1200">
          <a:solidFill>
            <a:schemeClr val="tx1"/>
          </a:solidFill>
          <a:latin typeface="+mn-lt"/>
          <a:ea typeface="+mn-ea"/>
          <a:cs typeface="+mn-cs"/>
        </a:defRPr>
      </a:lvl2pPr>
      <a:lvl3pPr marL="877733" algn="l" defTabSz="877733" rtl="0" eaLnBrk="1" latinLnBrk="0" hangingPunct="1">
        <a:defRPr sz="1728" kern="1200">
          <a:solidFill>
            <a:schemeClr val="tx1"/>
          </a:solidFill>
          <a:latin typeface="+mn-lt"/>
          <a:ea typeface="+mn-ea"/>
          <a:cs typeface="+mn-cs"/>
        </a:defRPr>
      </a:lvl3pPr>
      <a:lvl4pPr marL="1316599" algn="l" defTabSz="877733" rtl="0" eaLnBrk="1" latinLnBrk="0" hangingPunct="1">
        <a:defRPr sz="1728" kern="1200">
          <a:solidFill>
            <a:schemeClr val="tx1"/>
          </a:solidFill>
          <a:latin typeface="+mn-lt"/>
          <a:ea typeface="+mn-ea"/>
          <a:cs typeface="+mn-cs"/>
        </a:defRPr>
      </a:lvl4pPr>
      <a:lvl5pPr marL="1755465" algn="l" defTabSz="877733" rtl="0" eaLnBrk="1" latinLnBrk="0" hangingPunct="1">
        <a:defRPr sz="1728" kern="1200">
          <a:solidFill>
            <a:schemeClr val="tx1"/>
          </a:solidFill>
          <a:latin typeface="+mn-lt"/>
          <a:ea typeface="+mn-ea"/>
          <a:cs typeface="+mn-cs"/>
        </a:defRPr>
      </a:lvl5pPr>
      <a:lvl6pPr marL="2194331" algn="l" defTabSz="877733" rtl="0" eaLnBrk="1" latinLnBrk="0" hangingPunct="1">
        <a:defRPr sz="1728" kern="1200">
          <a:solidFill>
            <a:schemeClr val="tx1"/>
          </a:solidFill>
          <a:latin typeface="+mn-lt"/>
          <a:ea typeface="+mn-ea"/>
          <a:cs typeface="+mn-cs"/>
        </a:defRPr>
      </a:lvl6pPr>
      <a:lvl7pPr marL="2633198" algn="l" defTabSz="877733" rtl="0" eaLnBrk="1" latinLnBrk="0" hangingPunct="1">
        <a:defRPr sz="1728" kern="1200">
          <a:solidFill>
            <a:schemeClr val="tx1"/>
          </a:solidFill>
          <a:latin typeface="+mn-lt"/>
          <a:ea typeface="+mn-ea"/>
          <a:cs typeface="+mn-cs"/>
        </a:defRPr>
      </a:lvl7pPr>
      <a:lvl8pPr marL="3072064" algn="l" defTabSz="877733" rtl="0" eaLnBrk="1" latinLnBrk="0" hangingPunct="1">
        <a:defRPr sz="1728" kern="1200">
          <a:solidFill>
            <a:schemeClr val="tx1"/>
          </a:solidFill>
          <a:latin typeface="+mn-lt"/>
          <a:ea typeface="+mn-ea"/>
          <a:cs typeface="+mn-cs"/>
        </a:defRPr>
      </a:lvl8pPr>
      <a:lvl9pPr marL="3510930" algn="l" defTabSz="877733" rtl="0" eaLnBrk="1" latinLnBrk="0" hangingPunct="1">
        <a:defRPr sz="172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2" userDrawn="1">
          <p15:clr>
            <a:srgbClr val="F26B43"/>
          </p15:clr>
        </p15:guide>
        <p15:guide id="2" pos="7020" userDrawn="1">
          <p15:clr>
            <a:srgbClr val="F26B43"/>
          </p15:clr>
        </p15:guide>
        <p15:guide id="3" pos="3686" userDrawn="1">
          <p15:clr>
            <a:srgbClr val="F26B43"/>
          </p15:clr>
        </p15:guide>
        <p15:guide id="4" orient="horz" pos="2074" userDrawn="1">
          <p15:clr>
            <a:srgbClr val="F26B43"/>
          </p15:clr>
        </p15:guide>
        <p15:guide id="5" orient="horz" pos="532" userDrawn="1">
          <p15:clr>
            <a:srgbClr val="F26B43"/>
          </p15:clr>
        </p15:guide>
        <p15:guide id="6" orient="horz" pos="3707" userDrawn="1">
          <p15:clr>
            <a:srgbClr val="F26B43"/>
          </p15:clr>
        </p15:guide>
        <p15:guide id="7" orient="horz" pos="4024" userDrawn="1">
          <p15:clr>
            <a:srgbClr val="F26B43"/>
          </p15:clr>
        </p15:guide>
        <p15:guide id="8" pos="148" userDrawn="1">
          <p15:clr>
            <a:srgbClr val="F26B43"/>
          </p15:clr>
        </p15:guide>
        <p15:guide id="9" pos="72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8888" y="3462381"/>
            <a:ext cx="9185275" cy="664797"/>
          </a:xfrm>
        </p:spPr>
        <p:txBody>
          <a:bodyPr/>
          <a:lstStyle/>
          <a:p>
            <a:r>
              <a:rPr lang="en-US" dirty="0"/>
              <a:t>Your 2019 PowerPoint template</a:t>
            </a:r>
          </a:p>
        </p:txBody>
      </p:sp>
      <p:sp>
        <p:nvSpPr>
          <p:cNvPr id="3" name="Subtitle 2"/>
          <p:cNvSpPr>
            <a:spLocks noGrp="1"/>
          </p:cNvSpPr>
          <p:nvPr>
            <p:ph type="subTitle" idx="1"/>
          </p:nvPr>
        </p:nvSpPr>
        <p:spPr>
          <a:xfrm>
            <a:off x="1258888" y="4138511"/>
            <a:ext cx="9185275" cy="430887"/>
          </a:xfrm>
        </p:spPr>
        <p:txBody>
          <a:bodyPr/>
          <a:lstStyle/>
          <a:p>
            <a:r>
              <a:rPr lang="en-US" dirty="0"/>
              <a:t>Use me for every presentation you put together.</a:t>
            </a:r>
          </a:p>
        </p:txBody>
      </p:sp>
      <p:sp>
        <p:nvSpPr>
          <p:cNvPr id="7" name="Text Placeholder 6">
            <a:extLst>
              <a:ext uri="{FF2B5EF4-FFF2-40B4-BE49-F238E27FC236}">
                <a16:creationId xmlns:a16="http://schemas.microsoft.com/office/drawing/2014/main" id="{F8A5E167-09A9-5F45-B424-5C18F30A477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97127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8888" y="3460091"/>
            <a:ext cx="9185275" cy="664797"/>
          </a:xfrm>
        </p:spPr>
        <p:txBody>
          <a:bodyPr/>
          <a:lstStyle/>
          <a:p>
            <a:r>
              <a:rPr lang="en-US" dirty="0"/>
              <a:t>Same in plum – title goes here</a:t>
            </a:r>
          </a:p>
        </p:txBody>
      </p:sp>
      <p:sp>
        <p:nvSpPr>
          <p:cNvPr id="3" name="Subtitle 2"/>
          <p:cNvSpPr>
            <a:spLocks noGrp="1"/>
          </p:cNvSpPr>
          <p:nvPr>
            <p:ph type="subTitle" idx="1"/>
          </p:nvPr>
        </p:nvSpPr>
        <p:spPr>
          <a:xfrm>
            <a:off x="1258888" y="4136221"/>
            <a:ext cx="9185275" cy="430887"/>
          </a:xfrm>
        </p:spPr>
        <p:txBody>
          <a:bodyPr/>
          <a:lstStyle/>
          <a:p>
            <a:r>
              <a:rPr lang="en-US" dirty="0"/>
              <a:t>Pop your front page subtitle here.</a:t>
            </a:r>
          </a:p>
        </p:txBody>
      </p:sp>
      <p:sp>
        <p:nvSpPr>
          <p:cNvPr id="7" name="Text Placeholder 6">
            <a:extLst>
              <a:ext uri="{FF2B5EF4-FFF2-40B4-BE49-F238E27FC236}">
                <a16:creationId xmlns:a16="http://schemas.microsoft.com/office/drawing/2014/main" id="{3E70462E-F71B-7C4C-B964-F96F5D0E5AFF}"/>
              </a:ext>
            </a:extLst>
          </p:cNvPr>
          <p:cNvSpPr>
            <a:spLocks noGrp="1"/>
          </p:cNvSpPr>
          <p:nvPr>
            <p:ph type="body" sz="quarter" idx="11"/>
          </p:nvPr>
        </p:nvSpPr>
        <p:spPr/>
        <p:txBody>
          <a:bodyPr/>
          <a:lstStyle/>
          <a:p>
            <a:endParaRPr lang="en-US" dirty="0"/>
          </a:p>
        </p:txBody>
      </p:sp>
      <p:sp>
        <p:nvSpPr>
          <p:cNvPr id="10" name="Freeform 97">
            <a:extLst>
              <a:ext uri="{FF2B5EF4-FFF2-40B4-BE49-F238E27FC236}">
                <a16:creationId xmlns:a16="http://schemas.microsoft.com/office/drawing/2014/main" id="{F197EEB7-312F-6440-9168-CB63FC156DBC}"/>
              </a:ext>
            </a:extLst>
          </p:cNvPr>
          <p:cNvSpPr>
            <a:spLocks noChangeAspect="1"/>
          </p:cNvSpPr>
          <p:nvPr/>
        </p:nvSpPr>
        <p:spPr bwMode="auto">
          <a:xfrm rot="1988862">
            <a:off x="9531823" y="4439082"/>
            <a:ext cx="1800232" cy="1812153"/>
          </a:xfrm>
          <a:custGeom>
            <a:avLst/>
            <a:gdLst>
              <a:gd name="T0" fmla="*/ 564 w 564"/>
              <a:gd name="T1" fmla="*/ 283 h 566"/>
              <a:gd name="T2" fmla="*/ 544 w 564"/>
              <a:gd name="T3" fmla="*/ 321 h 566"/>
              <a:gd name="T4" fmla="*/ 552 w 564"/>
              <a:gd name="T5" fmla="*/ 363 h 566"/>
              <a:gd name="T6" fmla="*/ 522 w 564"/>
              <a:gd name="T7" fmla="*/ 394 h 566"/>
              <a:gd name="T8" fmla="*/ 519 w 564"/>
              <a:gd name="T9" fmla="*/ 437 h 566"/>
              <a:gd name="T10" fmla="*/ 482 w 564"/>
              <a:gd name="T11" fmla="*/ 458 h 566"/>
              <a:gd name="T12" fmla="*/ 466 w 564"/>
              <a:gd name="T13" fmla="*/ 498 h 566"/>
              <a:gd name="T14" fmla="*/ 425 w 564"/>
              <a:gd name="T15" fmla="*/ 507 h 566"/>
              <a:gd name="T16" fmla="*/ 399 w 564"/>
              <a:gd name="T17" fmla="*/ 542 h 566"/>
              <a:gd name="T18" fmla="*/ 356 w 564"/>
              <a:gd name="T19" fmla="*/ 539 h 566"/>
              <a:gd name="T20" fmla="*/ 322 w 564"/>
              <a:gd name="T21" fmla="*/ 564 h 566"/>
              <a:gd name="T22" fmla="*/ 282 w 564"/>
              <a:gd name="T23" fmla="*/ 550 h 566"/>
              <a:gd name="T24" fmla="*/ 242 w 564"/>
              <a:gd name="T25" fmla="*/ 564 h 566"/>
              <a:gd name="T26" fmla="*/ 207 w 564"/>
              <a:gd name="T27" fmla="*/ 539 h 566"/>
              <a:gd name="T28" fmla="*/ 165 w 564"/>
              <a:gd name="T29" fmla="*/ 542 h 566"/>
              <a:gd name="T30" fmla="*/ 139 w 564"/>
              <a:gd name="T31" fmla="*/ 507 h 566"/>
              <a:gd name="T32" fmla="*/ 97 w 564"/>
              <a:gd name="T33" fmla="*/ 498 h 566"/>
              <a:gd name="T34" fmla="*/ 82 w 564"/>
              <a:gd name="T35" fmla="*/ 458 h 566"/>
              <a:gd name="T36" fmla="*/ 45 w 564"/>
              <a:gd name="T37" fmla="*/ 437 h 566"/>
              <a:gd name="T38" fmla="*/ 41 w 564"/>
              <a:gd name="T39" fmla="*/ 394 h 566"/>
              <a:gd name="T40" fmla="*/ 12 w 564"/>
              <a:gd name="T41" fmla="*/ 363 h 566"/>
              <a:gd name="T42" fmla="*/ 20 w 564"/>
              <a:gd name="T43" fmla="*/ 321 h 566"/>
              <a:gd name="T44" fmla="*/ 0 w 564"/>
              <a:gd name="T45" fmla="*/ 283 h 566"/>
              <a:gd name="T46" fmla="*/ 20 w 564"/>
              <a:gd name="T47" fmla="*/ 245 h 566"/>
              <a:gd name="T48" fmla="*/ 12 w 564"/>
              <a:gd name="T49" fmla="*/ 203 h 566"/>
              <a:gd name="T50" fmla="*/ 41 w 564"/>
              <a:gd name="T51" fmla="*/ 172 h 566"/>
              <a:gd name="T52" fmla="*/ 45 w 564"/>
              <a:gd name="T53" fmla="*/ 129 h 566"/>
              <a:gd name="T54" fmla="*/ 82 w 564"/>
              <a:gd name="T55" fmla="*/ 108 h 566"/>
              <a:gd name="T56" fmla="*/ 97 w 564"/>
              <a:gd name="T57" fmla="*/ 68 h 566"/>
              <a:gd name="T58" fmla="*/ 139 w 564"/>
              <a:gd name="T59" fmla="*/ 58 h 566"/>
              <a:gd name="T60" fmla="*/ 165 w 564"/>
              <a:gd name="T61" fmla="*/ 24 h 566"/>
              <a:gd name="T62" fmla="*/ 207 w 564"/>
              <a:gd name="T63" fmla="*/ 27 h 566"/>
              <a:gd name="T64" fmla="*/ 242 w 564"/>
              <a:gd name="T65" fmla="*/ 1 h 566"/>
              <a:gd name="T66" fmla="*/ 282 w 564"/>
              <a:gd name="T67" fmla="*/ 16 h 566"/>
              <a:gd name="T68" fmla="*/ 322 w 564"/>
              <a:gd name="T69" fmla="*/ 1 h 566"/>
              <a:gd name="T70" fmla="*/ 356 w 564"/>
              <a:gd name="T71" fmla="*/ 27 h 566"/>
              <a:gd name="T72" fmla="*/ 399 w 564"/>
              <a:gd name="T73" fmla="*/ 24 h 566"/>
              <a:gd name="T74" fmla="*/ 425 w 564"/>
              <a:gd name="T75" fmla="*/ 58 h 566"/>
              <a:gd name="T76" fmla="*/ 466 w 564"/>
              <a:gd name="T77" fmla="*/ 68 h 566"/>
              <a:gd name="T78" fmla="*/ 482 w 564"/>
              <a:gd name="T79" fmla="*/ 108 h 566"/>
              <a:gd name="T80" fmla="*/ 519 w 564"/>
              <a:gd name="T81" fmla="*/ 129 h 566"/>
              <a:gd name="T82" fmla="*/ 522 w 564"/>
              <a:gd name="T83" fmla="*/ 172 h 566"/>
              <a:gd name="T84" fmla="*/ 552 w 564"/>
              <a:gd name="T85" fmla="*/ 203 h 566"/>
              <a:gd name="T86" fmla="*/ 544 w 564"/>
              <a:gd name="T87" fmla="*/ 245 h 566"/>
              <a:gd name="T88" fmla="*/ 564 w 564"/>
              <a:gd name="T89" fmla="*/ 283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4" h="566">
                <a:moveTo>
                  <a:pt x="564" y="283"/>
                </a:moveTo>
                <a:cubicBezTo>
                  <a:pt x="564" y="296"/>
                  <a:pt x="545" y="308"/>
                  <a:pt x="544" y="321"/>
                </a:cubicBezTo>
                <a:cubicBezTo>
                  <a:pt x="542" y="334"/>
                  <a:pt x="556" y="350"/>
                  <a:pt x="552" y="363"/>
                </a:cubicBezTo>
                <a:cubicBezTo>
                  <a:pt x="548" y="376"/>
                  <a:pt x="528" y="382"/>
                  <a:pt x="522" y="394"/>
                </a:cubicBezTo>
                <a:cubicBezTo>
                  <a:pt x="517" y="406"/>
                  <a:pt x="526" y="426"/>
                  <a:pt x="519" y="437"/>
                </a:cubicBezTo>
                <a:cubicBezTo>
                  <a:pt x="512" y="448"/>
                  <a:pt x="490" y="448"/>
                  <a:pt x="482" y="458"/>
                </a:cubicBezTo>
                <a:cubicBezTo>
                  <a:pt x="473" y="467"/>
                  <a:pt x="476" y="489"/>
                  <a:pt x="466" y="498"/>
                </a:cubicBezTo>
                <a:cubicBezTo>
                  <a:pt x="457" y="506"/>
                  <a:pt x="436" y="500"/>
                  <a:pt x="425" y="507"/>
                </a:cubicBezTo>
                <a:cubicBezTo>
                  <a:pt x="414" y="514"/>
                  <a:pt x="411" y="536"/>
                  <a:pt x="399" y="542"/>
                </a:cubicBezTo>
                <a:cubicBezTo>
                  <a:pt x="387" y="547"/>
                  <a:pt x="369" y="535"/>
                  <a:pt x="356" y="539"/>
                </a:cubicBezTo>
                <a:cubicBezTo>
                  <a:pt x="344" y="543"/>
                  <a:pt x="335" y="562"/>
                  <a:pt x="322" y="564"/>
                </a:cubicBezTo>
                <a:cubicBezTo>
                  <a:pt x="309" y="566"/>
                  <a:pt x="295" y="550"/>
                  <a:pt x="282" y="550"/>
                </a:cubicBezTo>
                <a:cubicBezTo>
                  <a:pt x="269" y="550"/>
                  <a:pt x="255" y="566"/>
                  <a:pt x="242" y="564"/>
                </a:cubicBezTo>
                <a:cubicBezTo>
                  <a:pt x="229" y="562"/>
                  <a:pt x="220" y="543"/>
                  <a:pt x="207" y="539"/>
                </a:cubicBezTo>
                <a:cubicBezTo>
                  <a:pt x="195" y="535"/>
                  <a:pt x="177" y="547"/>
                  <a:pt x="165" y="542"/>
                </a:cubicBezTo>
                <a:cubicBezTo>
                  <a:pt x="153" y="536"/>
                  <a:pt x="150" y="514"/>
                  <a:pt x="139" y="507"/>
                </a:cubicBezTo>
                <a:cubicBezTo>
                  <a:pt x="128" y="500"/>
                  <a:pt x="107" y="506"/>
                  <a:pt x="97" y="498"/>
                </a:cubicBezTo>
                <a:cubicBezTo>
                  <a:pt x="88" y="489"/>
                  <a:pt x="91" y="467"/>
                  <a:pt x="82" y="458"/>
                </a:cubicBezTo>
                <a:cubicBezTo>
                  <a:pt x="74" y="448"/>
                  <a:pt x="52" y="448"/>
                  <a:pt x="45" y="437"/>
                </a:cubicBezTo>
                <a:cubicBezTo>
                  <a:pt x="38" y="426"/>
                  <a:pt x="47" y="406"/>
                  <a:pt x="41" y="394"/>
                </a:cubicBezTo>
                <a:cubicBezTo>
                  <a:pt x="36" y="382"/>
                  <a:pt x="15" y="376"/>
                  <a:pt x="12" y="363"/>
                </a:cubicBezTo>
                <a:cubicBezTo>
                  <a:pt x="8" y="350"/>
                  <a:pt x="22" y="334"/>
                  <a:pt x="20" y="321"/>
                </a:cubicBezTo>
                <a:cubicBezTo>
                  <a:pt x="18" y="308"/>
                  <a:pt x="0" y="296"/>
                  <a:pt x="0" y="283"/>
                </a:cubicBezTo>
                <a:cubicBezTo>
                  <a:pt x="0" y="270"/>
                  <a:pt x="18" y="258"/>
                  <a:pt x="20" y="245"/>
                </a:cubicBezTo>
                <a:cubicBezTo>
                  <a:pt x="22" y="232"/>
                  <a:pt x="8" y="215"/>
                  <a:pt x="12" y="203"/>
                </a:cubicBezTo>
                <a:cubicBezTo>
                  <a:pt x="15" y="190"/>
                  <a:pt x="36" y="184"/>
                  <a:pt x="41" y="172"/>
                </a:cubicBezTo>
                <a:cubicBezTo>
                  <a:pt x="47" y="160"/>
                  <a:pt x="38" y="140"/>
                  <a:pt x="45" y="129"/>
                </a:cubicBezTo>
                <a:cubicBezTo>
                  <a:pt x="52" y="118"/>
                  <a:pt x="74" y="118"/>
                  <a:pt x="82" y="108"/>
                </a:cubicBezTo>
                <a:cubicBezTo>
                  <a:pt x="91" y="98"/>
                  <a:pt x="88" y="77"/>
                  <a:pt x="97" y="68"/>
                </a:cubicBezTo>
                <a:cubicBezTo>
                  <a:pt x="107" y="59"/>
                  <a:pt x="128" y="65"/>
                  <a:pt x="139" y="58"/>
                </a:cubicBezTo>
                <a:cubicBezTo>
                  <a:pt x="150" y="51"/>
                  <a:pt x="153" y="30"/>
                  <a:pt x="165" y="24"/>
                </a:cubicBezTo>
                <a:cubicBezTo>
                  <a:pt x="177" y="19"/>
                  <a:pt x="195" y="30"/>
                  <a:pt x="207" y="27"/>
                </a:cubicBezTo>
                <a:cubicBezTo>
                  <a:pt x="220" y="23"/>
                  <a:pt x="229" y="3"/>
                  <a:pt x="242" y="1"/>
                </a:cubicBezTo>
                <a:cubicBezTo>
                  <a:pt x="255" y="0"/>
                  <a:pt x="269" y="16"/>
                  <a:pt x="282" y="16"/>
                </a:cubicBezTo>
                <a:cubicBezTo>
                  <a:pt x="295" y="16"/>
                  <a:pt x="309" y="0"/>
                  <a:pt x="322" y="1"/>
                </a:cubicBezTo>
                <a:cubicBezTo>
                  <a:pt x="335" y="3"/>
                  <a:pt x="344" y="23"/>
                  <a:pt x="356" y="27"/>
                </a:cubicBezTo>
                <a:cubicBezTo>
                  <a:pt x="369" y="30"/>
                  <a:pt x="387" y="19"/>
                  <a:pt x="399" y="24"/>
                </a:cubicBezTo>
                <a:cubicBezTo>
                  <a:pt x="411" y="30"/>
                  <a:pt x="414" y="51"/>
                  <a:pt x="425" y="58"/>
                </a:cubicBezTo>
                <a:cubicBezTo>
                  <a:pt x="436" y="65"/>
                  <a:pt x="457" y="59"/>
                  <a:pt x="466" y="68"/>
                </a:cubicBezTo>
                <a:cubicBezTo>
                  <a:pt x="476" y="77"/>
                  <a:pt x="473" y="98"/>
                  <a:pt x="482" y="108"/>
                </a:cubicBezTo>
                <a:cubicBezTo>
                  <a:pt x="490" y="118"/>
                  <a:pt x="512" y="118"/>
                  <a:pt x="519" y="129"/>
                </a:cubicBezTo>
                <a:cubicBezTo>
                  <a:pt x="526" y="140"/>
                  <a:pt x="517" y="160"/>
                  <a:pt x="522" y="172"/>
                </a:cubicBezTo>
                <a:cubicBezTo>
                  <a:pt x="528" y="184"/>
                  <a:pt x="548" y="190"/>
                  <a:pt x="552" y="203"/>
                </a:cubicBezTo>
                <a:cubicBezTo>
                  <a:pt x="556" y="215"/>
                  <a:pt x="542" y="232"/>
                  <a:pt x="544" y="245"/>
                </a:cubicBezTo>
                <a:cubicBezTo>
                  <a:pt x="545" y="258"/>
                  <a:pt x="564" y="270"/>
                  <a:pt x="564" y="283"/>
                </a:cubicBezTo>
                <a:close/>
              </a:path>
            </a:pathLst>
          </a:custGeom>
          <a:solidFill>
            <a:srgbClr val="FF0A0A"/>
          </a:solidFill>
          <a:ln>
            <a:noFill/>
          </a:ln>
        </p:spPr>
        <p:txBody>
          <a:bodyPr vert="horz" wrap="square" lIns="91440" tIns="45720" rIns="91440" bIns="45720" numCol="1" anchor="t" anchorCtr="0" compatLnSpc="1">
            <a:prstTxWarp prst="textNoShape">
              <a:avLst/>
            </a:prstTxWarp>
          </a:bodyPr>
          <a:lstStyle/>
          <a:p>
            <a:endParaRPr lang="en-GB" dirty="0">
              <a:latin typeface="Arial Regular"/>
              <a:ea typeface="VM Circular Natter TT Medium" charset="0"/>
              <a:cs typeface="VM Circular Natter Medium" panose="020B0604020101010102" pitchFamily="34" charset="77"/>
            </a:endParaRPr>
          </a:p>
        </p:txBody>
      </p:sp>
      <p:sp>
        <p:nvSpPr>
          <p:cNvPr id="11" name="Subtitle 2">
            <a:extLst>
              <a:ext uri="{FF2B5EF4-FFF2-40B4-BE49-F238E27FC236}">
                <a16:creationId xmlns:a16="http://schemas.microsoft.com/office/drawing/2014/main" id="{F024235C-FA8D-AD45-AEB3-BCF090191BC1}"/>
              </a:ext>
            </a:extLst>
          </p:cNvPr>
          <p:cNvSpPr txBox="1">
            <a:spLocks/>
          </p:cNvSpPr>
          <p:nvPr/>
        </p:nvSpPr>
        <p:spPr>
          <a:xfrm rot="1425494">
            <a:off x="9857820" y="4875707"/>
            <a:ext cx="1123032" cy="984885"/>
          </a:xfrm>
          <a:prstGeom prst="rect">
            <a:avLst/>
          </a:prstGeom>
        </p:spPr>
        <p:txBody>
          <a:bodyPr vert="horz" wrap="square" lIns="0" tIns="0" rIns="0" bIns="0" rtlCol="0">
            <a:spAutoFit/>
          </a:bodyPr>
          <a:lstStyle>
            <a:lvl1pPr marL="0" indent="0" algn="ctr" defTabSz="877733" rtl="0" eaLnBrk="1" latinLnBrk="0" hangingPunct="1">
              <a:lnSpc>
                <a:spcPct val="100000"/>
              </a:lnSpc>
              <a:spcBef>
                <a:spcPts val="768"/>
              </a:spcBef>
              <a:buFont typeface="Arial" panose="020B0604020202020204" pitchFamily="34" charset="0"/>
              <a:buNone/>
              <a:defRPr sz="2800" b="0" i="0" kern="1200">
                <a:solidFill>
                  <a:schemeClr val="tx2"/>
                </a:solidFill>
                <a:latin typeface="VM Circular Natter TT Medium" charset="0"/>
                <a:ea typeface="VM Circular Natter TT Medium" charset="0"/>
                <a:cs typeface="VM Circular Natter TT Medium" charset="0"/>
              </a:defRPr>
            </a:lvl1pPr>
            <a:lvl2pPr marL="438866" indent="0" algn="ctr" defTabSz="877733" rtl="0" eaLnBrk="1" latinLnBrk="0" hangingPunct="1">
              <a:lnSpc>
                <a:spcPct val="100000"/>
              </a:lnSpc>
              <a:spcBef>
                <a:spcPts val="768"/>
              </a:spcBef>
              <a:buClr>
                <a:schemeClr val="accent1"/>
              </a:buClr>
              <a:buFont typeface="Arial" charset="0"/>
              <a:buNone/>
              <a:defRPr sz="1920"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2pPr>
            <a:lvl3pPr marL="877733" indent="0" algn="ctr" defTabSz="877733" rtl="0" eaLnBrk="1" latinLnBrk="0" hangingPunct="1">
              <a:lnSpc>
                <a:spcPct val="100000"/>
              </a:lnSpc>
              <a:spcBef>
                <a:spcPts val="768"/>
              </a:spcBef>
              <a:buClr>
                <a:schemeClr val="accent1"/>
              </a:buClr>
              <a:buFont typeface="LucidaGrande" charset="0"/>
              <a:buNone/>
              <a:defRPr sz="1728"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3pPr>
            <a:lvl4pPr marL="1316599" indent="0" algn="ctr" defTabSz="877733" rtl="0" eaLnBrk="1" latinLnBrk="0" hangingPunct="1">
              <a:lnSpc>
                <a:spcPct val="100000"/>
              </a:lnSpc>
              <a:spcBef>
                <a:spcPts val="768"/>
              </a:spcBef>
              <a:buClr>
                <a:schemeClr val="accent1"/>
              </a:buClr>
              <a:buFont typeface="Arial" charset="0"/>
              <a:buNone/>
              <a:defRPr sz="1536"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4pPr>
            <a:lvl5pPr marL="1755465" indent="0" algn="ctr" defTabSz="877733" rtl="0" eaLnBrk="1" latinLnBrk="0" hangingPunct="1">
              <a:lnSpc>
                <a:spcPct val="90000"/>
              </a:lnSpc>
              <a:spcBef>
                <a:spcPts val="480"/>
              </a:spcBef>
              <a:buFont typeface="Arial" panose="020B0604020202020204" pitchFamily="34" charset="0"/>
              <a:buNone/>
              <a:defRPr sz="1536" kern="1200">
                <a:solidFill>
                  <a:schemeClr val="tx1"/>
                </a:solidFill>
                <a:latin typeface="+mn-lt"/>
                <a:ea typeface="+mn-ea"/>
                <a:cs typeface="+mn-cs"/>
              </a:defRPr>
            </a:lvl5pPr>
            <a:lvl6pPr marL="2194331" indent="0" algn="ctr" defTabSz="877733" rtl="0" eaLnBrk="1" latinLnBrk="0" hangingPunct="1">
              <a:lnSpc>
                <a:spcPct val="90000"/>
              </a:lnSpc>
              <a:spcBef>
                <a:spcPts val="480"/>
              </a:spcBef>
              <a:buFont typeface="Arial" panose="020B0604020202020204" pitchFamily="34" charset="0"/>
              <a:buNone/>
              <a:defRPr sz="1536" kern="1200">
                <a:solidFill>
                  <a:schemeClr val="tx1"/>
                </a:solidFill>
                <a:latin typeface="+mn-lt"/>
                <a:ea typeface="+mn-ea"/>
                <a:cs typeface="+mn-cs"/>
              </a:defRPr>
            </a:lvl6pPr>
            <a:lvl7pPr marL="2633198" indent="0" algn="ctr" defTabSz="877733" rtl="0" eaLnBrk="1" latinLnBrk="0" hangingPunct="1">
              <a:lnSpc>
                <a:spcPct val="90000"/>
              </a:lnSpc>
              <a:spcBef>
                <a:spcPts val="480"/>
              </a:spcBef>
              <a:buFont typeface="Arial" panose="020B0604020202020204" pitchFamily="34" charset="0"/>
              <a:buNone/>
              <a:defRPr sz="1536" kern="1200">
                <a:solidFill>
                  <a:schemeClr val="tx1"/>
                </a:solidFill>
                <a:latin typeface="+mn-lt"/>
                <a:ea typeface="+mn-ea"/>
                <a:cs typeface="+mn-cs"/>
              </a:defRPr>
            </a:lvl7pPr>
            <a:lvl8pPr marL="3072064" indent="0" algn="ctr" defTabSz="877733" rtl="0" eaLnBrk="1" latinLnBrk="0" hangingPunct="1">
              <a:lnSpc>
                <a:spcPct val="90000"/>
              </a:lnSpc>
              <a:spcBef>
                <a:spcPts val="480"/>
              </a:spcBef>
              <a:buFont typeface="Arial" panose="020B0604020202020204" pitchFamily="34" charset="0"/>
              <a:buNone/>
              <a:defRPr sz="1536" kern="1200">
                <a:solidFill>
                  <a:schemeClr val="tx1"/>
                </a:solidFill>
                <a:latin typeface="+mn-lt"/>
                <a:ea typeface="+mn-ea"/>
                <a:cs typeface="+mn-cs"/>
              </a:defRPr>
            </a:lvl8pPr>
            <a:lvl9pPr marL="3510930" indent="0" algn="ctr" defTabSz="877733" rtl="0" eaLnBrk="1" latinLnBrk="0" hangingPunct="1">
              <a:lnSpc>
                <a:spcPct val="90000"/>
              </a:lnSpc>
              <a:spcBef>
                <a:spcPts val="480"/>
              </a:spcBef>
              <a:buFont typeface="Arial" panose="020B0604020202020204" pitchFamily="34" charset="0"/>
              <a:buNone/>
              <a:defRPr sz="1536" kern="1200">
                <a:solidFill>
                  <a:schemeClr val="tx1"/>
                </a:solidFill>
                <a:latin typeface="+mn-lt"/>
                <a:ea typeface="+mn-ea"/>
                <a:cs typeface="+mn-cs"/>
              </a:defRPr>
            </a:lvl9pPr>
          </a:lstStyle>
          <a:p>
            <a:r>
              <a:rPr lang="en-US" sz="1600" b="1" dirty="0">
                <a:solidFill>
                  <a:schemeClr val="bg1"/>
                </a:solidFill>
                <a:latin typeface="Arial Bold"/>
                <a:cs typeface="VM Circular Shout Bold" panose="020B0804020101010102" pitchFamily="34" charset="0"/>
              </a:rPr>
              <a:t>Add a little bit of personality here</a:t>
            </a:r>
          </a:p>
        </p:txBody>
      </p:sp>
    </p:spTree>
    <p:extLst>
      <p:ext uri="{BB962C8B-B14F-4D97-AF65-F5344CB8AC3E}">
        <p14:creationId xmlns:p14="http://schemas.microsoft.com/office/powerpoint/2010/main" val="178704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FAFF-BD95-5448-BE1B-3B77AEB0E616}"/>
              </a:ext>
            </a:extLst>
          </p:cNvPr>
          <p:cNvSpPr>
            <a:spLocks noGrp="1"/>
          </p:cNvSpPr>
          <p:nvPr>
            <p:ph type="ctrTitle"/>
          </p:nvPr>
        </p:nvSpPr>
        <p:spPr>
          <a:xfrm>
            <a:off x="0" y="2044926"/>
            <a:ext cx="11703050" cy="1329595"/>
          </a:xfrm>
        </p:spPr>
        <p:txBody>
          <a:bodyPr/>
          <a:lstStyle/>
          <a:p>
            <a:r>
              <a:rPr lang="en-US" dirty="0"/>
              <a:t>Divider slide – pop section title here</a:t>
            </a:r>
          </a:p>
        </p:txBody>
      </p:sp>
      <p:sp>
        <p:nvSpPr>
          <p:cNvPr id="3" name="Subtitle 2">
            <a:extLst>
              <a:ext uri="{FF2B5EF4-FFF2-40B4-BE49-F238E27FC236}">
                <a16:creationId xmlns:a16="http://schemas.microsoft.com/office/drawing/2014/main" id="{DAB79A23-2EC4-CF4F-8FA9-0F1061D295ED}"/>
              </a:ext>
            </a:extLst>
          </p:cNvPr>
          <p:cNvSpPr>
            <a:spLocks noGrp="1"/>
          </p:cNvSpPr>
          <p:nvPr>
            <p:ph type="subTitle" idx="1"/>
          </p:nvPr>
        </p:nvSpPr>
        <p:spPr>
          <a:xfrm>
            <a:off x="1258888" y="3398031"/>
            <a:ext cx="9185275" cy="430887"/>
          </a:xfrm>
        </p:spPr>
        <p:txBody>
          <a:bodyPr/>
          <a:lstStyle/>
          <a:p>
            <a:r>
              <a:rPr lang="en-US" dirty="0"/>
              <a:t>And a little more info here.</a:t>
            </a:r>
          </a:p>
        </p:txBody>
      </p:sp>
      <p:sp>
        <p:nvSpPr>
          <p:cNvPr id="7" name="Text Placeholder 6">
            <a:extLst>
              <a:ext uri="{FF2B5EF4-FFF2-40B4-BE49-F238E27FC236}">
                <a16:creationId xmlns:a16="http://schemas.microsoft.com/office/drawing/2014/main" id="{F5AE36F1-3B54-4841-B79E-EBC4FFC02AC9}"/>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49969309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FAFF-BD95-5448-BE1B-3B77AEB0E616}"/>
              </a:ext>
            </a:extLst>
          </p:cNvPr>
          <p:cNvSpPr>
            <a:spLocks noGrp="1"/>
          </p:cNvSpPr>
          <p:nvPr>
            <p:ph type="ctrTitle"/>
          </p:nvPr>
        </p:nvSpPr>
        <p:spPr>
          <a:xfrm>
            <a:off x="1032381" y="2709724"/>
            <a:ext cx="9638289" cy="664797"/>
          </a:xfrm>
        </p:spPr>
        <p:txBody>
          <a:bodyPr/>
          <a:lstStyle/>
          <a:p>
            <a:r>
              <a:rPr lang="en-US" dirty="0"/>
              <a:t>Or plum – section title goes here</a:t>
            </a:r>
          </a:p>
        </p:txBody>
      </p:sp>
      <p:sp>
        <p:nvSpPr>
          <p:cNvPr id="3" name="Subtitle 2">
            <a:extLst>
              <a:ext uri="{FF2B5EF4-FFF2-40B4-BE49-F238E27FC236}">
                <a16:creationId xmlns:a16="http://schemas.microsoft.com/office/drawing/2014/main" id="{DAB79A23-2EC4-CF4F-8FA9-0F1061D295ED}"/>
              </a:ext>
            </a:extLst>
          </p:cNvPr>
          <p:cNvSpPr>
            <a:spLocks noGrp="1"/>
          </p:cNvSpPr>
          <p:nvPr>
            <p:ph type="subTitle" idx="1"/>
          </p:nvPr>
        </p:nvSpPr>
        <p:spPr/>
        <p:txBody>
          <a:bodyPr/>
          <a:lstStyle/>
          <a:p>
            <a:r>
              <a:rPr lang="en-US" dirty="0"/>
              <a:t>And a little more info here.</a:t>
            </a:r>
          </a:p>
        </p:txBody>
      </p:sp>
      <p:sp>
        <p:nvSpPr>
          <p:cNvPr id="7" name="Text Placeholder 6">
            <a:extLst>
              <a:ext uri="{FF2B5EF4-FFF2-40B4-BE49-F238E27FC236}">
                <a16:creationId xmlns:a16="http://schemas.microsoft.com/office/drawing/2014/main" id="{7058FB63-9D6E-B549-8E5A-5FD41212920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910853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F01D-8948-4042-B2C5-3D73001EEE64}"/>
              </a:ext>
            </a:extLst>
          </p:cNvPr>
          <p:cNvSpPr>
            <a:spLocks noGrp="1"/>
          </p:cNvSpPr>
          <p:nvPr>
            <p:ph type="ctrTitle"/>
          </p:nvPr>
        </p:nvSpPr>
        <p:spPr>
          <a:xfrm>
            <a:off x="1258888" y="2709724"/>
            <a:ext cx="9185275" cy="664797"/>
          </a:xfrm>
        </p:spPr>
        <p:txBody>
          <a:bodyPr/>
          <a:lstStyle/>
          <a:p>
            <a:r>
              <a:rPr lang="en-US" dirty="0"/>
              <a:t>Basic slide</a:t>
            </a:r>
          </a:p>
        </p:txBody>
      </p:sp>
      <p:sp>
        <p:nvSpPr>
          <p:cNvPr id="3" name="Subtitle 2">
            <a:extLst>
              <a:ext uri="{FF2B5EF4-FFF2-40B4-BE49-F238E27FC236}">
                <a16:creationId xmlns:a16="http://schemas.microsoft.com/office/drawing/2014/main" id="{AACD2371-805C-164E-8F79-234BC54E07E9}"/>
              </a:ext>
            </a:extLst>
          </p:cNvPr>
          <p:cNvSpPr>
            <a:spLocks noGrp="1"/>
          </p:cNvSpPr>
          <p:nvPr>
            <p:ph type="subTitle" idx="1"/>
          </p:nvPr>
        </p:nvSpPr>
        <p:spPr>
          <a:xfrm>
            <a:off x="1258888" y="3398031"/>
            <a:ext cx="9185275" cy="430887"/>
          </a:xfrm>
        </p:spPr>
        <p:txBody>
          <a:bodyPr/>
          <a:lstStyle/>
          <a:p>
            <a:r>
              <a:rPr lang="en-US" dirty="0"/>
              <a:t>Various styles coming up for copy and bullets.</a:t>
            </a:r>
          </a:p>
        </p:txBody>
      </p:sp>
      <p:sp>
        <p:nvSpPr>
          <p:cNvPr id="7" name="Text Placeholder 6">
            <a:extLst>
              <a:ext uri="{FF2B5EF4-FFF2-40B4-BE49-F238E27FC236}">
                <a16:creationId xmlns:a16="http://schemas.microsoft.com/office/drawing/2014/main" id="{954E913A-CB17-F843-94F8-11AA18974694}"/>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8718435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D4E018A-171A-BA4C-93E0-7BE7A7D6952A}"/>
              </a:ext>
            </a:extLst>
          </p:cNvPr>
          <p:cNvSpPr>
            <a:spLocks noGrp="1"/>
          </p:cNvSpPr>
          <p:nvPr>
            <p:ph type="body" sz="half" idx="2"/>
          </p:nvPr>
        </p:nvSpPr>
        <p:spPr/>
        <p:txBody>
          <a:bodyPr/>
          <a:lstStyle/>
          <a:p>
            <a:r>
              <a:rPr lang="en-US" dirty="0"/>
              <a:t>Set the scene for your presentation in this space.</a:t>
            </a:r>
          </a:p>
        </p:txBody>
      </p:sp>
      <p:graphicFrame>
        <p:nvGraphicFramePr>
          <p:cNvPr id="6" name="Content Placeholder 5">
            <a:extLst>
              <a:ext uri="{FF2B5EF4-FFF2-40B4-BE49-F238E27FC236}">
                <a16:creationId xmlns:a16="http://schemas.microsoft.com/office/drawing/2014/main" id="{9988FAD8-0C8D-844F-8B2E-7F2A088F4BC9}"/>
              </a:ext>
            </a:extLst>
          </p:cNvPr>
          <p:cNvGraphicFramePr>
            <a:graphicFrameLocks noGrp="1"/>
          </p:cNvGraphicFramePr>
          <p:nvPr>
            <p:ph idx="1"/>
            <p:extLst>
              <p:ext uri="{D42A27DB-BD31-4B8C-83A1-F6EECF244321}">
                <p14:modId xmlns:p14="http://schemas.microsoft.com/office/powerpoint/2010/main" val="3156930246"/>
              </p:ext>
            </p:extLst>
          </p:nvPr>
        </p:nvGraphicFramePr>
        <p:xfrm>
          <a:off x="587375" y="1784350"/>
          <a:ext cx="5220000" cy="2990723"/>
        </p:xfrm>
        <a:graphic>
          <a:graphicData uri="http://schemas.openxmlformats.org/drawingml/2006/table">
            <a:tbl>
              <a:tblPr firstRow="1" bandRow="1">
                <a:tableStyleId>{5C22544A-7EE6-4342-B048-85BDC9FD1C3A}</a:tableStyleId>
              </a:tblPr>
              <a:tblGrid>
                <a:gridCol w="1407206">
                  <a:extLst>
                    <a:ext uri="{9D8B030D-6E8A-4147-A177-3AD203B41FA5}">
                      <a16:colId xmlns:a16="http://schemas.microsoft.com/office/drawing/2014/main" val="143835111"/>
                    </a:ext>
                  </a:extLst>
                </a:gridCol>
                <a:gridCol w="3812794">
                  <a:extLst>
                    <a:ext uri="{9D8B030D-6E8A-4147-A177-3AD203B41FA5}">
                      <a16:colId xmlns:a16="http://schemas.microsoft.com/office/drawing/2014/main" val="2232175499"/>
                    </a:ext>
                  </a:extLst>
                </a:gridCol>
              </a:tblGrid>
              <a:tr h="370840">
                <a:tc>
                  <a:txBody>
                    <a:bodyPr/>
                    <a:lstStyle/>
                    <a:p>
                      <a:pPr>
                        <a:lnSpc>
                          <a:spcPct val="150000"/>
                        </a:lnSpc>
                      </a:pPr>
                      <a:r>
                        <a:rPr lang="en-US" b="0" i="0" dirty="0">
                          <a:solidFill>
                            <a:srgbClr val="322332"/>
                          </a:solidFill>
                          <a:latin typeface="Arial Regular"/>
                          <a:cs typeface="VM Circular Chat Book" panose="020B0604020101020102" pitchFamily="34" charset="77"/>
                        </a:rPr>
                        <a:t>Page 1</a:t>
                      </a:r>
                    </a:p>
                    <a:p>
                      <a:pPr>
                        <a:lnSpc>
                          <a:spcPct val="150000"/>
                        </a:lnSpc>
                      </a:pPr>
                      <a:r>
                        <a:rPr lang="en-US" b="0" i="0" dirty="0">
                          <a:solidFill>
                            <a:srgbClr val="322332"/>
                          </a:solidFill>
                          <a:latin typeface="Arial Regular"/>
                          <a:cs typeface="VM Circular Chat Book" panose="020B0604020101020102" pitchFamily="34" charset="77"/>
                        </a:rPr>
                        <a:t>Page 3 </a:t>
                      </a:r>
                    </a:p>
                    <a:p>
                      <a:pPr>
                        <a:lnSpc>
                          <a:spcPct val="150000"/>
                        </a:lnSpc>
                      </a:pPr>
                      <a:r>
                        <a:rPr lang="en-US" b="0" i="0" dirty="0">
                          <a:solidFill>
                            <a:srgbClr val="322332"/>
                          </a:solidFill>
                          <a:latin typeface="Arial Regular"/>
                          <a:cs typeface="VM Circular Chat Book" panose="020B0604020101020102" pitchFamily="34" charset="77"/>
                        </a:rPr>
                        <a:t>Page 6</a:t>
                      </a:r>
                    </a:p>
                    <a:p>
                      <a:pPr>
                        <a:lnSpc>
                          <a:spcPct val="150000"/>
                        </a:lnSpc>
                      </a:pPr>
                      <a:r>
                        <a:rPr lang="en-US" b="0" i="0" dirty="0">
                          <a:solidFill>
                            <a:srgbClr val="322332"/>
                          </a:solidFill>
                          <a:latin typeface="Arial Regular"/>
                          <a:cs typeface="VM Circular Chat Book" panose="020B0604020101020102" pitchFamily="34" charset="77"/>
                        </a:rPr>
                        <a:t>Page 7</a:t>
                      </a:r>
                    </a:p>
                    <a:p>
                      <a:pPr>
                        <a:lnSpc>
                          <a:spcPct val="150000"/>
                        </a:lnSpc>
                      </a:pPr>
                      <a:r>
                        <a:rPr lang="en-US" b="0" i="0" dirty="0">
                          <a:solidFill>
                            <a:srgbClr val="322332"/>
                          </a:solidFill>
                          <a:latin typeface="Arial Regular"/>
                          <a:cs typeface="VM Circular Chat Book" panose="020B0604020101020102" pitchFamily="34" charset="77"/>
                        </a:rPr>
                        <a:t>Page 10</a:t>
                      </a:r>
                    </a:p>
                    <a:p>
                      <a:pPr>
                        <a:lnSpc>
                          <a:spcPct val="150000"/>
                        </a:lnSpc>
                      </a:pPr>
                      <a:r>
                        <a:rPr lang="en-US" b="0" i="0" dirty="0">
                          <a:solidFill>
                            <a:srgbClr val="322332"/>
                          </a:solidFill>
                          <a:latin typeface="Arial Regular"/>
                          <a:cs typeface="VM Circular Chat Book" panose="020B0604020101020102" pitchFamily="34" charset="77"/>
                        </a:rPr>
                        <a:t>Page 16</a:t>
                      </a:r>
                    </a:p>
                    <a:p>
                      <a:pPr>
                        <a:lnSpc>
                          <a:spcPct val="150000"/>
                        </a:lnSpc>
                      </a:pPr>
                      <a:r>
                        <a:rPr lang="en-US" b="0" i="0" dirty="0">
                          <a:solidFill>
                            <a:srgbClr val="322332"/>
                          </a:solidFill>
                          <a:latin typeface="Arial Regular"/>
                          <a:cs typeface="VM Circular Chat Book" panose="020B0604020101020102" pitchFamily="34" charset="77"/>
                        </a:rPr>
                        <a:t>Page 21</a:t>
                      </a:r>
                    </a:p>
                  </a:txBody>
                  <a:tcPr marL="137160" marR="137160" marT="137160" marB="137160">
                    <a:noFill/>
                  </a:tcPr>
                </a:tc>
                <a:tc>
                  <a:txBody>
                    <a:bodyPr/>
                    <a:lstStyle/>
                    <a:p>
                      <a:pPr>
                        <a:lnSpc>
                          <a:spcPct val="150000"/>
                        </a:lnSpc>
                      </a:pPr>
                      <a:r>
                        <a:rPr lang="en-US" b="0" i="0" dirty="0">
                          <a:solidFill>
                            <a:schemeClr val="accent1"/>
                          </a:solidFill>
                          <a:latin typeface="Arial Regular"/>
                          <a:cs typeface="VM Circular Natter Medium" panose="020B0604020101010102" pitchFamily="34" charset="77"/>
                        </a:rPr>
                        <a:t>Title slides</a:t>
                      </a:r>
                    </a:p>
                    <a:p>
                      <a:pPr>
                        <a:lnSpc>
                          <a:spcPct val="150000"/>
                        </a:lnSpc>
                      </a:pPr>
                      <a:r>
                        <a:rPr lang="en-US" b="0" i="0" dirty="0">
                          <a:solidFill>
                            <a:schemeClr val="accent1"/>
                          </a:solidFill>
                          <a:latin typeface="Arial Regular"/>
                          <a:cs typeface="VM Circular Natter Medium" panose="020B0604020101010102" pitchFamily="34" charset="77"/>
                        </a:rPr>
                        <a:t>Divider slides</a:t>
                      </a:r>
                    </a:p>
                    <a:p>
                      <a:pPr>
                        <a:lnSpc>
                          <a:spcPct val="150000"/>
                        </a:lnSpc>
                      </a:pPr>
                      <a:r>
                        <a:rPr lang="en-US" b="0" i="0" dirty="0">
                          <a:solidFill>
                            <a:schemeClr val="accent1"/>
                          </a:solidFill>
                          <a:latin typeface="Arial Regular"/>
                          <a:cs typeface="VM Circular Natter Medium" panose="020B0604020101010102" pitchFamily="34" charset="77"/>
                        </a:rPr>
                        <a:t>Contents slide</a:t>
                      </a:r>
                    </a:p>
                    <a:p>
                      <a:pPr>
                        <a:lnSpc>
                          <a:spcPct val="150000"/>
                        </a:lnSpc>
                      </a:pPr>
                      <a:r>
                        <a:rPr lang="en-US" b="0" i="0" dirty="0">
                          <a:solidFill>
                            <a:schemeClr val="accent1"/>
                          </a:solidFill>
                          <a:latin typeface="Arial Regular"/>
                          <a:cs typeface="VM Circular Natter Medium" panose="020B0604020101010102" pitchFamily="34" charset="77"/>
                        </a:rPr>
                        <a:t>Standard slides</a:t>
                      </a:r>
                    </a:p>
                    <a:p>
                      <a:pPr>
                        <a:lnSpc>
                          <a:spcPct val="150000"/>
                        </a:lnSpc>
                      </a:pPr>
                      <a:r>
                        <a:rPr lang="en-US" b="0" i="0" dirty="0">
                          <a:solidFill>
                            <a:schemeClr val="accent1"/>
                          </a:solidFill>
                          <a:latin typeface="Arial Regular"/>
                          <a:cs typeface="VM Circular Natter Medium" panose="020B0604020101010102" pitchFamily="34" charset="77"/>
                        </a:rPr>
                        <a:t>Creative layouts</a:t>
                      </a:r>
                    </a:p>
                    <a:p>
                      <a:pPr>
                        <a:lnSpc>
                          <a:spcPct val="150000"/>
                        </a:lnSpc>
                      </a:pPr>
                      <a:r>
                        <a:rPr lang="en-US" b="0" i="0" dirty="0">
                          <a:solidFill>
                            <a:schemeClr val="accent1"/>
                          </a:solidFill>
                          <a:latin typeface="Arial Regular"/>
                          <a:cs typeface="VM Circular Natter Medium" panose="020B0604020101010102" pitchFamily="34" charset="77"/>
                        </a:rPr>
                        <a:t>Charts and graphs</a:t>
                      </a:r>
                    </a:p>
                    <a:p>
                      <a:pPr>
                        <a:lnSpc>
                          <a:spcPct val="150000"/>
                        </a:lnSpc>
                      </a:pPr>
                      <a:r>
                        <a:rPr lang="en-US" b="0" i="0" dirty="0">
                          <a:solidFill>
                            <a:schemeClr val="accent1"/>
                          </a:solidFill>
                          <a:latin typeface="Arial Regular"/>
                          <a:cs typeface="VM Circular Natter Medium" panose="020B0604020101010102" pitchFamily="34" charset="77"/>
                        </a:rPr>
                        <a:t>Thank you</a:t>
                      </a:r>
                    </a:p>
                  </a:txBody>
                  <a:tcPr marL="137160" marR="137160" marT="137160" marB="137160">
                    <a:noFill/>
                  </a:tcPr>
                </a:tc>
                <a:extLst>
                  <a:ext uri="{0D108BD9-81ED-4DB2-BD59-A6C34878D82A}">
                    <a16:rowId xmlns:a16="http://schemas.microsoft.com/office/drawing/2014/main" val="899735942"/>
                  </a:ext>
                </a:extLst>
              </a:tr>
            </a:tbl>
          </a:graphicData>
        </a:graphic>
      </p:graphicFrame>
      <p:graphicFrame>
        <p:nvGraphicFramePr>
          <p:cNvPr id="17" name="Content Placeholder 16">
            <a:extLst>
              <a:ext uri="{FF2B5EF4-FFF2-40B4-BE49-F238E27FC236}">
                <a16:creationId xmlns:a16="http://schemas.microsoft.com/office/drawing/2014/main" id="{F5BBF1D0-823D-3F48-84A9-EE9143B7C096}"/>
              </a:ext>
            </a:extLst>
          </p:cNvPr>
          <p:cNvGraphicFramePr>
            <a:graphicFrameLocks noGrp="1"/>
          </p:cNvGraphicFramePr>
          <p:nvPr>
            <p:ph idx="10"/>
            <p:extLst>
              <p:ext uri="{D42A27DB-BD31-4B8C-83A1-F6EECF244321}">
                <p14:modId xmlns:p14="http://schemas.microsoft.com/office/powerpoint/2010/main" val="4069833736"/>
              </p:ext>
            </p:extLst>
          </p:nvPr>
        </p:nvGraphicFramePr>
        <p:xfrm>
          <a:off x="5972175" y="1784350"/>
          <a:ext cx="5220000" cy="2990723"/>
        </p:xfrm>
        <a:graphic>
          <a:graphicData uri="http://schemas.openxmlformats.org/drawingml/2006/table">
            <a:tbl>
              <a:tblPr firstRow="1" bandRow="1">
                <a:tableStyleId>{5C22544A-7EE6-4342-B048-85BDC9FD1C3A}</a:tableStyleId>
              </a:tblPr>
              <a:tblGrid>
                <a:gridCol w="1354360">
                  <a:extLst>
                    <a:ext uri="{9D8B030D-6E8A-4147-A177-3AD203B41FA5}">
                      <a16:colId xmlns:a16="http://schemas.microsoft.com/office/drawing/2014/main" val="3426685330"/>
                    </a:ext>
                  </a:extLst>
                </a:gridCol>
                <a:gridCol w="3865640">
                  <a:extLst>
                    <a:ext uri="{9D8B030D-6E8A-4147-A177-3AD203B41FA5}">
                      <a16:colId xmlns:a16="http://schemas.microsoft.com/office/drawing/2014/main" val="2693063832"/>
                    </a:ext>
                  </a:extLst>
                </a:gridCol>
              </a:tblGrid>
              <a:tr h="370840">
                <a:tc>
                  <a:txBody>
                    <a:bodyPr/>
                    <a:lstStyle/>
                    <a:p>
                      <a:pPr>
                        <a:lnSpc>
                          <a:spcPct val="150000"/>
                        </a:lnSpc>
                      </a:pPr>
                      <a:r>
                        <a:rPr lang="en-US" b="0" i="0" dirty="0">
                          <a:solidFill>
                            <a:srgbClr val="322332"/>
                          </a:solidFill>
                          <a:latin typeface="Arial Regular"/>
                          <a:cs typeface="VM Circular Chat Book" panose="020B0604020101020102" pitchFamily="34" charset="77"/>
                        </a:rPr>
                        <a:t>Page No</a:t>
                      </a:r>
                    </a:p>
                    <a:p>
                      <a:pPr>
                        <a:lnSpc>
                          <a:spcPct val="150000"/>
                        </a:lnSpc>
                      </a:pPr>
                      <a:r>
                        <a:rPr lang="en-US" b="0" i="0" dirty="0">
                          <a:solidFill>
                            <a:srgbClr val="322332"/>
                          </a:solidFill>
                          <a:latin typeface="Arial Regular"/>
                          <a:cs typeface="VM Circular Chat Book" panose="020B0604020101020102" pitchFamily="34" charset="77"/>
                        </a:rPr>
                        <a:t>Page No</a:t>
                      </a:r>
                    </a:p>
                    <a:p>
                      <a:pPr>
                        <a:lnSpc>
                          <a:spcPct val="150000"/>
                        </a:lnSpc>
                      </a:pPr>
                      <a:r>
                        <a:rPr lang="en-US" b="0" i="0" dirty="0">
                          <a:solidFill>
                            <a:srgbClr val="322332"/>
                          </a:solidFill>
                          <a:latin typeface="Arial Regular"/>
                          <a:cs typeface="VM Circular Chat Book" panose="020B0604020101020102" pitchFamily="34" charset="77"/>
                        </a:rPr>
                        <a:t>Page No</a:t>
                      </a:r>
                    </a:p>
                    <a:p>
                      <a:pPr>
                        <a:lnSpc>
                          <a:spcPct val="150000"/>
                        </a:lnSpc>
                      </a:pPr>
                      <a:r>
                        <a:rPr lang="en-US" b="0" i="0" dirty="0">
                          <a:solidFill>
                            <a:srgbClr val="322332"/>
                          </a:solidFill>
                          <a:latin typeface="Arial Regular"/>
                          <a:cs typeface="VM Circular Chat Book" panose="020B0604020101020102" pitchFamily="34" charset="77"/>
                        </a:rPr>
                        <a:t>Page No</a:t>
                      </a:r>
                    </a:p>
                    <a:p>
                      <a:pPr>
                        <a:lnSpc>
                          <a:spcPct val="150000"/>
                        </a:lnSpc>
                      </a:pPr>
                      <a:r>
                        <a:rPr lang="en-US" b="0" i="0" dirty="0">
                          <a:solidFill>
                            <a:srgbClr val="322332"/>
                          </a:solidFill>
                          <a:latin typeface="Arial Regular"/>
                          <a:cs typeface="VM Circular Chat Book" panose="020B0604020101020102" pitchFamily="34" charset="77"/>
                        </a:rPr>
                        <a:t>Page No</a:t>
                      </a:r>
                    </a:p>
                    <a:p>
                      <a:pPr>
                        <a:lnSpc>
                          <a:spcPct val="150000"/>
                        </a:lnSpc>
                      </a:pPr>
                      <a:r>
                        <a:rPr lang="en-US" b="0" i="0" dirty="0">
                          <a:solidFill>
                            <a:srgbClr val="322332"/>
                          </a:solidFill>
                          <a:latin typeface="Arial Regular"/>
                          <a:cs typeface="VM Circular Chat Book" panose="020B0604020101020102" pitchFamily="34" charset="77"/>
                        </a:rPr>
                        <a:t>Page No</a:t>
                      </a:r>
                    </a:p>
                    <a:p>
                      <a:pPr marL="0" marR="0" lvl="0" indent="0" algn="l" defTabSz="877733" rtl="0" eaLnBrk="1" fontAlgn="auto" latinLnBrk="0" hangingPunct="1">
                        <a:lnSpc>
                          <a:spcPct val="150000"/>
                        </a:lnSpc>
                        <a:spcBef>
                          <a:spcPts val="0"/>
                        </a:spcBef>
                        <a:spcAft>
                          <a:spcPts val="0"/>
                        </a:spcAft>
                        <a:buClrTx/>
                        <a:buSzTx/>
                        <a:buFontTx/>
                        <a:buNone/>
                        <a:tabLst/>
                        <a:defRPr/>
                      </a:pPr>
                      <a:r>
                        <a:rPr lang="en-US" b="0" i="0" dirty="0">
                          <a:solidFill>
                            <a:srgbClr val="322332"/>
                          </a:solidFill>
                          <a:latin typeface="Arial Regular"/>
                          <a:cs typeface="VM Circular Chat Book" panose="020B0604020101020102" pitchFamily="34" charset="77"/>
                        </a:rPr>
                        <a:t>Page No</a:t>
                      </a:r>
                    </a:p>
                  </a:txBody>
                  <a:tcPr marL="137160" marR="137160" marT="137160" marB="137160">
                    <a:noFill/>
                  </a:tcPr>
                </a:tc>
                <a:tc>
                  <a:txBody>
                    <a:bodyPr/>
                    <a:lstStyle/>
                    <a:p>
                      <a:pPr>
                        <a:lnSpc>
                          <a:spcPct val="150000"/>
                        </a:lnSpc>
                      </a:pPr>
                      <a:r>
                        <a:rPr lang="en-US" b="0" i="0" dirty="0">
                          <a:solidFill>
                            <a:schemeClr val="accent1"/>
                          </a:solidFill>
                          <a:latin typeface="Arial Regular"/>
                          <a:cs typeface="VM Circular Natter Medium" panose="020B0604020101010102" pitchFamily="34" charset="77"/>
                        </a:rPr>
                        <a:t>Content here</a:t>
                      </a:r>
                    </a:p>
                    <a:p>
                      <a:pPr>
                        <a:lnSpc>
                          <a:spcPct val="150000"/>
                        </a:lnSpc>
                      </a:pPr>
                      <a:r>
                        <a:rPr lang="en-US" b="0" i="0" dirty="0">
                          <a:solidFill>
                            <a:schemeClr val="accent1"/>
                          </a:solidFill>
                          <a:latin typeface="Arial Regular"/>
                          <a:cs typeface="VM Circular Natter Medium" panose="020B0604020101010102" pitchFamily="34" charset="77"/>
                        </a:rPr>
                        <a:t>Content here</a:t>
                      </a:r>
                    </a:p>
                    <a:p>
                      <a:pPr>
                        <a:lnSpc>
                          <a:spcPct val="150000"/>
                        </a:lnSpc>
                      </a:pPr>
                      <a:r>
                        <a:rPr lang="en-US" b="0" i="0" dirty="0">
                          <a:solidFill>
                            <a:schemeClr val="accent1"/>
                          </a:solidFill>
                          <a:latin typeface="Arial Regular"/>
                          <a:cs typeface="VM Circular Natter Medium" panose="020B0604020101010102" pitchFamily="34" charset="77"/>
                        </a:rPr>
                        <a:t>Content here</a:t>
                      </a:r>
                    </a:p>
                    <a:p>
                      <a:pPr>
                        <a:lnSpc>
                          <a:spcPct val="150000"/>
                        </a:lnSpc>
                      </a:pPr>
                      <a:r>
                        <a:rPr lang="en-US" b="0" i="0" dirty="0">
                          <a:solidFill>
                            <a:schemeClr val="accent1"/>
                          </a:solidFill>
                          <a:latin typeface="Arial Regular"/>
                          <a:cs typeface="VM Circular Natter Medium" panose="020B0604020101010102" pitchFamily="34" charset="77"/>
                        </a:rPr>
                        <a:t>Content here</a:t>
                      </a:r>
                    </a:p>
                    <a:p>
                      <a:pPr>
                        <a:lnSpc>
                          <a:spcPct val="150000"/>
                        </a:lnSpc>
                      </a:pPr>
                      <a:r>
                        <a:rPr lang="en-US" b="0" i="0" dirty="0">
                          <a:solidFill>
                            <a:schemeClr val="accent1"/>
                          </a:solidFill>
                          <a:latin typeface="Arial Regular"/>
                          <a:cs typeface="VM Circular Natter Medium" panose="020B0604020101010102" pitchFamily="34" charset="77"/>
                        </a:rPr>
                        <a:t>Content here</a:t>
                      </a:r>
                    </a:p>
                    <a:p>
                      <a:pPr>
                        <a:lnSpc>
                          <a:spcPct val="150000"/>
                        </a:lnSpc>
                      </a:pPr>
                      <a:r>
                        <a:rPr lang="en-US" b="0" i="0" dirty="0">
                          <a:solidFill>
                            <a:schemeClr val="accent1"/>
                          </a:solidFill>
                          <a:latin typeface="Arial Regular"/>
                          <a:cs typeface="VM Circular Natter Medium" panose="020B0604020101010102" pitchFamily="34" charset="77"/>
                        </a:rPr>
                        <a:t>Content here</a:t>
                      </a:r>
                    </a:p>
                    <a:p>
                      <a:pPr marL="0" marR="0" lvl="0" indent="0" algn="l" defTabSz="877733" rtl="0" eaLnBrk="1" fontAlgn="auto" latinLnBrk="0" hangingPunct="1">
                        <a:lnSpc>
                          <a:spcPct val="150000"/>
                        </a:lnSpc>
                        <a:spcBef>
                          <a:spcPts val="0"/>
                        </a:spcBef>
                        <a:spcAft>
                          <a:spcPts val="0"/>
                        </a:spcAft>
                        <a:buClrTx/>
                        <a:buSzTx/>
                        <a:buFontTx/>
                        <a:buNone/>
                        <a:tabLst/>
                        <a:defRPr/>
                      </a:pPr>
                      <a:r>
                        <a:rPr lang="en-US" b="0" i="0" dirty="0">
                          <a:solidFill>
                            <a:schemeClr val="accent1"/>
                          </a:solidFill>
                          <a:latin typeface="Arial Regular"/>
                          <a:cs typeface="VM Circular Natter Medium" panose="020B0604020101010102" pitchFamily="34" charset="77"/>
                        </a:rPr>
                        <a:t>Content here</a:t>
                      </a:r>
                    </a:p>
                  </a:txBody>
                  <a:tcPr marL="137160" marR="137160" marT="137160" marB="137160">
                    <a:noFill/>
                  </a:tcPr>
                </a:tc>
                <a:extLst>
                  <a:ext uri="{0D108BD9-81ED-4DB2-BD59-A6C34878D82A}">
                    <a16:rowId xmlns:a16="http://schemas.microsoft.com/office/drawing/2014/main" val="4177575204"/>
                  </a:ext>
                </a:extLst>
              </a:tr>
            </a:tbl>
          </a:graphicData>
        </a:graphic>
      </p:graphicFrame>
      <p:sp>
        <p:nvSpPr>
          <p:cNvPr id="2" name="Title 1">
            <a:extLst>
              <a:ext uri="{FF2B5EF4-FFF2-40B4-BE49-F238E27FC236}">
                <a16:creationId xmlns:a16="http://schemas.microsoft.com/office/drawing/2014/main" id="{4E23FC4C-A4FF-6E44-ACFA-39102E26772D}"/>
              </a:ext>
            </a:extLst>
          </p:cNvPr>
          <p:cNvSpPr>
            <a:spLocks noGrp="1"/>
          </p:cNvSpPr>
          <p:nvPr>
            <p:ph type="title"/>
          </p:nvPr>
        </p:nvSpPr>
        <p:spPr/>
        <p:txBody>
          <a:bodyPr/>
          <a:lstStyle/>
          <a:p>
            <a:r>
              <a:rPr lang="en-US" dirty="0"/>
              <a:t>Contents slide – get your audience excited</a:t>
            </a:r>
          </a:p>
        </p:txBody>
      </p:sp>
      <p:sp>
        <p:nvSpPr>
          <p:cNvPr id="15" name="Text Placeholder 14">
            <a:extLst>
              <a:ext uri="{FF2B5EF4-FFF2-40B4-BE49-F238E27FC236}">
                <a16:creationId xmlns:a16="http://schemas.microsoft.com/office/drawing/2014/main" id="{9D0DBDE9-59B1-A64E-96BE-34960F9C9218}"/>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78190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3FC4C-A4FF-6E44-ACFA-39102E26772D}"/>
              </a:ext>
            </a:extLst>
          </p:cNvPr>
          <p:cNvSpPr>
            <a:spLocks noGrp="1"/>
          </p:cNvSpPr>
          <p:nvPr>
            <p:ph type="title"/>
          </p:nvPr>
        </p:nvSpPr>
        <p:spPr/>
        <p:txBody>
          <a:bodyPr/>
          <a:lstStyle/>
          <a:p>
            <a:r>
              <a:rPr lang="en-US" dirty="0"/>
              <a:t>Now, let’s get down to business</a:t>
            </a:r>
          </a:p>
        </p:txBody>
      </p:sp>
      <p:sp>
        <p:nvSpPr>
          <p:cNvPr id="3" name="Text Placeholder 2">
            <a:extLst>
              <a:ext uri="{FF2B5EF4-FFF2-40B4-BE49-F238E27FC236}">
                <a16:creationId xmlns:a16="http://schemas.microsoft.com/office/drawing/2014/main" id="{5D88FDF3-D59D-F346-BF4D-222CFCBAEE34}"/>
              </a:ext>
            </a:extLst>
          </p:cNvPr>
          <p:cNvSpPr>
            <a:spLocks noGrp="1"/>
          </p:cNvSpPr>
          <p:nvPr>
            <p:ph type="body" sz="half" idx="2"/>
          </p:nvPr>
        </p:nvSpPr>
        <p:spPr/>
        <p:txBody>
          <a:bodyPr/>
          <a:lstStyle/>
          <a:p>
            <a:r>
              <a:rPr lang="en-US" dirty="0"/>
              <a:t>Before we go into the juicy bits, here’s how to use your PowerPoint template and toolkit.</a:t>
            </a:r>
          </a:p>
        </p:txBody>
      </p:sp>
      <p:sp>
        <p:nvSpPr>
          <p:cNvPr id="4" name="Content Placeholder 3">
            <a:extLst>
              <a:ext uri="{FF2B5EF4-FFF2-40B4-BE49-F238E27FC236}">
                <a16:creationId xmlns:a16="http://schemas.microsoft.com/office/drawing/2014/main" id="{AB4B5F1B-7FFF-4D41-AB84-07EAAECBA1CB}"/>
              </a:ext>
            </a:extLst>
          </p:cNvPr>
          <p:cNvSpPr>
            <a:spLocks noGrp="1"/>
          </p:cNvSpPr>
          <p:nvPr>
            <p:ph idx="1"/>
          </p:nvPr>
        </p:nvSpPr>
        <p:spPr>
          <a:xfrm>
            <a:off x="587374" y="1784550"/>
            <a:ext cx="10550525" cy="2431435"/>
          </a:xfrm>
        </p:spPr>
        <p:txBody>
          <a:bodyPr/>
          <a:lstStyle/>
          <a:p>
            <a:r>
              <a:rPr lang="en-US" b="1" dirty="0">
                <a:solidFill>
                  <a:srgbClr val="FF0A0A"/>
                </a:solidFill>
              </a:rPr>
              <a:t>Your two best friends</a:t>
            </a:r>
          </a:p>
          <a:p>
            <a:r>
              <a:rPr lang="en-US" dirty="0"/>
              <a:t>Use this handy template alongside the PowerPoint toolkit to create awesome Virgin Media presentations. As well as helpful hints and tips, you’ll also find:</a:t>
            </a:r>
          </a:p>
          <a:p>
            <a:endParaRPr lang="en-US" dirty="0"/>
          </a:p>
          <a:p>
            <a:pPr marL="285750" indent="-285750">
              <a:buFont typeface="Arial" panose="020B0604020202020204" pitchFamily="34" charset="0"/>
              <a:buChar char="•"/>
            </a:pPr>
            <a:r>
              <a:rPr lang="en-US" dirty="0"/>
              <a:t>Master slides with a variety of layouts</a:t>
            </a:r>
          </a:p>
          <a:p>
            <a:pPr marL="285750" indent="-285750">
              <a:buFont typeface="Arial" panose="020B0604020202020204" pitchFamily="34" charset="0"/>
              <a:buChar char="•"/>
            </a:pPr>
            <a:r>
              <a:rPr lang="en-US" dirty="0"/>
              <a:t>Template slides for copy, images and tables</a:t>
            </a:r>
          </a:p>
          <a:p>
            <a:pPr marL="285750" indent="-285750">
              <a:buFont typeface="Arial" panose="020B0604020202020204" pitchFamily="34" charset="0"/>
              <a:buChar char="•"/>
            </a:pPr>
            <a:r>
              <a:rPr lang="en-US" dirty="0"/>
              <a:t>A toolkit packed with icons, logos and imagery for you to use</a:t>
            </a:r>
          </a:p>
          <a:p>
            <a:endParaRPr lang="en-US" dirty="0"/>
          </a:p>
        </p:txBody>
      </p:sp>
      <p:sp>
        <p:nvSpPr>
          <p:cNvPr id="13" name="Text Placeholder 12">
            <a:extLst>
              <a:ext uri="{FF2B5EF4-FFF2-40B4-BE49-F238E27FC236}">
                <a16:creationId xmlns:a16="http://schemas.microsoft.com/office/drawing/2014/main" id="{2835C099-03D8-FB4B-8751-9EE421BAE581}"/>
              </a:ext>
            </a:extLst>
          </p:cNvPr>
          <p:cNvSpPr>
            <a:spLocks noGrp="1"/>
          </p:cNvSpPr>
          <p:nvPr>
            <p:ph type="body" sz="quarter" idx="11"/>
          </p:nvPr>
        </p:nvSpPr>
        <p:spPr/>
        <p:txBody>
          <a:bodyPr/>
          <a:lstStyle/>
          <a:p>
            <a:endParaRPr lang="en-US" dirty="0"/>
          </a:p>
        </p:txBody>
      </p:sp>
      <p:sp>
        <p:nvSpPr>
          <p:cNvPr id="18" name="Freeform 81">
            <a:extLst>
              <a:ext uri="{FF2B5EF4-FFF2-40B4-BE49-F238E27FC236}">
                <a16:creationId xmlns:a16="http://schemas.microsoft.com/office/drawing/2014/main" id="{D19CB173-29E2-4B4E-8A99-91CE1EB20516}"/>
              </a:ext>
            </a:extLst>
          </p:cNvPr>
          <p:cNvSpPr>
            <a:spLocks noChangeAspect="1"/>
          </p:cNvSpPr>
          <p:nvPr/>
        </p:nvSpPr>
        <p:spPr bwMode="auto">
          <a:xfrm rot="1195967">
            <a:off x="8963952" y="3693653"/>
            <a:ext cx="2140621" cy="2187771"/>
          </a:xfrm>
          <a:custGeom>
            <a:avLst/>
            <a:gdLst>
              <a:gd name="T0" fmla="*/ 564 w 564"/>
              <a:gd name="T1" fmla="*/ 288 h 576"/>
              <a:gd name="T2" fmla="*/ 529 w 564"/>
              <a:gd name="T3" fmla="*/ 372 h 576"/>
              <a:gd name="T4" fmla="*/ 510 w 564"/>
              <a:gd name="T5" fmla="*/ 460 h 576"/>
              <a:gd name="T6" fmla="*/ 435 w 564"/>
              <a:gd name="T7" fmla="*/ 507 h 576"/>
              <a:gd name="T8" fmla="*/ 369 w 564"/>
              <a:gd name="T9" fmla="*/ 567 h 576"/>
              <a:gd name="T10" fmla="*/ 282 w 564"/>
              <a:gd name="T11" fmla="*/ 559 h 576"/>
              <a:gd name="T12" fmla="*/ 195 w 564"/>
              <a:gd name="T13" fmla="*/ 567 h 576"/>
              <a:gd name="T14" fmla="*/ 129 w 564"/>
              <a:gd name="T15" fmla="*/ 507 h 576"/>
              <a:gd name="T16" fmla="*/ 54 w 564"/>
              <a:gd name="T17" fmla="*/ 460 h 576"/>
              <a:gd name="T18" fmla="*/ 35 w 564"/>
              <a:gd name="T19" fmla="*/ 372 h 576"/>
              <a:gd name="T20" fmla="*/ 0 w 564"/>
              <a:gd name="T21" fmla="*/ 288 h 576"/>
              <a:gd name="T22" fmla="*/ 35 w 564"/>
              <a:gd name="T23" fmla="*/ 204 h 576"/>
              <a:gd name="T24" fmla="*/ 54 w 564"/>
              <a:gd name="T25" fmla="*/ 115 h 576"/>
              <a:gd name="T26" fmla="*/ 129 w 564"/>
              <a:gd name="T27" fmla="*/ 69 h 576"/>
              <a:gd name="T28" fmla="*/ 195 w 564"/>
              <a:gd name="T29" fmla="*/ 9 h 576"/>
              <a:gd name="T30" fmla="*/ 282 w 564"/>
              <a:gd name="T31" fmla="*/ 17 h 576"/>
              <a:gd name="T32" fmla="*/ 369 w 564"/>
              <a:gd name="T33" fmla="*/ 9 h 576"/>
              <a:gd name="T34" fmla="*/ 435 w 564"/>
              <a:gd name="T35" fmla="*/ 69 h 576"/>
              <a:gd name="T36" fmla="*/ 510 w 564"/>
              <a:gd name="T37" fmla="*/ 115 h 576"/>
              <a:gd name="T38" fmla="*/ 529 w 564"/>
              <a:gd name="T39" fmla="*/ 204 h 576"/>
              <a:gd name="T40" fmla="*/ 564 w 564"/>
              <a:gd name="T41" fmla="*/ 28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64" h="576">
                <a:moveTo>
                  <a:pt x="564" y="288"/>
                </a:moveTo>
                <a:cubicBezTo>
                  <a:pt x="564" y="318"/>
                  <a:pt x="538" y="344"/>
                  <a:pt x="529" y="372"/>
                </a:cubicBezTo>
                <a:cubicBezTo>
                  <a:pt x="520" y="400"/>
                  <a:pt x="526" y="437"/>
                  <a:pt x="510" y="460"/>
                </a:cubicBezTo>
                <a:cubicBezTo>
                  <a:pt x="493" y="484"/>
                  <a:pt x="458" y="489"/>
                  <a:pt x="435" y="507"/>
                </a:cubicBezTo>
                <a:cubicBezTo>
                  <a:pt x="412" y="524"/>
                  <a:pt x="396" y="558"/>
                  <a:pt x="369" y="567"/>
                </a:cubicBezTo>
                <a:cubicBezTo>
                  <a:pt x="343" y="576"/>
                  <a:pt x="311" y="559"/>
                  <a:pt x="282" y="559"/>
                </a:cubicBezTo>
                <a:cubicBezTo>
                  <a:pt x="253" y="559"/>
                  <a:pt x="221" y="576"/>
                  <a:pt x="195" y="567"/>
                </a:cubicBezTo>
                <a:cubicBezTo>
                  <a:pt x="168" y="558"/>
                  <a:pt x="152" y="524"/>
                  <a:pt x="129" y="507"/>
                </a:cubicBezTo>
                <a:cubicBezTo>
                  <a:pt x="106" y="489"/>
                  <a:pt x="71" y="484"/>
                  <a:pt x="54" y="460"/>
                </a:cubicBezTo>
                <a:cubicBezTo>
                  <a:pt x="38" y="437"/>
                  <a:pt x="43" y="400"/>
                  <a:pt x="35" y="372"/>
                </a:cubicBezTo>
                <a:cubicBezTo>
                  <a:pt x="26" y="344"/>
                  <a:pt x="0" y="318"/>
                  <a:pt x="0" y="288"/>
                </a:cubicBezTo>
                <a:cubicBezTo>
                  <a:pt x="0" y="257"/>
                  <a:pt x="26" y="232"/>
                  <a:pt x="35" y="204"/>
                </a:cubicBezTo>
                <a:cubicBezTo>
                  <a:pt x="43" y="176"/>
                  <a:pt x="38" y="139"/>
                  <a:pt x="54" y="115"/>
                </a:cubicBezTo>
                <a:cubicBezTo>
                  <a:pt x="71" y="91"/>
                  <a:pt x="106" y="86"/>
                  <a:pt x="129" y="69"/>
                </a:cubicBezTo>
                <a:cubicBezTo>
                  <a:pt x="152" y="52"/>
                  <a:pt x="168" y="18"/>
                  <a:pt x="195" y="9"/>
                </a:cubicBezTo>
                <a:cubicBezTo>
                  <a:pt x="221" y="0"/>
                  <a:pt x="253" y="17"/>
                  <a:pt x="282" y="17"/>
                </a:cubicBezTo>
                <a:cubicBezTo>
                  <a:pt x="311" y="17"/>
                  <a:pt x="343" y="0"/>
                  <a:pt x="369" y="9"/>
                </a:cubicBezTo>
                <a:cubicBezTo>
                  <a:pt x="396" y="18"/>
                  <a:pt x="412" y="52"/>
                  <a:pt x="435" y="69"/>
                </a:cubicBezTo>
                <a:cubicBezTo>
                  <a:pt x="458" y="86"/>
                  <a:pt x="493" y="91"/>
                  <a:pt x="510" y="115"/>
                </a:cubicBezTo>
                <a:cubicBezTo>
                  <a:pt x="526" y="139"/>
                  <a:pt x="520" y="176"/>
                  <a:pt x="529" y="204"/>
                </a:cubicBezTo>
                <a:cubicBezTo>
                  <a:pt x="538" y="232"/>
                  <a:pt x="564" y="257"/>
                  <a:pt x="56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15" name="TextBox 15">
            <a:extLst>
              <a:ext uri="{FF2B5EF4-FFF2-40B4-BE49-F238E27FC236}">
                <a16:creationId xmlns:a16="http://schemas.microsoft.com/office/drawing/2014/main" id="{A04F6DD3-387B-A940-B5B4-9769D8F37AB7}"/>
              </a:ext>
            </a:extLst>
          </p:cNvPr>
          <p:cNvSpPr txBox="1">
            <a:spLocks noChangeArrowheads="1"/>
          </p:cNvSpPr>
          <p:nvPr/>
        </p:nvSpPr>
        <p:spPr bwMode="auto">
          <a:xfrm rot="1195967">
            <a:off x="9237338" y="4177939"/>
            <a:ext cx="15938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lnSpc>
                <a:spcPct val="90000"/>
              </a:lnSpc>
              <a:spcBef>
                <a:spcPts val="600"/>
              </a:spcBef>
              <a:buClr>
                <a:schemeClr val="bg2"/>
              </a:buClr>
              <a:buFont typeface="Arial" panose="020B0604020202020204" pitchFamily="34" charset="0"/>
              <a:defRPr sz="1600">
                <a:solidFill>
                  <a:schemeClr val="accent1"/>
                </a:solidFill>
                <a:latin typeface="Arial" panose="020B0604020202020204" pitchFamily="34" charset="0"/>
                <a:cs typeface="Arial" panose="020B0604020202020204" pitchFamily="34" charset="0"/>
              </a:defRPr>
            </a:lvl1pPr>
            <a:lvl2pPr marL="742950" indent="-285750" eaLnBrk="0" hangingPunct="0">
              <a:lnSpc>
                <a:spcPct val="90000"/>
              </a:lnSpc>
              <a:spcBef>
                <a:spcPts val="600"/>
              </a:spcBef>
              <a:buClr>
                <a:schemeClr val="bg2"/>
              </a:buClr>
              <a:buFont typeface="Arial" panose="020B0604020202020204" pitchFamily="34" charset="0"/>
              <a:defRPr sz="1400">
                <a:solidFill>
                  <a:schemeClr val="accent1"/>
                </a:solidFill>
                <a:latin typeface="Arial" panose="020B0604020202020204" pitchFamily="34" charset="0"/>
                <a:cs typeface="Arial" panose="020B0604020202020204" pitchFamily="34" charset="0"/>
              </a:defRPr>
            </a:lvl2pPr>
            <a:lvl3pPr marL="1143000" indent="-228600" eaLnBrk="0" hangingPunct="0">
              <a:lnSpc>
                <a:spcPct val="90000"/>
              </a:lnSpc>
              <a:spcBef>
                <a:spcPts val="600"/>
              </a:spcBef>
              <a:buClr>
                <a:schemeClr val="bg2"/>
              </a:buClr>
              <a:buFont typeface="Arial" panose="020B0604020202020204" pitchFamily="34" charset="0"/>
              <a:defRPr sz="1200">
                <a:solidFill>
                  <a:schemeClr val="accent1"/>
                </a:solidFill>
                <a:latin typeface="Arial" panose="020B0604020202020204" pitchFamily="34" charset="0"/>
                <a:cs typeface="Arial" panose="020B0604020202020204" pitchFamily="34" charset="0"/>
              </a:defRPr>
            </a:lvl3pPr>
            <a:lvl4pPr marL="1600200" indent="-228600" eaLnBrk="0" hangingPunct="0">
              <a:lnSpc>
                <a:spcPct val="90000"/>
              </a:lnSpc>
              <a:spcBef>
                <a:spcPts val="600"/>
              </a:spcBef>
              <a:buClr>
                <a:schemeClr val="bg2"/>
              </a:buClr>
              <a:buFont typeface="Arial" panose="020B0604020202020204" pitchFamily="34" charset="0"/>
              <a:defRPr sz="1100">
                <a:solidFill>
                  <a:schemeClr val="accent1"/>
                </a:solidFill>
                <a:latin typeface="Arial" panose="020B0604020202020204" pitchFamily="34" charset="0"/>
                <a:cs typeface="Arial" panose="020B0604020202020204" pitchFamily="34" charset="0"/>
              </a:defRPr>
            </a:lvl4pPr>
            <a:lvl5pPr marL="2057400" indent="-228600" eaLnBrk="0" hangingPunct="0">
              <a:lnSpc>
                <a:spcPct val="90000"/>
              </a:lnSpc>
              <a:spcBef>
                <a:spcPts val="600"/>
              </a:spcBef>
              <a:buClr>
                <a:schemeClr val="bg2"/>
              </a:buClr>
              <a:buFont typeface="Arial" panose="020B0604020202020204" pitchFamily="34" charset="0"/>
              <a:defRPr sz="1000">
                <a:solidFill>
                  <a:schemeClr val="accent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600"/>
              </a:spcBef>
              <a:spcAft>
                <a:spcPct val="0"/>
              </a:spcAft>
              <a:buClr>
                <a:schemeClr val="bg2"/>
              </a:buClr>
              <a:buFont typeface="Arial" panose="020B0604020202020204" pitchFamily="34" charset="0"/>
              <a:defRPr sz="1000">
                <a:solidFill>
                  <a:schemeClr val="accent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600"/>
              </a:spcBef>
              <a:spcAft>
                <a:spcPct val="0"/>
              </a:spcAft>
              <a:buClr>
                <a:schemeClr val="bg2"/>
              </a:buClr>
              <a:buFont typeface="Arial" panose="020B0604020202020204" pitchFamily="34" charset="0"/>
              <a:defRPr sz="1000">
                <a:solidFill>
                  <a:schemeClr val="accent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600"/>
              </a:spcBef>
              <a:spcAft>
                <a:spcPct val="0"/>
              </a:spcAft>
              <a:buClr>
                <a:schemeClr val="bg2"/>
              </a:buClr>
              <a:buFont typeface="Arial" panose="020B0604020202020204" pitchFamily="34" charset="0"/>
              <a:defRPr sz="1000">
                <a:solidFill>
                  <a:schemeClr val="accent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600"/>
              </a:spcBef>
              <a:spcAft>
                <a:spcPct val="0"/>
              </a:spcAft>
              <a:buClr>
                <a:schemeClr val="bg2"/>
              </a:buClr>
              <a:buFont typeface="Arial" panose="020B0604020202020204" pitchFamily="34" charset="0"/>
              <a:defRPr sz="1000">
                <a:solidFill>
                  <a:schemeClr val="accent1"/>
                </a:solidFill>
                <a:latin typeface="Arial" panose="020B0604020202020204" pitchFamily="34" charset="0"/>
                <a:cs typeface="Arial" panose="020B0604020202020204" pitchFamily="34" charset="0"/>
              </a:defRPr>
            </a:lvl9pPr>
          </a:lstStyle>
          <a:p>
            <a:pPr algn="ctr" eaLnBrk="1" hangingPunct="1">
              <a:lnSpc>
                <a:spcPct val="100000"/>
              </a:lnSpc>
              <a:spcBef>
                <a:spcPct val="0"/>
              </a:spcBef>
              <a:buClrTx/>
              <a:buFontTx/>
              <a:buNone/>
            </a:pPr>
            <a:r>
              <a:rPr lang="en-US" altLang="en-US" b="1" dirty="0">
                <a:solidFill>
                  <a:srgbClr val="FFFFFF"/>
                </a:solidFill>
                <a:latin typeface="Arial Regular"/>
                <a:cs typeface="VM Circular Chat Book" panose="020B0604020101020102" pitchFamily="34" charset="77"/>
              </a:rPr>
              <a:t>Got something to shout about? Use a roundel</a:t>
            </a:r>
            <a:endParaRPr lang="en-US" altLang="en-US" sz="1100" b="1" dirty="0">
              <a:solidFill>
                <a:srgbClr val="FFFFFF"/>
              </a:solidFill>
              <a:latin typeface="Arial Regular"/>
              <a:cs typeface="VM Circular Chat Book" panose="020B0604020101020102" pitchFamily="34" charset="77"/>
            </a:endParaRPr>
          </a:p>
        </p:txBody>
      </p:sp>
    </p:spTree>
    <p:extLst>
      <p:ext uri="{BB962C8B-B14F-4D97-AF65-F5344CB8AC3E}">
        <p14:creationId xmlns:p14="http://schemas.microsoft.com/office/powerpoint/2010/main" val="389877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EE0B8F-77BF-424E-BC91-2BE815D396DA}"/>
              </a:ext>
            </a:extLst>
          </p:cNvPr>
          <p:cNvSpPr>
            <a:spLocks noGrp="1"/>
          </p:cNvSpPr>
          <p:nvPr>
            <p:ph type="body" sz="half" idx="2"/>
          </p:nvPr>
        </p:nvSpPr>
        <p:spPr/>
        <p:txBody>
          <a:bodyPr/>
          <a:lstStyle/>
          <a:p>
            <a:r>
              <a:rPr lang="en-US" dirty="0"/>
              <a:t>Anything longer than a few words should be used here as a sub-header.</a:t>
            </a:r>
          </a:p>
        </p:txBody>
      </p:sp>
      <p:sp>
        <p:nvSpPr>
          <p:cNvPr id="11" name="Content Placeholder 10">
            <a:extLst>
              <a:ext uri="{FF2B5EF4-FFF2-40B4-BE49-F238E27FC236}">
                <a16:creationId xmlns:a16="http://schemas.microsoft.com/office/drawing/2014/main" id="{A7866F8B-B891-5743-9260-BB5278EFDE6A}"/>
              </a:ext>
            </a:extLst>
          </p:cNvPr>
          <p:cNvSpPr>
            <a:spLocks noGrp="1"/>
          </p:cNvSpPr>
          <p:nvPr>
            <p:ph idx="1"/>
          </p:nvPr>
        </p:nvSpPr>
        <p:spPr>
          <a:xfrm>
            <a:off x="587375" y="1784548"/>
            <a:ext cx="5143500" cy="1954381"/>
          </a:xfrm>
        </p:spPr>
        <p:txBody>
          <a:bodyPr/>
          <a:lstStyle/>
          <a:p>
            <a:r>
              <a:rPr lang="en-US" b="1" dirty="0">
                <a:solidFill>
                  <a:srgbClr val="FF0A0A"/>
                </a:solidFill>
              </a:rPr>
              <a:t>Less is more</a:t>
            </a:r>
          </a:p>
          <a:p>
            <a:r>
              <a:rPr lang="en-US" dirty="0"/>
              <a:t>These simple slides for the body of your text can be used throughout your presentation. You can add content across one, two or three columns depending on what you need to say.</a:t>
            </a:r>
          </a:p>
          <a:p>
            <a:endParaRPr lang="en-US" dirty="0"/>
          </a:p>
          <a:p>
            <a:endParaRPr lang="en-US" dirty="0"/>
          </a:p>
        </p:txBody>
      </p:sp>
      <p:sp>
        <p:nvSpPr>
          <p:cNvPr id="12" name="Content Placeholder 11">
            <a:extLst>
              <a:ext uri="{FF2B5EF4-FFF2-40B4-BE49-F238E27FC236}">
                <a16:creationId xmlns:a16="http://schemas.microsoft.com/office/drawing/2014/main" id="{FD4530FA-B1D1-1C4A-BB02-0122D6906A5F}"/>
              </a:ext>
            </a:extLst>
          </p:cNvPr>
          <p:cNvSpPr>
            <a:spLocks noGrp="1"/>
          </p:cNvSpPr>
          <p:nvPr>
            <p:ph idx="10"/>
          </p:nvPr>
        </p:nvSpPr>
        <p:spPr>
          <a:xfrm>
            <a:off x="5972175" y="1784549"/>
            <a:ext cx="5143500" cy="1785104"/>
          </a:xfrm>
        </p:spPr>
        <p:txBody>
          <a:bodyPr/>
          <a:lstStyle/>
          <a:p>
            <a:r>
              <a:rPr lang="en-US" b="1" dirty="0">
                <a:solidFill>
                  <a:srgbClr val="FF0A0A"/>
                </a:solidFill>
              </a:rPr>
              <a:t>A few tips for adding content</a:t>
            </a:r>
          </a:p>
          <a:p>
            <a:pPr marL="285750" indent="-285750">
              <a:buFont typeface="Arial" panose="020B0604020202020204" pitchFamily="34" charset="0"/>
              <a:buChar char="•"/>
            </a:pPr>
            <a:r>
              <a:rPr lang="en-US" dirty="0"/>
              <a:t>Keep bullets in a list of no more than 4 or 5 points</a:t>
            </a:r>
          </a:p>
          <a:p>
            <a:pPr marL="285750" indent="-285750">
              <a:buFont typeface="Arial" panose="020B0604020202020204" pitchFamily="34" charset="0"/>
              <a:buChar char="•"/>
            </a:pPr>
            <a:r>
              <a:rPr lang="en-US" dirty="0"/>
              <a:t>Keep copy simple and straightforward, so complex information is easy to digest</a:t>
            </a:r>
          </a:p>
          <a:p>
            <a:endParaRPr lang="en-US" dirty="0"/>
          </a:p>
          <a:p>
            <a:endParaRPr lang="en-US" dirty="0"/>
          </a:p>
        </p:txBody>
      </p:sp>
      <p:sp>
        <p:nvSpPr>
          <p:cNvPr id="4" name="Title 3"/>
          <p:cNvSpPr>
            <a:spLocks noGrp="1"/>
          </p:cNvSpPr>
          <p:nvPr>
            <p:ph type="title"/>
          </p:nvPr>
        </p:nvSpPr>
        <p:spPr/>
        <p:txBody>
          <a:bodyPr/>
          <a:lstStyle/>
          <a:p>
            <a:r>
              <a:rPr lang="en-US" dirty="0"/>
              <a:t>Keep titles short and snappy</a:t>
            </a:r>
          </a:p>
        </p:txBody>
      </p:sp>
      <p:sp>
        <p:nvSpPr>
          <p:cNvPr id="9" name="Text Placeholder 8">
            <a:extLst>
              <a:ext uri="{FF2B5EF4-FFF2-40B4-BE49-F238E27FC236}">
                <a16:creationId xmlns:a16="http://schemas.microsoft.com/office/drawing/2014/main" id="{9972D73E-595A-8143-97C0-482C4CD9A890}"/>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80147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89307DA-71E1-2F42-94F3-A85B08803343}"/>
              </a:ext>
            </a:extLst>
          </p:cNvPr>
          <p:cNvSpPr>
            <a:spLocks noGrp="1"/>
          </p:cNvSpPr>
          <p:nvPr>
            <p:ph idx="1"/>
          </p:nvPr>
        </p:nvSpPr>
        <p:spPr>
          <a:xfrm>
            <a:off x="587375" y="1784549"/>
            <a:ext cx="3348000" cy="1061829"/>
          </a:xfrm>
        </p:spPr>
        <p:txBody>
          <a:bodyPr/>
          <a:lstStyle/>
          <a:p>
            <a:r>
              <a:rPr lang="en-US" b="1" dirty="0">
                <a:solidFill>
                  <a:srgbClr val="FF0A0A"/>
                </a:solidFill>
              </a:rPr>
              <a:t>Why not add a short introduction in red to help set the tone for your page content?</a:t>
            </a:r>
          </a:p>
          <a:p>
            <a:endParaRPr lang="en-US" dirty="0"/>
          </a:p>
        </p:txBody>
      </p:sp>
      <p:sp>
        <p:nvSpPr>
          <p:cNvPr id="14" name="Content Placeholder 13">
            <a:extLst>
              <a:ext uri="{FF2B5EF4-FFF2-40B4-BE49-F238E27FC236}">
                <a16:creationId xmlns:a16="http://schemas.microsoft.com/office/drawing/2014/main" id="{0065E6B0-C5B3-A84B-93D9-205A5F07B04A}"/>
              </a:ext>
            </a:extLst>
          </p:cNvPr>
          <p:cNvSpPr>
            <a:spLocks noGrp="1"/>
          </p:cNvSpPr>
          <p:nvPr>
            <p:ph idx="15"/>
          </p:nvPr>
        </p:nvSpPr>
        <p:spPr>
          <a:xfrm>
            <a:off x="7767675" y="1784550"/>
            <a:ext cx="3348000" cy="3154710"/>
          </a:xfrm>
        </p:spPr>
        <p:txBody>
          <a:bodyPr/>
          <a:lstStyle/>
          <a:p>
            <a:r>
              <a:rPr lang="en-US" b="1" dirty="0">
                <a:solidFill>
                  <a:srgbClr val="FF0A0A"/>
                </a:solidFill>
              </a:rPr>
              <a:t>Recommended font sizes</a:t>
            </a:r>
          </a:p>
          <a:p>
            <a:endParaRPr lang="en-US" dirty="0"/>
          </a:p>
          <a:p>
            <a:r>
              <a:rPr lang="en-US" b="1" dirty="0">
                <a:solidFill>
                  <a:srgbClr val="FF0A0A"/>
                </a:solidFill>
              </a:rPr>
              <a:t>Arial Bold for:</a:t>
            </a:r>
          </a:p>
          <a:p>
            <a:r>
              <a:rPr lang="en-US" dirty="0"/>
              <a:t>Headings 36pt+</a:t>
            </a:r>
          </a:p>
          <a:p>
            <a:r>
              <a:rPr lang="en-US" dirty="0"/>
              <a:t>Sub-headings 18pt+</a:t>
            </a:r>
          </a:p>
          <a:p>
            <a:r>
              <a:rPr lang="en-US" dirty="0"/>
              <a:t>Callouts 16pt+</a:t>
            </a:r>
          </a:p>
          <a:p>
            <a:endParaRPr lang="en-US" dirty="0"/>
          </a:p>
          <a:p>
            <a:r>
              <a:rPr lang="en-US" dirty="0">
                <a:solidFill>
                  <a:srgbClr val="FF0A0A"/>
                </a:solidFill>
              </a:rPr>
              <a:t>Arial Regular for:</a:t>
            </a:r>
          </a:p>
          <a:p>
            <a:r>
              <a:rPr lang="en-US" dirty="0"/>
              <a:t>Copy 12pt+</a:t>
            </a:r>
          </a:p>
          <a:p>
            <a:r>
              <a:rPr lang="en-US" dirty="0"/>
              <a:t>Bullets 12pt+</a:t>
            </a:r>
          </a:p>
        </p:txBody>
      </p:sp>
      <p:sp>
        <p:nvSpPr>
          <p:cNvPr id="15" name="Content Placeholder 14">
            <a:extLst>
              <a:ext uri="{FF2B5EF4-FFF2-40B4-BE49-F238E27FC236}">
                <a16:creationId xmlns:a16="http://schemas.microsoft.com/office/drawing/2014/main" id="{BEE3BDAC-A1B8-D345-9600-2B09B417D60F}"/>
              </a:ext>
            </a:extLst>
          </p:cNvPr>
          <p:cNvSpPr>
            <a:spLocks noGrp="1"/>
          </p:cNvSpPr>
          <p:nvPr>
            <p:ph idx="16"/>
          </p:nvPr>
        </p:nvSpPr>
        <p:spPr>
          <a:xfrm>
            <a:off x="4177525" y="1784549"/>
            <a:ext cx="3348000" cy="2446824"/>
          </a:xfrm>
        </p:spPr>
        <p:txBody>
          <a:bodyPr/>
          <a:lstStyle/>
          <a:p>
            <a:r>
              <a:rPr lang="en-US" b="1" dirty="0">
                <a:solidFill>
                  <a:srgbClr val="FF0A0A"/>
                </a:solidFill>
              </a:rPr>
              <a:t>Font sizes</a:t>
            </a:r>
          </a:p>
          <a:p>
            <a:r>
              <a:rPr lang="en-US" dirty="0"/>
              <a:t>Fonts are important when keeping your presentation consistent and on-brand. Our Brand font is either VM Circular or Arial.</a:t>
            </a:r>
          </a:p>
          <a:p>
            <a:endParaRPr lang="en-US" dirty="0"/>
          </a:p>
          <a:p>
            <a:r>
              <a:rPr lang="en-US" dirty="0"/>
              <a:t>Try to use size 12pt or above across your presentation to keep it legible and impactful.</a:t>
            </a:r>
          </a:p>
        </p:txBody>
      </p:sp>
      <p:sp>
        <p:nvSpPr>
          <p:cNvPr id="13" name="Text Placeholder 12">
            <a:extLst>
              <a:ext uri="{FF2B5EF4-FFF2-40B4-BE49-F238E27FC236}">
                <a16:creationId xmlns:a16="http://schemas.microsoft.com/office/drawing/2014/main" id="{BB11D459-1B7C-EF48-89CB-8E8A3D4321AA}"/>
              </a:ext>
            </a:extLst>
          </p:cNvPr>
          <p:cNvSpPr>
            <a:spLocks noGrp="1"/>
          </p:cNvSpPr>
          <p:nvPr>
            <p:ph type="body" sz="half" idx="2"/>
          </p:nvPr>
        </p:nvSpPr>
        <p:spPr/>
        <p:txBody>
          <a:bodyPr/>
          <a:lstStyle/>
          <a:p>
            <a:r>
              <a:rPr lang="en-US" dirty="0"/>
              <a:t>Anything longer than a few words should be used here as a sub-header.</a:t>
            </a:r>
          </a:p>
        </p:txBody>
      </p:sp>
      <p:sp>
        <p:nvSpPr>
          <p:cNvPr id="11" name="Title 10">
            <a:extLst>
              <a:ext uri="{FF2B5EF4-FFF2-40B4-BE49-F238E27FC236}">
                <a16:creationId xmlns:a16="http://schemas.microsoft.com/office/drawing/2014/main" id="{00726996-4CD7-7D4B-B764-5C3D8421BE2C}"/>
              </a:ext>
            </a:extLst>
          </p:cNvPr>
          <p:cNvSpPr>
            <a:spLocks noGrp="1"/>
          </p:cNvSpPr>
          <p:nvPr>
            <p:ph type="title"/>
          </p:nvPr>
        </p:nvSpPr>
        <p:spPr/>
        <p:txBody>
          <a:bodyPr/>
          <a:lstStyle/>
          <a:p>
            <a:r>
              <a:rPr lang="en-US" dirty="0"/>
              <a:t>Keep titles short and snappy</a:t>
            </a:r>
          </a:p>
        </p:txBody>
      </p:sp>
      <p:sp>
        <p:nvSpPr>
          <p:cNvPr id="8" name="Text Placeholder 7">
            <a:extLst>
              <a:ext uri="{FF2B5EF4-FFF2-40B4-BE49-F238E27FC236}">
                <a16:creationId xmlns:a16="http://schemas.microsoft.com/office/drawing/2014/main" id="{88C48319-C849-F941-92B7-9E5F59059D88}"/>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1881257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F01D-8948-4042-B2C5-3D73001EEE64}"/>
              </a:ext>
            </a:extLst>
          </p:cNvPr>
          <p:cNvSpPr>
            <a:spLocks noGrp="1"/>
          </p:cNvSpPr>
          <p:nvPr>
            <p:ph type="ctrTitle"/>
          </p:nvPr>
        </p:nvSpPr>
        <p:spPr>
          <a:xfrm>
            <a:off x="1258888" y="2709724"/>
            <a:ext cx="9185275" cy="664797"/>
          </a:xfrm>
        </p:spPr>
        <p:txBody>
          <a:bodyPr/>
          <a:lstStyle/>
          <a:p>
            <a:r>
              <a:rPr lang="en-US" dirty="0"/>
              <a:t>Get creative with layouts</a:t>
            </a:r>
          </a:p>
        </p:txBody>
      </p:sp>
      <p:sp>
        <p:nvSpPr>
          <p:cNvPr id="3" name="Subtitle 2">
            <a:extLst>
              <a:ext uri="{FF2B5EF4-FFF2-40B4-BE49-F238E27FC236}">
                <a16:creationId xmlns:a16="http://schemas.microsoft.com/office/drawing/2014/main" id="{AACD2371-805C-164E-8F79-234BC54E07E9}"/>
              </a:ext>
            </a:extLst>
          </p:cNvPr>
          <p:cNvSpPr>
            <a:spLocks noGrp="1"/>
          </p:cNvSpPr>
          <p:nvPr>
            <p:ph type="subTitle" idx="1"/>
          </p:nvPr>
        </p:nvSpPr>
        <p:spPr>
          <a:xfrm>
            <a:off x="1258888" y="3398031"/>
            <a:ext cx="9185275" cy="430887"/>
          </a:xfrm>
        </p:spPr>
        <p:txBody>
          <a:bodyPr/>
          <a:lstStyle/>
          <a:p>
            <a:r>
              <a:rPr lang="en-US" dirty="0"/>
              <a:t>An easy way to add personality to your presentations.</a:t>
            </a:r>
          </a:p>
        </p:txBody>
      </p:sp>
      <p:sp>
        <p:nvSpPr>
          <p:cNvPr id="7" name="Text Placeholder 6">
            <a:extLst>
              <a:ext uri="{FF2B5EF4-FFF2-40B4-BE49-F238E27FC236}">
                <a16:creationId xmlns:a16="http://schemas.microsoft.com/office/drawing/2014/main" id="{BADEDE5B-D10D-EB47-A9C1-18FD37B26BC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406212374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D18C381-0627-9F45-B89C-E119831DA70A}"/>
              </a:ext>
            </a:extLst>
          </p:cNvPr>
          <p:cNvSpPr>
            <a:spLocks noGrp="1"/>
          </p:cNvSpPr>
          <p:nvPr>
            <p:ph type="body" sz="half" idx="2"/>
          </p:nvPr>
        </p:nvSpPr>
        <p:spPr/>
        <p:txBody>
          <a:bodyPr/>
          <a:lstStyle/>
          <a:p>
            <a:r>
              <a:rPr lang="en-US" b="1" dirty="0"/>
              <a:t>Tell your story</a:t>
            </a:r>
          </a:p>
        </p:txBody>
      </p:sp>
      <p:sp>
        <p:nvSpPr>
          <p:cNvPr id="4" name="Title 3">
            <a:extLst>
              <a:ext uri="{FF2B5EF4-FFF2-40B4-BE49-F238E27FC236}">
                <a16:creationId xmlns:a16="http://schemas.microsoft.com/office/drawing/2014/main" id="{A038D6BA-0BE9-2644-9930-4005C69DF91B}"/>
              </a:ext>
            </a:extLst>
          </p:cNvPr>
          <p:cNvSpPr>
            <a:spLocks noGrp="1"/>
          </p:cNvSpPr>
          <p:nvPr>
            <p:ph type="title"/>
          </p:nvPr>
        </p:nvSpPr>
        <p:spPr>
          <a:xfrm>
            <a:off x="558244" y="426048"/>
            <a:ext cx="4727575" cy="3046988"/>
          </a:xfrm>
        </p:spPr>
        <p:txBody>
          <a:bodyPr/>
          <a:lstStyle/>
          <a:p>
            <a:r>
              <a:rPr lang="en-US" sz="4400" dirty="0">
                <a:solidFill>
                  <a:schemeClr val="accent1"/>
                </a:solidFill>
              </a:rPr>
              <a:t>A little planning takes a good PowerPoint </a:t>
            </a:r>
            <a:br>
              <a:rPr lang="en-US" sz="4400" dirty="0">
                <a:solidFill>
                  <a:schemeClr val="tx2"/>
                </a:solidFill>
              </a:rPr>
            </a:br>
            <a:r>
              <a:rPr lang="en-US" sz="4400" dirty="0">
                <a:solidFill>
                  <a:schemeClr val="tx2"/>
                </a:solidFill>
              </a:rPr>
              <a:t>to a great presentation</a:t>
            </a:r>
          </a:p>
        </p:txBody>
      </p:sp>
      <p:sp>
        <p:nvSpPr>
          <p:cNvPr id="10" name="Content Placeholder 9">
            <a:extLst>
              <a:ext uri="{FF2B5EF4-FFF2-40B4-BE49-F238E27FC236}">
                <a16:creationId xmlns:a16="http://schemas.microsoft.com/office/drawing/2014/main" id="{0EC3CC8A-3D56-7449-B9C0-637CBF2A66CF}"/>
              </a:ext>
            </a:extLst>
          </p:cNvPr>
          <p:cNvSpPr>
            <a:spLocks noGrp="1"/>
          </p:cNvSpPr>
          <p:nvPr>
            <p:ph idx="1"/>
          </p:nvPr>
        </p:nvSpPr>
        <p:spPr>
          <a:xfrm>
            <a:off x="6410324" y="1310937"/>
            <a:ext cx="4727575" cy="4231928"/>
          </a:xfrm>
        </p:spPr>
        <p:txBody>
          <a:bodyPr/>
          <a:lstStyle/>
          <a:p>
            <a:r>
              <a:rPr lang="en-US" dirty="0"/>
              <a:t>These slide layouts are created to work together, so you can mix and match to be creative in how you tell your story and keep your audience awake and engaged.</a:t>
            </a:r>
          </a:p>
          <a:p>
            <a:endParaRPr lang="en-US" dirty="0"/>
          </a:p>
          <a:p>
            <a:r>
              <a:rPr lang="en-US" dirty="0"/>
              <a:t>To add a new blank slide, go to the ‘New Slide’ menu where you’ll find a variety of template layouts to choose from.</a:t>
            </a:r>
          </a:p>
          <a:p>
            <a:endParaRPr lang="en-US" dirty="0"/>
          </a:p>
          <a:p>
            <a:r>
              <a:rPr lang="en-US" dirty="0"/>
              <a:t>Take your time to tell your story across a few different slides. Think about how you structure your story with a start, middle and end.</a:t>
            </a:r>
          </a:p>
          <a:p>
            <a:endParaRPr lang="en-US" dirty="0"/>
          </a:p>
          <a:p>
            <a:r>
              <a:rPr lang="en-US" dirty="0"/>
              <a:t>And remember to always keep it simple.</a:t>
            </a:r>
          </a:p>
          <a:p>
            <a:endParaRPr lang="en-US" dirty="0"/>
          </a:p>
        </p:txBody>
      </p:sp>
      <p:sp>
        <p:nvSpPr>
          <p:cNvPr id="13" name="Text Placeholder 12">
            <a:extLst>
              <a:ext uri="{FF2B5EF4-FFF2-40B4-BE49-F238E27FC236}">
                <a16:creationId xmlns:a16="http://schemas.microsoft.com/office/drawing/2014/main" id="{FB6F6837-8377-E240-AD35-40AA172DF54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05604005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ED9A-51A9-A349-BCB7-0AF6FDFCE0C8}"/>
              </a:ext>
            </a:extLst>
          </p:cNvPr>
          <p:cNvSpPr>
            <a:spLocks noGrp="1"/>
          </p:cNvSpPr>
          <p:nvPr>
            <p:ph type="title"/>
          </p:nvPr>
        </p:nvSpPr>
        <p:spPr/>
        <p:txBody>
          <a:bodyPr/>
          <a:lstStyle/>
          <a:p>
            <a:r>
              <a:rPr lang="en-US" dirty="0"/>
              <a:t>Have fun with layouts and icons</a:t>
            </a:r>
          </a:p>
        </p:txBody>
      </p:sp>
      <p:sp>
        <p:nvSpPr>
          <p:cNvPr id="3" name="Text Placeholder 2">
            <a:extLst>
              <a:ext uri="{FF2B5EF4-FFF2-40B4-BE49-F238E27FC236}">
                <a16:creationId xmlns:a16="http://schemas.microsoft.com/office/drawing/2014/main" id="{6384059D-9EC1-2647-B15E-3A476AAA54DB}"/>
              </a:ext>
            </a:extLst>
          </p:cNvPr>
          <p:cNvSpPr>
            <a:spLocks noGrp="1"/>
          </p:cNvSpPr>
          <p:nvPr>
            <p:ph type="body" sz="half" idx="2"/>
          </p:nvPr>
        </p:nvSpPr>
        <p:spPr/>
        <p:txBody>
          <a:bodyPr/>
          <a:lstStyle/>
          <a:p>
            <a:r>
              <a:rPr lang="en-US" dirty="0"/>
              <a:t>Effective use of icons and slide layouts can help bring your message to life.</a:t>
            </a:r>
          </a:p>
        </p:txBody>
      </p:sp>
      <p:sp>
        <p:nvSpPr>
          <p:cNvPr id="11" name="Text Placeholder 10">
            <a:extLst>
              <a:ext uri="{FF2B5EF4-FFF2-40B4-BE49-F238E27FC236}">
                <a16:creationId xmlns:a16="http://schemas.microsoft.com/office/drawing/2014/main" id="{8AAE407E-C640-044E-AABD-38E0FDF82404}"/>
              </a:ext>
            </a:extLst>
          </p:cNvPr>
          <p:cNvSpPr>
            <a:spLocks noGrp="1"/>
          </p:cNvSpPr>
          <p:nvPr>
            <p:ph type="body" sz="quarter" idx="11"/>
          </p:nvPr>
        </p:nvSpPr>
        <p:spPr/>
        <p:txBody>
          <a:bodyPr/>
          <a:lstStyle/>
          <a:p>
            <a:endParaRPr lang="en-US" dirty="0"/>
          </a:p>
        </p:txBody>
      </p:sp>
      <p:sp>
        <p:nvSpPr>
          <p:cNvPr id="47" name="Content Placeholder 29">
            <a:extLst>
              <a:ext uri="{FF2B5EF4-FFF2-40B4-BE49-F238E27FC236}">
                <a16:creationId xmlns:a16="http://schemas.microsoft.com/office/drawing/2014/main" id="{DBD94B84-7ADB-3545-9AB6-F799288ED388}"/>
              </a:ext>
            </a:extLst>
          </p:cNvPr>
          <p:cNvSpPr txBox="1">
            <a:spLocks/>
          </p:cNvSpPr>
          <p:nvPr/>
        </p:nvSpPr>
        <p:spPr>
          <a:xfrm>
            <a:off x="2798729" y="3755615"/>
            <a:ext cx="1627200" cy="1610697"/>
          </a:xfrm>
          <a:prstGeom prst="rect">
            <a:avLst/>
          </a:prstGeom>
        </p:spPr>
        <p:txBody>
          <a:bodyPr vert="horz" wrap="square" lIns="0" tIns="0" rIns="0" bIns="0" rtlCol="0">
            <a:spAutoFit/>
          </a:bodyPr>
          <a:lstStyle>
            <a:lvl1pPr marL="0" indent="0" algn="l" defTabSz="877733" rtl="0" eaLnBrk="1" latinLnBrk="0" hangingPunct="1">
              <a:lnSpc>
                <a:spcPct val="100000"/>
              </a:lnSpc>
              <a:spcBef>
                <a:spcPts val="768"/>
              </a:spcBef>
              <a:buClr>
                <a:schemeClr val="accent1"/>
              </a:buClr>
              <a:buFont typeface="Arial" panose="020B0604020202020204" pitchFamily="34" charset="0"/>
              <a:buNone/>
              <a:defRPr sz="1600"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1pPr>
            <a:lvl2pPr marL="180000" indent="-180000" algn="l" defTabSz="877733" rtl="0" eaLnBrk="1" latinLnBrk="0" hangingPunct="1">
              <a:lnSpc>
                <a:spcPct val="100000"/>
              </a:lnSpc>
              <a:spcBef>
                <a:spcPts val="768"/>
              </a:spcBef>
              <a:buClr>
                <a:schemeClr val="accent1"/>
              </a:buClr>
              <a:buFont typeface="Arial" charset="0"/>
              <a:buChar char="•"/>
              <a:defRPr sz="1600"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2pPr>
            <a:lvl3pPr marL="360000" indent="-180000" algn="l" defTabSz="877733" rtl="0" eaLnBrk="1" latinLnBrk="0" hangingPunct="1">
              <a:lnSpc>
                <a:spcPct val="100000"/>
              </a:lnSpc>
              <a:spcBef>
                <a:spcPts val="768"/>
              </a:spcBef>
              <a:buClr>
                <a:schemeClr val="accent1"/>
              </a:buClr>
              <a:buFont typeface="Arial" panose="020B0604020202020204" pitchFamily="34" charset="0"/>
              <a:buChar char="•"/>
              <a:defRPr sz="1600"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3pPr>
            <a:lvl4pPr marL="541338" indent="-182563" algn="l" defTabSz="877733" rtl="0" eaLnBrk="1" latinLnBrk="0" hangingPunct="1">
              <a:lnSpc>
                <a:spcPct val="100000"/>
              </a:lnSpc>
              <a:spcBef>
                <a:spcPts val="768"/>
              </a:spcBef>
              <a:buClr>
                <a:schemeClr val="accent1"/>
              </a:buClr>
              <a:buFont typeface="Arial" charset="0"/>
              <a:buChar char="•"/>
              <a:defRPr sz="1400" b="0" i="0" kern="1200">
                <a:solidFill>
                  <a:srgbClr val="322332"/>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4pPr>
            <a:lvl5pPr marL="1974898"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5pPr>
            <a:lvl6pPr marL="2413765"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6pPr>
            <a:lvl7pPr marL="2852631"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7pPr>
            <a:lvl8pPr marL="3291497"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8pPr>
            <a:lvl9pPr marL="3730363"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9pPr>
          </a:lstStyle>
          <a:p>
            <a:pPr algn="ctr"/>
            <a:r>
              <a:rPr lang="en-US" sz="1800" b="1" dirty="0">
                <a:solidFill>
                  <a:srgbClr val="FF0000"/>
                </a:solidFill>
                <a:latin typeface="Arial Bold"/>
                <a:cs typeface="VM Circular Shout Bold" panose="020B0804020101010102" pitchFamily="34" charset="0"/>
              </a:rPr>
              <a:t>Helpful icons</a:t>
            </a:r>
          </a:p>
          <a:p>
            <a:pPr algn="ctr"/>
            <a:r>
              <a:rPr lang="en-US" dirty="0">
                <a:solidFill>
                  <a:schemeClr val="bg1"/>
                </a:solidFill>
                <a:latin typeface="Arial Regular"/>
              </a:rPr>
              <a:t>Use icons and roundels from the PowerPoint toolkit to make your point</a:t>
            </a:r>
          </a:p>
        </p:txBody>
      </p:sp>
      <p:sp>
        <p:nvSpPr>
          <p:cNvPr id="48" name="Content Placeholder 30">
            <a:extLst>
              <a:ext uri="{FF2B5EF4-FFF2-40B4-BE49-F238E27FC236}">
                <a16:creationId xmlns:a16="http://schemas.microsoft.com/office/drawing/2014/main" id="{6F4B3FEC-0680-454F-860C-7ACAFB84DFBB}"/>
              </a:ext>
            </a:extLst>
          </p:cNvPr>
          <p:cNvSpPr>
            <a:spLocks noGrp="1"/>
          </p:cNvSpPr>
          <p:nvPr>
            <p:ph idx="15"/>
          </p:nvPr>
        </p:nvSpPr>
        <p:spPr>
          <a:xfrm>
            <a:off x="7327891" y="3755615"/>
            <a:ext cx="1627200" cy="1338828"/>
          </a:xfrm>
        </p:spPr>
        <p:txBody>
          <a:bodyPr/>
          <a:lstStyle/>
          <a:p>
            <a:pPr algn="ctr"/>
            <a:r>
              <a:rPr lang="en-US" sz="1800" b="1" dirty="0">
                <a:solidFill>
                  <a:srgbClr val="FF0000"/>
                </a:solidFill>
                <a:latin typeface="Arial Bold"/>
                <a:cs typeface="VM Circular Shout Bold" panose="020B0804020101010102" pitchFamily="34" charset="0"/>
              </a:rPr>
              <a:t>Audience first</a:t>
            </a:r>
          </a:p>
          <a:p>
            <a:pPr algn="ctr"/>
            <a:r>
              <a:rPr lang="en-US" dirty="0"/>
              <a:t>It’s important to adapt your content to suit your audience</a:t>
            </a:r>
          </a:p>
        </p:txBody>
      </p:sp>
      <p:sp>
        <p:nvSpPr>
          <p:cNvPr id="49" name="Content Placeholder 32">
            <a:extLst>
              <a:ext uri="{FF2B5EF4-FFF2-40B4-BE49-F238E27FC236}">
                <a16:creationId xmlns:a16="http://schemas.microsoft.com/office/drawing/2014/main" id="{30DAF7A6-4F3F-9C46-9745-05DE84D7D55F}"/>
              </a:ext>
            </a:extLst>
          </p:cNvPr>
          <p:cNvSpPr>
            <a:spLocks noGrp="1"/>
          </p:cNvSpPr>
          <p:nvPr>
            <p:ph idx="16"/>
          </p:nvPr>
        </p:nvSpPr>
        <p:spPr>
          <a:xfrm>
            <a:off x="5117469" y="3755615"/>
            <a:ext cx="1627200" cy="1092607"/>
          </a:xfrm>
        </p:spPr>
        <p:txBody>
          <a:bodyPr/>
          <a:lstStyle/>
          <a:p>
            <a:pPr algn="ctr"/>
            <a:r>
              <a:rPr lang="en-US" sz="1800" b="1" dirty="0">
                <a:solidFill>
                  <a:srgbClr val="FF0000"/>
                </a:solidFill>
                <a:latin typeface="Arial Bold"/>
                <a:cs typeface="VM Circular Shout Bold" panose="020B0804020101010102" pitchFamily="34" charset="0"/>
              </a:rPr>
              <a:t>Keep it pointy</a:t>
            </a:r>
          </a:p>
          <a:p>
            <a:pPr algn="ctr"/>
            <a:r>
              <a:rPr lang="en-US" dirty="0"/>
              <a:t>Try to keep your key points short and sweet</a:t>
            </a:r>
          </a:p>
        </p:txBody>
      </p:sp>
      <p:sp>
        <p:nvSpPr>
          <p:cNvPr id="50" name="Freeform 97">
            <a:extLst>
              <a:ext uri="{FF2B5EF4-FFF2-40B4-BE49-F238E27FC236}">
                <a16:creationId xmlns:a16="http://schemas.microsoft.com/office/drawing/2014/main" id="{095C1C4A-BB66-FB4E-BC4E-F37D40A42073}"/>
              </a:ext>
            </a:extLst>
          </p:cNvPr>
          <p:cNvSpPr>
            <a:spLocks noChangeAspect="1"/>
          </p:cNvSpPr>
          <p:nvPr/>
        </p:nvSpPr>
        <p:spPr bwMode="auto">
          <a:xfrm>
            <a:off x="548792" y="2088459"/>
            <a:ext cx="1493046" cy="1502932"/>
          </a:xfrm>
          <a:custGeom>
            <a:avLst/>
            <a:gdLst>
              <a:gd name="T0" fmla="*/ 564 w 564"/>
              <a:gd name="T1" fmla="*/ 283 h 566"/>
              <a:gd name="T2" fmla="*/ 544 w 564"/>
              <a:gd name="T3" fmla="*/ 321 h 566"/>
              <a:gd name="T4" fmla="*/ 552 w 564"/>
              <a:gd name="T5" fmla="*/ 363 h 566"/>
              <a:gd name="T6" fmla="*/ 522 w 564"/>
              <a:gd name="T7" fmla="*/ 394 h 566"/>
              <a:gd name="T8" fmla="*/ 519 w 564"/>
              <a:gd name="T9" fmla="*/ 437 h 566"/>
              <a:gd name="T10" fmla="*/ 482 w 564"/>
              <a:gd name="T11" fmla="*/ 458 h 566"/>
              <a:gd name="T12" fmla="*/ 466 w 564"/>
              <a:gd name="T13" fmla="*/ 498 h 566"/>
              <a:gd name="T14" fmla="*/ 425 w 564"/>
              <a:gd name="T15" fmla="*/ 507 h 566"/>
              <a:gd name="T16" fmla="*/ 399 w 564"/>
              <a:gd name="T17" fmla="*/ 542 h 566"/>
              <a:gd name="T18" fmla="*/ 356 w 564"/>
              <a:gd name="T19" fmla="*/ 539 h 566"/>
              <a:gd name="T20" fmla="*/ 322 w 564"/>
              <a:gd name="T21" fmla="*/ 564 h 566"/>
              <a:gd name="T22" fmla="*/ 282 w 564"/>
              <a:gd name="T23" fmla="*/ 550 h 566"/>
              <a:gd name="T24" fmla="*/ 242 w 564"/>
              <a:gd name="T25" fmla="*/ 564 h 566"/>
              <a:gd name="T26" fmla="*/ 207 w 564"/>
              <a:gd name="T27" fmla="*/ 539 h 566"/>
              <a:gd name="T28" fmla="*/ 165 w 564"/>
              <a:gd name="T29" fmla="*/ 542 h 566"/>
              <a:gd name="T30" fmla="*/ 139 w 564"/>
              <a:gd name="T31" fmla="*/ 507 h 566"/>
              <a:gd name="T32" fmla="*/ 97 w 564"/>
              <a:gd name="T33" fmla="*/ 498 h 566"/>
              <a:gd name="T34" fmla="*/ 82 w 564"/>
              <a:gd name="T35" fmla="*/ 458 h 566"/>
              <a:gd name="T36" fmla="*/ 45 w 564"/>
              <a:gd name="T37" fmla="*/ 437 h 566"/>
              <a:gd name="T38" fmla="*/ 41 w 564"/>
              <a:gd name="T39" fmla="*/ 394 h 566"/>
              <a:gd name="T40" fmla="*/ 12 w 564"/>
              <a:gd name="T41" fmla="*/ 363 h 566"/>
              <a:gd name="T42" fmla="*/ 20 w 564"/>
              <a:gd name="T43" fmla="*/ 321 h 566"/>
              <a:gd name="T44" fmla="*/ 0 w 564"/>
              <a:gd name="T45" fmla="*/ 283 h 566"/>
              <a:gd name="T46" fmla="*/ 20 w 564"/>
              <a:gd name="T47" fmla="*/ 245 h 566"/>
              <a:gd name="T48" fmla="*/ 12 w 564"/>
              <a:gd name="T49" fmla="*/ 203 h 566"/>
              <a:gd name="T50" fmla="*/ 41 w 564"/>
              <a:gd name="T51" fmla="*/ 172 h 566"/>
              <a:gd name="T52" fmla="*/ 45 w 564"/>
              <a:gd name="T53" fmla="*/ 129 h 566"/>
              <a:gd name="T54" fmla="*/ 82 w 564"/>
              <a:gd name="T55" fmla="*/ 108 h 566"/>
              <a:gd name="T56" fmla="*/ 97 w 564"/>
              <a:gd name="T57" fmla="*/ 68 h 566"/>
              <a:gd name="T58" fmla="*/ 139 w 564"/>
              <a:gd name="T59" fmla="*/ 58 h 566"/>
              <a:gd name="T60" fmla="*/ 165 w 564"/>
              <a:gd name="T61" fmla="*/ 24 h 566"/>
              <a:gd name="T62" fmla="*/ 207 w 564"/>
              <a:gd name="T63" fmla="*/ 27 h 566"/>
              <a:gd name="T64" fmla="*/ 242 w 564"/>
              <a:gd name="T65" fmla="*/ 1 h 566"/>
              <a:gd name="T66" fmla="*/ 282 w 564"/>
              <a:gd name="T67" fmla="*/ 16 h 566"/>
              <a:gd name="T68" fmla="*/ 322 w 564"/>
              <a:gd name="T69" fmla="*/ 1 h 566"/>
              <a:gd name="T70" fmla="*/ 356 w 564"/>
              <a:gd name="T71" fmla="*/ 27 h 566"/>
              <a:gd name="T72" fmla="*/ 399 w 564"/>
              <a:gd name="T73" fmla="*/ 24 h 566"/>
              <a:gd name="T74" fmla="*/ 425 w 564"/>
              <a:gd name="T75" fmla="*/ 58 h 566"/>
              <a:gd name="T76" fmla="*/ 466 w 564"/>
              <a:gd name="T77" fmla="*/ 68 h 566"/>
              <a:gd name="T78" fmla="*/ 482 w 564"/>
              <a:gd name="T79" fmla="*/ 108 h 566"/>
              <a:gd name="T80" fmla="*/ 519 w 564"/>
              <a:gd name="T81" fmla="*/ 129 h 566"/>
              <a:gd name="T82" fmla="*/ 522 w 564"/>
              <a:gd name="T83" fmla="*/ 172 h 566"/>
              <a:gd name="T84" fmla="*/ 552 w 564"/>
              <a:gd name="T85" fmla="*/ 203 h 566"/>
              <a:gd name="T86" fmla="*/ 544 w 564"/>
              <a:gd name="T87" fmla="*/ 245 h 566"/>
              <a:gd name="T88" fmla="*/ 564 w 564"/>
              <a:gd name="T89" fmla="*/ 283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4" h="566">
                <a:moveTo>
                  <a:pt x="564" y="283"/>
                </a:moveTo>
                <a:cubicBezTo>
                  <a:pt x="564" y="296"/>
                  <a:pt x="545" y="308"/>
                  <a:pt x="544" y="321"/>
                </a:cubicBezTo>
                <a:cubicBezTo>
                  <a:pt x="542" y="334"/>
                  <a:pt x="556" y="350"/>
                  <a:pt x="552" y="363"/>
                </a:cubicBezTo>
                <a:cubicBezTo>
                  <a:pt x="548" y="376"/>
                  <a:pt x="528" y="382"/>
                  <a:pt x="522" y="394"/>
                </a:cubicBezTo>
                <a:cubicBezTo>
                  <a:pt x="517" y="406"/>
                  <a:pt x="526" y="426"/>
                  <a:pt x="519" y="437"/>
                </a:cubicBezTo>
                <a:cubicBezTo>
                  <a:pt x="512" y="448"/>
                  <a:pt x="490" y="448"/>
                  <a:pt x="482" y="458"/>
                </a:cubicBezTo>
                <a:cubicBezTo>
                  <a:pt x="473" y="467"/>
                  <a:pt x="476" y="489"/>
                  <a:pt x="466" y="498"/>
                </a:cubicBezTo>
                <a:cubicBezTo>
                  <a:pt x="457" y="506"/>
                  <a:pt x="436" y="500"/>
                  <a:pt x="425" y="507"/>
                </a:cubicBezTo>
                <a:cubicBezTo>
                  <a:pt x="414" y="514"/>
                  <a:pt x="411" y="536"/>
                  <a:pt x="399" y="542"/>
                </a:cubicBezTo>
                <a:cubicBezTo>
                  <a:pt x="387" y="547"/>
                  <a:pt x="369" y="535"/>
                  <a:pt x="356" y="539"/>
                </a:cubicBezTo>
                <a:cubicBezTo>
                  <a:pt x="344" y="543"/>
                  <a:pt x="335" y="562"/>
                  <a:pt x="322" y="564"/>
                </a:cubicBezTo>
                <a:cubicBezTo>
                  <a:pt x="309" y="566"/>
                  <a:pt x="295" y="550"/>
                  <a:pt x="282" y="550"/>
                </a:cubicBezTo>
                <a:cubicBezTo>
                  <a:pt x="269" y="550"/>
                  <a:pt x="255" y="566"/>
                  <a:pt x="242" y="564"/>
                </a:cubicBezTo>
                <a:cubicBezTo>
                  <a:pt x="229" y="562"/>
                  <a:pt x="220" y="543"/>
                  <a:pt x="207" y="539"/>
                </a:cubicBezTo>
                <a:cubicBezTo>
                  <a:pt x="195" y="535"/>
                  <a:pt x="177" y="547"/>
                  <a:pt x="165" y="542"/>
                </a:cubicBezTo>
                <a:cubicBezTo>
                  <a:pt x="153" y="536"/>
                  <a:pt x="150" y="514"/>
                  <a:pt x="139" y="507"/>
                </a:cubicBezTo>
                <a:cubicBezTo>
                  <a:pt x="128" y="500"/>
                  <a:pt x="107" y="506"/>
                  <a:pt x="97" y="498"/>
                </a:cubicBezTo>
                <a:cubicBezTo>
                  <a:pt x="88" y="489"/>
                  <a:pt x="91" y="467"/>
                  <a:pt x="82" y="458"/>
                </a:cubicBezTo>
                <a:cubicBezTo>
                  <a:pt x="74" y="448"/>
                  <a:pt x="52" y="448"/>
                  <a:pt x="45" y="437"/>
                </a:cubicBezTo>
                <a:cubicBezTo>
                  <a:pt x="38" y="426"/>
                  <a:pt x="47" y="406"/>
                  <a:pt x="41" y="394"/>
                </a:cubicBezTo>
                <a:cubicBezTo>
                  <a:pt x="36" y="382"/>
                  <a:pt x="15" y="376"/>
                  <a:pt x="12" y="363"/>
                </a:cubicBezTo>
                <a:cubicBezTo>
                  <a:pt x="8" y="350"/>
                  <a:pt x="22" y="334"/>
                  <a:pt x="20" y="321"/>
                </a:cubicBezTo>
                <a:cubicBezTo>
                  <a:pt x="18" y="308"/>
                  <a:pt x="0" y="296"/>
                  <a:pt x="0" y="283"/>
                </a:cubicBezTo>
                <a:cubicBezTo>
                  <a:pt x="0" y="270"/>
                  <a:pt x="18" y="258"/>
                  <a:pt x="20" y="245"/>
                </a:cubicBezTo>
                <a:cubicBezTo>
                  <a:pt x="22" y="232"/>
                  <a:pt x="8" y="215"/>
                  <a:pt x="12" y="203"/>
                </a:cubicBezTo>
                <a:cubicBezTo>
                  <a:pt x="15" y="190"/>
                  <a:pt x="36" y="184"/>
                  <a:pt x="41" y="172"/>
                </a:cubicBezTo>
                <a:cubicBezTo>
                  <a:pt x="47" y="160"/>
                  <a:pt x="38" y="140"/>
                  <a:pt x="45" y="129"/>
                </a:cubicBezTo>
                <a:cubicBezTo>
                  <a:pt x="52" y="118"/>
                  <a:pt x="74" y="118"/>
                  <a:pt x="82" y="108"/>
                </a:cubicBezTo>
                <a:cubicBezTo>
                  <a:pt x="91" y="98"/>
                  <a:pt x="88" y="77"/>
                  <a:pt x="97" y="68"/>
                </a:cubicBezTo>
                <a:cubicBezTo>
                  <a:pt x="107" y="59"/>
                  <a:pt x="128" y="65"/>
                  <a:pt x="139" y="58"/>
                </a:cubicBezTo>
                <a:cubicBezTo>
                  <a:pt x="150" y="51"/>
                  <a:pt x="153" y="30"/>
                  <a:pt x="165" y="24"/>
                </a:cubicBezTo>
                <a:cubicBezTo>
                  <a:pt x="177" y="19"/>
                  <a:pt x="195" y="30"/>
                  <a:pt x="207" y="27"/>
                </a:cubicBezTo>
                <a:cubicBezTo>
                  <a:pt x="220" y="23"/>
                  <a:pt x="229" y="3"/>
                  <a:pt x="242" y="1"/>
                </a:cubicBezTo>
                <a:cubicBezTo>
                  <a:pt x="255" y="0"/>
                  <a:pt x="269" y="16"/>
                  <a:pt x="282" y="16"/>
                </a:cubicBezTo>
                <a:cubicBezTo>
                  <a:pt x="295" y="16"/>
                  <a:pt x="309" y="0"/>
                  <a:pt x="322" y="1"/>
                </a:cubicBezTo>
                <a:cubicBezTo>
                  <a:pt x="335" y="3"/>
                  <a:pt x="344" y="23"/>
                  <a:pt x="356" y="27"/>
                </a:cubicBezTo>
                <a:cubicBezTo>
                  <a:pt x="369" y="30"/>
                  <a:pt x="387" y="19"/>
                  <a:pt x="399" y="24"/>
                </a:cubicBezTo>
                <a:cubicBezTo>
                  <a:pt x="411" y="30"/>
                  <a:pt x="414" y="51"/>
                  <a:pt x="425" y="58"/>
                </a:cubicBezTo>
                <a:cubicBezTo>
                  <a:pt x="436" y="65"/>
                  <a:pt x="457" y="59"/>
                  <a:pt x="466" y="68"/>
                </a:cubicBezTo>
                <a:cubicBezTo>
                  <a:pt x="476" y="77"/>
                  <a:pt x="473" y="98"/>
                  <a:pt x="482" y="108"/>
                </a:cubicBezTo>
                <a:cubicBezTo>
                  <a:pt x="490" y="118"/>
                  <a:pt x="512" y="118"/>
                  <a:pt x="519" y="129"/>
                </a:cubicBezTo>
                <a:cubicBezTo>
                  <a:pt x="526" y="140"/>
                  <a:pt x="517" y="160"/>
                  <a:pt x="522" y="172"/>
                </a:cubicBezTo>
                <a:cubicBezTo>
                  <a:pt x="528" y="184"/>
                  <a:pt x="548" y="190"/>
                  <a:pt x="552" y="203"/>
                </a:cubicBezTo>
                <a:cubicBezTo>
                  <a:pt x="556" y="215"/>
                  <a:pt x="542" y="232"/>
                  <a:pt x="544" y="245"/>
                </a:cubicBezTo>
                <a:cubicBezTo>
                  <a:pt x="545" y="258"/>
                  <a:pt x="564" y="270"/>
                  <a:pt x="564" y="28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400" dirty="0">
              <a:solidFill>
                <a:schemeClr val="bg2">
                  <a:lumMod val="75000"/>
                </a:schemeClr>
              </a:solidFill>
              <a:latin typeface="Arial Regular"/>
              <a:ea typeface="VM Circular Natter TT Medium" charset="0"/>
              <a:cs typeface="VM Circular Natter Medium" panose="020B0604020101010102" pitchFamily="34" charset="77"/>
            </a:endParaRPr>
          </a:p>
        </p:txBody>
      </p:sp>
      <p:sp>
        <p:nvSpPr>
          <p:cNvPr id="51" name="Freeform 97">
            <a:extLst>
              <a:ext uri="{FF2B5EF4-FFF2-40B4-BE49-F238E27FC236}">
                <a16:creationId xmlns:a16="http://schemas.microsoft.com/office/drawing/2014/main" id="{CDCB2D69-134C-4E41-9E75-6FAD4A24D90E}"/>
              </a:ext>
            </a:extLst>
          </p:cNvPr>
          <p:cNvSpPr>
            <a:spLocks noChangeAspect="1"/>
          </p:cNvSpPr>
          <p:nvPr/>
        </p:nvSpPr>
        <p:spPr bwMode="auto">
          <a:xfrm>
            <a:off x="2865806" y="2088459"/>
            <a:ext cx="1493046" cy="1502932"/>
          </a:xfrm>
          <a:custGeom>
            <a:avLst/>
            <a:gdLst>
              <a:gd name="T0" fmla="*/ 564 w 564"/>
              <a:gd name="T1" fmla="*/ 283 h 566"/>
              <a:gd name="T2" fmla="*/ 544 w 564"/>
              <a:gd name="T3" fmla="*/ 321 h 566"/>
              <a:gd name="T4" fmla="*/ 552 w 564"/>
              <a:gd name="T5" fmla="*/ 363 h 566"/>
              <a:gd name="T6" fmla="*/ 522 w 564"/>
              <a:gd name="T7" fmla="*/ 394 h 566"/>
              <a:gd name="T8" fmla="*/ 519 w 564"/>
              <a:gd name="T9" fmla="*/ 437 h 566"/>
              <a:gd name="T10" fmla="*/ 482 w 564"/>
              <a:gd name="T11" fmla="*/ 458 h 566"/>
              <a:gd name="T12" fmla="*/ 466 w 564"/>
              <a:gd name="T13" fmla="*/ 498 h 566"/>
              <a:gd name="T14" fmla="*/ 425 w 564"/>
              <a:gd name="T15" fmla="*/ 507 h 566"/>
              <a:gd name="T16" fmla="*/ 399 w 564"/>
              <a:gd name="T17" fmla="*/ 542 h 566"/>
              <a:gd name="T18" fmla="*/ 356 w 564"/>
              <a:gd name="T19" fmla="*/ 539 h 566"/>
              <a:gd name="T20" fmla="*/ 322 w 564"/>
              <a:gd name="T21" fmla="*/ 564 h 566"/>
              <a:gd name="T22" fmla="*/ 282 w 564"/>
              <a:gd name="T23" fmla="*/ 550 h 566"/>
              <a:gd name="T24" fmla="*/ 242 w 564"/>
              <a:gd name="T25" fmla="*/ 564 h 566"/>
              <a:gd name="T26" fmla="*/ 207 w 564"/>
              <a:gd name="T27" fmla="*/ 539 h 566"/>
              <a:gd name="T28" fmla="*/ 165 w 564"/>
              <a:gd name="T29" fmla="*/ 542 h 566"/>
              <a:gd name="T30" fmla="*/ 139 w 564"/>
              <a:gd name="T31" fmla="*/ 507 h 566"/>
              <a:gd name="T32" fmla="*/ 97 w 564"/>
              <a:gd name="T33" fmla="*/ 498 h 566"/>
              <a:gd name="T34" fmla="*/ 82 w 564"/>
              <a:gd name="T35" fmla="*/ 458 h 566"/>
              <a:gd name="T36" fmla="*/ 45 w 564"/>
              <a:gd name="T37" fmla="*/ 437 h 566"/>
              <a:gd name="T38" fmla="*/ 41 w 564"/>
              <a:gd name="T39" fmla="*/ 394 h 566"/>
              <a:gd name="T40" fmla="*/ 12 w 564"/>
              <a:gd name="T41" fmla="*/ 363 h 566"/>
              <a:gd name="T42" fmla="*/ 20 w 564"/>
              <a:gd name="T43" fmla="*/ 321 h 566"/>
              <a:gd name="T44" fmla="*/ 0 w 564"/>
              <a:gd name="T45" fmla="*/ 283 h 566"/>
              <a:gd name="T46" fmla="*/ 20 w 564"/>
              <a:gd name="T47" fmla="*/ 245 h 566"/>
              <a:gd name="T48" fmla="*/ 12 w 564"/>
              <a:gd name="T49" fmla="*/ 203 h 566"/>
              <a:gd name="T50" fmla="*/ 41 w 564"/>
              <a:gd name="T51" fmla="*/ 172 h 566"/>
              <a:gd name="T52" fmla="*/ 45 w 564"/>
              <a:gd name="T53" fmla="*/ 129 h 566"/>
              <a:gd name="T54" fmla="*/ 82 w 564"/>
              <a:gd name="T55" fmla="*/ 108 h 566"/>
              <a:gd name="T56" fmla="*/ 97 w 564"/>
              <a:gd name="T57" fmla="*/ 68 h 566"/>
              <a:gd name="T58" fmla="*/ 139 w 564"/>
              <a:gd name="T59" fmla="*/ 58 h 566"/>
              <a:gd name="T60" fmla="*/ 165 w 564"/>
              <a:gd name="T61" fmla="*/ 24 h 566"/>
              <a:gd name="T62" fmla="*/ 207 w 564"/>
              <a:gd name="T63" fmla="*/ 27 h 566"/>
              <a:gd name="T64" fmla="*/ 242 w 564"/>
              <a:gd name="T65" fmla="*/ 1 h 566"/>
              <a:gd name="T66" fmla="*/ 282 w 564"/>
              <a:gd name="T67" fmla="*/ 16 h 566"/>
              <a:gd name="T68" fmla="*/ 322 w 564"/>
              <a:gd name="T69" fmla="*/ 1 h 566"/>
              <a:gd name="T70" fmla="*/ 356 w 564"/>
              <a:gd name="T71" fmla="*/ 27 h 566"/>
              <a:gd name="T72" fmla="*/ 399 w 564"/>
              <a:gd name="T73" fmla="*/ 24 h 566"/>
              <a:gd name="T74" fmla="*/ 425 w 564"/>
              <a:gd name="T75" fmla="*/ 58 h 566"/>
              <a:gd name="T76" fmla="*/ 466 w 564"/>
              <a:gd name="T77" fmla="*/ 68 h 566"/>
              <a:gd name="T78" fmla="*/ 482 w 564"/>
              <a:gd name="T79" fmla="*/ 108 h 566"/>
              <a:gd name="T80" fmla="*/ 519 w 564"/>
              <a:gd name="T81" fmla="*/ 129 h 566"/>
              <a:gd name="T82" fmla="*/ 522 w 564"/>
              <a:gd name="T83" fmla="*/ 172 h 566"/>
              <a:gd name="T84" fmla="*/ 552 w 564"/>
              <a:gd name="T85" fmla="*/ 203 h 566"/>
              <a:gd name="T86" fmla="*/ 544 w 564"/>
              <a:gd name="T87" fmla="*/ 245 h 566"/>
              <a:gd name="T88" fmla="*/ 564 w 564"/>
              <a:gd name="T89" fmla="*/ 283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4" h="566">
                <a:moveTo>
                  <a:pt x="564" y="283"/>
                </a:moveTo>
                <a:cubicBezTo>
                  <a:pt x="564" y="296"/>
                  <a:pt x="545" y="308"/>
                  <a:pt x="544" y="321"/>
                </a:cubicBezTo>
                <a:cubicBezTo>
                  <a:pt x="542" y="334"/>
                  <a:pt x="556" y="350"/>
                  <a:pt x="552" y="363"/>
                </a:cubicBezTo>
                <a:cubicBezTo>
                  <a:pt x="548" y="376"/>
                  <a:pt x="528" y="382"/>
                  <a:pt x="522" y="394"/>
                </a:cubicBezTo>
                <a:cubicBezTo>
                  <a:pt x="517" y="406"/>
                  <a:pt x="526" y="426"/>
                  <a:pt x="519" y="437"/>
                </a:cubicBezTo>
                <a:cubicBezTo>
                  <a:pt x="512" y="448"/>
                  <a:pt x="490" y="448"/>
                  <a:pt x="482" y="458"/>
                </a:cubicBezTo>
                <a:cubicBezTo>
                  <a:pt x="473" y="467"/>
                  <a:pt x="476" y="489"/>
                  <a:pt x="466" y="498"/>
                </a:cubicBezTo>
                <a:cubicBezTo>
                  <a:pt x="457" y="506"/>
                  <a:pt x="436" y="500"/>
                  <a:pt x="425" y="507"/>
                </a:cubicBezTo>
                <a:cubicBezTo>
                  <a:pt x="414" y="514"/>
                  <a:pt x="411" y="536"/>
                  <a:pt x="399" y="542"/>
                </a:cubicBezTo>
                <a:cubicBezTo>
                  <a:pt x="387" y="547"/>
                  <a:pt x="369" y="535"/>
                  <a:pt x="356" y="539"/>
                </a:cubicBezTo>
                <a:cubicBezTo>
                  <a:pt x="344" y="543"/>
                  <a:pt x="335" y="562"/>
                  <a:pt x="322" y="564"/>
                </a:cubicBezTo>
                <a:cubicBezTo>
                  <a:pt x="309" y="566"/>
                  <a:pt x="295" y="550"/>
                  <a:pt x="282" y="550"/>
                </a:cubicBezTo>
                <a:cubicBezTo>
                  <a:pt x="269" y="550"/>
                  <a:pt x="255" y="566"/>
                  <a:pt x="242" y="564"/>
                </a:cubicBezTo>
                <a:cubicBezTo>
                  <a:pt x="229" y="562"/>
                  <a:pt x="220" y="543"/>
                  <a:pt x="207" y="539"/>
                </a:cubicBezTo>
                <a:cubicBezTo>
                  <a:pt x="195" y="535"/>
                  <a:pt x="177" y="547"/>
                  <a:pt x="165" y="542"/>
                </a:cubicBezTo>
                <a:cubicBezTo>
                  <a:pt x="153" y="536"/>
                  <a:pt x="150" y="514"/>
                  <a:pt x="139" y="507"/>
                </a:cubicBezTo>
                <a:cubicBezTo>
                  <a:pt x="128" y="500"/>
                  <a:pt x="107" y="506"/>
                  <a:pt x="97" y="498"/>
                </a:cubicBezTo>
                <a:cubicBezTo>
                  <a:pt x="88" y="489"/>
                  <a:pt x="91" y="467"/>
                  <a:pt x="82" y="458"/>
                </a:cubicBezTo>
                <a:cubicBezTo>
                  <a:pt x="74" y="448"/>
                  <a:pt x="52" y="448"/>
                  <a:pt x="45" y="437"/>
                </a:cubicBezTo>
                <a:cubicBezTo>
                  <a:pt x="38" y="426"/>
                  <a:pt x="47" y="406"/>
                  <a:pt x="41" y="394"/>
                </a:cubicBezTo>
                <a:cubicBezTo>
                  <a:pt x="36" y="382"/>
                  <a:pt x="15" y="376"/>
                  <a:pt x="12" y="363"/>
                </a:cubicBezTo>
                <a:cubicBezTo>
                  <a:pt x="8" y="350"/>
                  <a:pt x="22" y="334"/>
                  <a:pt x="20" y="321"/>
                </a:cubicBezTo>
                <a:cubicBezTo>
                  <a:pt x="18" y="308"/>
                  <a:pt x="0" y="296"/>
                  <a:pt x="0" y="283"/>
                </a:cubicBezTo>
                <a:cubicBezTo>
                  <a:pt x="0" y="270"/>
                  <a:pt x="18" y="258"/>
                  <a:pt x="20" y="245"/>
                </a:cubicBezTo>
                <a:cubicBezTo>
                  <a:pt x="22" y="232"/>
                  <a:pt x="8" y="215"/>
                  <a:pt x="12" y="203"/>
                </a:cubicBezTo>
                <a:cubicBezTo>
                  <a:pt x="15" y="190"/>
                  <a:pt x="36" y="184"/>
                  <a:pt x="41" y="172"/>
                </a:cubicBezTo>
                <a:cubicBezTo>
                  <a:pt x="47" y="160"/>
                  <a:pt x="38" y="140"/>
                  <a:pt x="45" y="129"/>
                </a:cubicBezTo>
                <a:cubicBezTo>
                  <a:pt x="52" y="118"/>
                  <a:pt x="74" y="118"/>
                  <a:pt x="82" y="108"/>
                </a:cubicBezTo>
                <a:cubicBezTo>
                  <a:pt x="91" y="98"/>
                  <a:pt x="88" y="77"/>
                  <a:pt x="97" y="68"/>
                </a:cubicBezTo>
                <a:cubicBezTo>
                  <a:pt x="107" y="59"/>
                  <a:pt x="128" y="65"/>
                  <a:pt x="139" y="58"/>
                </a:cubicBezTo>
                <a:cubicBezTo>
                  <a:pt x="150" y="51"/>
                  <a:pt x="153" y="30"/>
                  <a:pt x="165" y="24"/>
                </a:cubicBezTo>
                <a:cubicBezTo>
                  <a:pt x="177" y="19"/>
                  <a:pt x="195" y="30"/>
                  <a:pt x="207" y="27"/>
                </a:cubicBezTo>
                <a:cubicBezTo>
                  <a:pt x="220" y="23"/>
                  <a:pt x="229" y="3"/>
                  <a:pt x="242" y="1"/>
                </a:cubicBezTo>
                <a:cubicBezTo>
                  <a:pt x="255" y="0"/>
                  <a:pt x="269" y="16"/>
                  <a:pt x="282" y="16"/>
                </a:cubicBezTo>
                <a:cubicBezTo>
                  <a:pt x="295" y="16"/>
                  <a:pt x="309" y="0"/>
                  <a:pt x="322" y="1"/>
                </a:cubicBezTo>
                <a:cubicBezTo>
                  <a:pt x="335" y="3"/>
                  <a:pt x="344" y="23"/>
                  <a:pt x="356" y="27"/>
                </a:cubicBezTo>
                <a:cubicBezTo>
                  <a:pt x="369" y="30"/>
                  <a:pt x="387" y="19"/>
                  <a:pt x="399" y="24"/>
                </a:cubicBezTo>
                <a:cubicBezTo>
                  <a:pt x="411" y="30"/>
                  <a:pt x="414" y="51"/>
                  <a:pt x="425" y="58"/>
                </a:cubicBezTo>
                <a:cubicBezTo>
                  <a:pt x="436" y="65"/>
                  <a:pt x="457" y="59"/>
                  <a:pt x="466" y="68"/>
                </a:cubicBezTo>
                <a:cubicBezTo>
                  <a:pt x="476" y="77"/>
                  <a:pt x="473" y="98"/>
                  <a:pt x="482" y="108"/>
                </a:cubicBezTo>
                <a:cubicBezTo>
                  <a:pt x="490" y="118"/>
                  <a:pt x="512" y="118"/>
                  <a:pt x="519" y="129"/>
                </a:cubicBezTo>
                <a:cubicBezTo>
                  <a:pt x="526" y="140"/>
                  <a:pt x="517" y="160"/>
                  <a:pt x="522" y="172"/>
                </a:cubicBezTo>
                <a:cubicBezTo>
                  <a:pt x="528" y="184"/>
                  <a:pt x="548" y="190"/>
                  <a:pt x="552" y="203"/>
                </a:cubicBezTo>
                <a:cubicBezTo>
                  <a:pt x="556" y="215"/>
                  <a:pt x="542" y="232"/>
                  <a:pt x="544" y="245"/>
                </a:cubicBezTo>
                <a:cubicBezTo>
                  <a:pt x="545" y="258"/>
                  <a:pt x="564" y="270"/>
                  <a:pt x="564" y="28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400" dirty="0">
              <a:latin typeface="Arial Regular"/>
              <a:ea typeface="VM Circular Natter TT Medium" charset="0"/>
              <a:cs typeface="VM Circular Natter Medium" panose="020B0604020101010102" pitchFamily="34" charset="77"/>
            </a:endParaRPr>
          </a:p>
        </p:txBody>
      </p:sp>
      <p:sp>
        <p:nvSpPr>
          <p:cNvPr id="52" name="Freeform 97">
            <a:extLst>
              <a:ext uri="{FF2B5EF4-FFF2-40B4-BE49-F238E27FC236}">
                <a16:creationId xmlns:a16="http://schemas.microsoft.com/office/drawing/2014/main" id="{5AB3328C-8406-9D4E-BDF5-7A65A08979A2}"/>
              </a:ext>
            </a:extLst>
          </p:cNvPr>
          <p:cNvSpPr>
            <a:spLocks noChangeAspect="1"/>
          </p:cNvSpPr>
          <p:nvPr/>
        </p:nvSpPr>
        <p:spPr bwMode="auto">
          <a:xfrm>
            <a:off x="5187575" y="2088459"/>
            <a:ext cx="1493045" cy="1502933"/>
          </a:xfrm>
          <a:custGeom>
            <a:avLst/>
            <a:gdLst>
              <a:gd name="T0" fmla="*/ 564 w 564"/>
              <a:gd name="T1" fmla="*/ 283 h 566"/>
              <a:gd name="T2" fmla="*/ 544 w 564"/>
              <a:gd name="T3" fmla="*/ 321 h 566"/>
              <a:gd name="T4" fmla="*/ 552 w 564"/>
              <a:gd name="T5" fmla="*/ 363 h 566"/>
              <a:gd name="T6" fmla="*/ 522 w 564"/>
              <a:gd name="T7" fmla="*/ 394 h 566"/>
              <a:gd name="T8" fmla="*/ 519 w 564"/>
              <a:gd name="T9" fmla="*/ 437 h 566"/>
              <a:gd name="T10" fmla="*/ 482 w 564"/>
              <a:gd name="T11" fmla="*/ 458 h 566"/>
              <a:gd name="T12" fmla="*/ 466 w 564"/>
              <a:gd name="T13" fmla="*/ 498 h 566"/>
              <a:gd name="T14" fmla="*/ 425 w 564"/>
              <a:gd name="T15" fmla="*/ 507 h 566"/>
              <a:gd name="T16" fmla="*/ 399 w 564"/>
              <a:gd name="T17" fmla="*/ 542 h 566"/>
              <a:gd name="T18" fmla="*/ 356 w 564"/>
              <a:gd name="T19" fmla="*/ 539 h 566"/>
              <a:gd name="T20" fmla="*/ 322 w 564"/>
              <a:gd name="T21" fmla="*/ 564 h 566"/>
              <a:gd name="T22" fmla="*/ 282 w 564"/>
              <a:gd name="T23" fmla="*/ 550 h 566"/>
              <a:gd name="T24" fmla="*/ 242 w 564"/>
              <a:gd name="T25" fmla="*/ 564 h 566"/>
              <a:gd name="T26" fmla="*/ 207 w 564"/>
              <a:gd name="T27" fmla="*/ 539 h 566"/>
              <a:gd name="T28" fmla="*/ 165 w 564"/>
              <a:gd name="T29" fmla="*/ 542 h 566"/>
              <a:gd name="T30" fmla="*/ 139 w 564"/>
              <a:gd name="T31" fmla="*/ 507 h 566"/>
              <a:gd name="T32" fmla="*/ 97 w 564"/>
              <a:gd name="T33" fmla="*/ 498 h 566"/>
              <a:gd name="T34" fmla="*/ 82 w 564"/>
              <a:gd name="T35" fmla="*/ 458 h 566"/>
              <a:gd name="T36" fmla="*/ 45 w 564"/>
              <a:gd name="T37" fmla="*/ 437 h 566"/>
              <a:gd name="T38" fmla="*/ 41 w 564"/>
              <a:gd name="T39" fmla="*/ 394 h 566"/>
              <a:gd name="T40" fmla="*/ 12 w 564"/>
              <a:gd name="T41" fmla="*/ 363 h 566"/>
              <a:gd name="T42" fmla="*/ 20 w 564"/>
              <a:gd name="T43" fmla="*/ 321 h 566"/>
              <a:gd name="T44" fmla="*/ 0 w 564"/>
              <a:gd name="T45" fmla="*/ 283 h 566"/>
              <a:gd name="T46" fmla="*/ 20 w 564"/>
              <a:gd name="T47" fmla="*/ 245 h 566"/>
              <a:gd name="T48" fmla="*/ 12 w 564"/>
              <a:gd name="T49" fmla="*/ 203 h 566"/>
              <a:gd name="T50" fmla="*/ 41 w 564"/>
              <a:gd name="T51" fmla="*/ 172 h 566"/>
              <a:gd name="T52" fmla="*/ 45 w 564"/>
              <a:gd name="T53" fmla="*/ 129 h 566"/>
              <a:gd name="T54" fmla="*/ 82 w 564"/>
              <a:gd name="T55" fmla="*/ 108 h 566"/>
              <a:gd name="T56" fmla="*/ 97 w 564"/>
              <a:gd name="T57" fmla="*/ 68 h 566"/>
              <a:gd name="T58" fmla="*/ 139 w 564"/>
              <a:gd name="T59" fmla="*/ 58 h 566"/>
              <a:gd name="T60" fmla="*/ 165 w 564"/>
              <a:gd name="T61" fmla="*/ 24 h 566"/>
              <a:gd name="T62" fmla="*/ 207 w 564"/>
              <a:gd name="T63" fmla="*/ 27 h 566"/>
              <a:gd name="T64" fmla="*/ 242 w 564"/>
              <a:gd name="T65" fmla="*/ 1 h 566"/>
              <a:gd name="T66" fmla="*/ 282 w 564"/>
              <a:gd name="T67" fmla="*/ 16 h 566"/>
              <a:gd name="T68" fmla="*/ 322 w 564"/>
              <a:gd name="T69" fmla="*/ 1 h 566"/>
              <a:gd name="T70" fmla="*/ 356 w 564"/>
              <a:gd name="T71" fmla="*/ 27 h 566"/>
              <a:gd name="T72" fmla="*/ 399 w 564"/>
              <a:gd name="T73" fmla="*/ 24 h 566"/>
              <a:gd name="T74" fmla="*/ 425 w 564"/>
              <a:gd name="T75" fmla="*/ 58 h 566"/>
              <a:gd name="T76" fmla="*/ 466 w 564"/>
              <a:gd name="T77" fmla="*/ 68 h 566"/>
              <a:gd name="T78" fmla="*/ 482 w 564"/>
              <a:gd name="T79" fmla="*/ 108 h 566"/>
              <a:gd name="T80" fmla="*/ 519 w 564"/>
              <a:gd name="T81" fmla="*/ 129 h 566"/>
              <a:gd name="T82" fmla="*/ 522 w 564"/>
              <a:gd name="T83" fmla="*/ 172 h 566"/>
              <a:gd name="T84" fmla="*/ 552 w 564"/>
              <a:gd name="T85" fmla="*/ 203 h 566"/>
              <a:gd name="T86" fmla="*/ 544 w 564"/>
              <a:gd name="T87" fmla="*/ 245 h 566"/>
              <a:gd name="T88" fmla="*/ 564 w 564"/>
              <a:gd name="T89" fmla="*/ 283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4" h="566">
                <a:moveTo>
                  <a:pt x="564" y="283"/>
                </a:moveTo>
                <a:cubicBezTo>
                  <a:pt x="564" y="296"/>
                  <a:pt x="545" y="308"/>
                  <a:pt x="544" y="321"/>
                </a:cubicBezTo>
                <a:cubicBezTo>
                  <a:pt x="542" y="334"/>
                  <a:pt x="556" y="350"/>
                  <a:pt x="552" y="363"/>
                </a:cubicBezTo>
                <a:cubicBezTo>
                  <a:pt x="548" y="376"/>
                  <a:pt x="528" y="382"/>
                  <a:pt x="522" y="394"/>
                </a:cubicBezTo>
                <a:cubicBezTo>
                  <a:pt x="517" y="406"/>
                  <a:pt x="526" y="426"/>
                  <a:pt x="519" y="437"/>
                </a:cubicBezTo>
                <a:cubicBezTo>
                  <a:pt x="512" y="448"/>
                  <a:pt x="490" y="448"/>
                  <a:pt x="482" y="458"/>
                </a:cubicBezTo>
                <a:cubicBezTo>
                  <a:pt x="473" y="467"/>
                  <a:pt x="476" y="489"/>
                  <a:pt x="466" y="498"/>
                </a:cubicBezTo>
                <a:cubicBezTo>
                  <a:pt x="457" y="506"/>
                  <a:pt x="436" y="500"/>
                  <a:pt x="425" y="507"/>
                </a:cubicBezTo>
                <a:cubicBezTo>
                  <a:pt x="414" y="514"/>
                  <a:pt x="411" y="536"/>
                  <a:pt x="399" y="542"/>
                </a:cubicBezTo>
                <a:cubicBezTo>
                  <a:pt x="387" y="547"/>
                  <a:pt x="369" y="535"/>
                  <a:pt x="356" y="539"/>
                </a:cubicBezTo>
                <a:cubicBezTo>
                  <a:pt x="344" y="543"/>
                  <a:pt x="335" y="562"/>
                  <a:pt x="322" y="564"/>
                </a:cubicBezTo>
                <a:cubicBezTo>
                  <a:pt x="309" y="566"/>
                  <a:pt x="295" y="550"/>
                  <a:pt x="282" y="550"/>
                </a:cubicBezTo>
                <a:cubicBezTo>
                  <a:pt x="269" y="550"/>
                  <a:pt x="255" y="566"/>
                  <a:pt x="242" y="564"/>
                </a:cubicBezTo>
                <a:cubicBezTo>
                  <a:pt x="229" y="562"/>
                  <a:pt x="220" y="543"/>
                  <a:pt x="207" y="539"/>
                </a:cubicBezTo>
                <a:cubicBezTo>
                  <a:pt x="195" y="535"/>
                  <a:pt x="177" y="547"/>
                  <a:pt x="165" y="542"/>
                </a:cubicBezTo>
                <a:cubicBezTo>
                  <a:pt x="153" y="536"/>
                  <a:pt x="150" y="514"/>
                  <a:pt x="139" y="507"/>
                </a:cubicBezTo>
                <a:cubicBezTo>
                  <a:pt x="128" y="500"/>
                  <a:pt x="107" y="506"/>
                  <a:pt x="97" y="498"/>
                </a:cubicBezTo>
                <a:cubicBezTo>
                  <a:pt x="88" y="489"/>
                  <a:pt x="91" y="467"/>
                  <a:pt x="82" y="458"/>
                </a:cubicBezTo>
                <a:cubicBezTo>
                  <a:pt x="74" y="448"/>
                  <a:pt x="52" y="448"/>
                  <a:pt x="45" y="437"/>
                </a:cubicBezTo>
                <a:cubicBezTo>
                  <a:pt x="38" y="426"/>
                  <a:pt x="47" y="406"/>
                  <a:pt x="41" y="394"/>
                </a:cubicBezTo>
                <a:cubicBezTo>
                  <a:pt x="36" y="382"/>
                  <a:pt x="15" y="376"/>
                  <a:pt x="12" y="363"/>
                </a:cubicBezTo>
                <a:cubicBezTo>
                  <a:pt x="8" y="350"/>
                  <a:pt x="22" y="334"/>
                  <a:pt x="20" y="321"/>
                </a:cubicBezTo>
                <a:cubicBezTo>
                  <a:pt x="18" y="308"/>
                  <a:pt x="0" y="296"/>
                  <a:pt x="0" y="283"/>
                </a:cubicBezTo>
                <a:cubicBezTo>
                  <a:pt x="0" y="270"/>
                  <a:pt x="18" y="258"/>
                  <a:pt x="20" y="245"/>
                </a:cubicBezTo>
                <a:cubicBezTo>
                  <a:pt x="22" y="232"/>
                  <a:pt x="8" y="215"/>
                  <a:pt x="12" y="203"/>
                </a:cubicBezTo>
                <a:cubicBezTo>
                  <a:pt x="15" y="190"/>
                  <a:pt x="36" y="184"/>
                  <a:pt x="41" y="172"/>
                </a:cubicBezTo>
                <a:cubicBezTo>
                  <a:pt x="47" y="160"/>
                  <a:pt x="38" y="140"/>
                  <a:pt x="45" y="129"/>
                </a:cubicBezTo>
                <a:cubicBezTo>
                  <a:pt x="52" y="118"/>
                  <a:pt x="74" y="118"/>
                  <a:pt x="82" y="108"/>
                </a:cubicBezTo>
                <a:cubicBezTo>
                  <a:pt x="91" y="98"/>
                  <a:pt x="88" y="77"/>
                  <a:pt x="97" y="68"/>
                </a:cubicBezTo>
                <a:cubicBezTo>
                  <a:pt x="107" y="59"/>
                  <a:pt x="128" y="65"/>
                  <a:pt x="139" y="58"/>
                </a:cubicBezTo>
                <a:cubicBezTo>
                  <a:pt x="150" y="51"/>
                  <a:pt x="153" y="30"/>
                  <a:pt x="165" y="24"/>
                </a:cubicBezTo>
                <a:cubicBezTo>
                  <a:pt x="177" y="19"/>
                  <a:pt x="195" y="30"/>
                  <a:pt x="207" y="27"/>
                </a:cubicBezTo>
                <a:cubicBezTo>
                  <a:pt x="220" y="23"/>
                  <a:pt x="229" y="3"/>
                  <a:pt x="242" y="1"/>
                </a:cubicBezTo>
                <a:cubicBezTo>
                  <a:pt x="255" y="0"/>
                  <a:pt x="269" y="16"/>
                  <a:pt x="282" y="16"/>
                </a:cubicBezTo>
                <a:cubicBezTo>
                  <a:pt x="295" y="16"/>
                  <a:pt x="309" y="0"/>
                  <a:pt x="322" y="1"/>
                </a:cubicBezTo>
                <a:cubicBezTo>
                  <a:pt x="335" y="3"/>
                  <a:pt x="344" y="23"/>
                  <a:pt x="356" y="27"/>
                </a:cubicBezTo>
                <a:cubicBezTo>
                  <a:pt x="369" y="30"/>
                  <a:pt x="387" y="19"/>
                  <a:pt x="399" y="24"/>
                </a:cubicBezTo>
                <a:cubicBezTo>
                  <a:pt x="411" y="30"/>
                  <a:pt x="414" y="51"/>
                  <a:pt x="425" y="58"/>
                </a:cubicBezTo>
                <a:cubicBezTo>
                  <a:pt x="436" y="65"/>
                  <a:pt x="457" y="59"/>
                  <a:pt x="466" y="68"/>
                </a:cubicBezTo>
                <a:cubicBezTo>
                  <a:pt x="476" y="77"/>
                  <a:pt x="473" y="98"/>
                  <a:pt x="482" y="108"/>
                </a:cubicBezTo>
                <a:cubicBezTo>
                  <a:pt x="490" y="118"/>
                  <a:pt x="512" y="118"/>
                  <a:pt x="519" y="129"/>
                </a:cubicBezTo>
                <a:cubicBezTo>
                  <a:pt x="526" y="140"/>
                  <a:pt x="517" y="160"/>
                  <a:pt x="522" y="172"/>
                </a:cubicBezTo>
                <a:cubicBezTo>
                  <a:pt x="528" y="184"/>
                  <a:pt x="548" y="190"/>
                  <a:pt x="552" y="203"/>
                </a:cubicBezTo>
                <a:cubicBezTo>
                  <a:pt x="556" y="215"/>
                  <a:pt x="542" y="232"/>
                  <a:pt x="544" y="245"/>
                </a:cubicBezTo>
                <a:cubicBezTo>
                  <a:pt x="545" y="258"/>
                  <a:pt x="564" y="270"/>
                  <a:pt x="564" y="28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400" dirty="0">
              <a:latin typeface="Arial Regular"/>
              <a:ea typeface="VM Circular Natter TT Medium" charset="0"/>
              <a:cs typeface="VM Circular Natter Medium" panose="020B0604020101010102" pitchFamily="34" charset="77"/>
            </a:endParaRPr>
          </a:p>
        </p:txBody>
      </p:sp>
      <p:sp>
        <p:nvSpPr>
          <p:cNvPr id="53" name="Freeform 97">
            <a:extLst>
              <a:ext uri="{FF2B5EF4-FFF2-40B4-BE49-F238E27FC236}">
                <a16:creationId xmlns:a16="http://schemas.microsoft.com/office/drawing/2014/main" id="{E5C4406B-AEBC-A14D-B750-1F2CBC436869}"/>
              </a:ext>
            </a:extLst>
          </p:cNvPr>
          <p:cNvSpPr>
            <a:spLocks noChangeAspect="1"/>
          </p:cNvSpPr>
          <p:nvPr/>
        </p:nvSpPr>
        <p:spPr bwMode="auto">
          <a:xfrm>
            <a:off x="7394968" y="2088459"/>
            <a:ext cx="1493046" cy="1502932"/>
          </a:xfrm>
          <a:custGeom>
            <a:avLst/>
            <a:gdLst>
              <a:gd name="T0" fmla="*/ 564 w 564"/>
              <a:gd name="T1" fmla="*/ 283 h 566"/>
              <a:gd name="T2" fmla="*/ 544 w 564"/>
              <a:gd name="T3" fmla="*/ 321 h 566"/>
              <a:gd name="T4" fmla="*/ 552 w 564"/>
              <a:gd name="T5" fmla="*/ 363 h 566"/>
              <a:gd name="T6" fmla="*/ 522 w 564"/>
              <a:gd name="T7" fmla="*/ 394 h 566"/>
              <a:gd name="T8" fmla="*/ 519 w 564"/>
              <a:gd name="T9" fmla="*/ 437 h 566"/>
              <a:gd name="T10" fmla="*/ 482 w 564"/>
              <a:gd name="T11" fmla="*/ 458 h 566"/>
              <a:gd name="T12" fmla="*/ 466 w 564"/>
              <a:gd name="T13" fmla="*/ 498 h 566"/>
              <a:gd name="T14" fmla="*/ 425 w 564"/>
              <a:gd name="T15" fmla="*/ 507 h 566"/>
              <a:gd name="T16" fmla="*/ 399 w 564"/>
              <a:gd name="T17" fmla="*/ 542 h 566"/>
              <a:gd name="T18" fmla="*/ 356 w 564"/>
              <a:gd name="T19" fmla="*/ 539 h 566"/>
              <a:gd name="T20" fmla="*/ 322 w 564"/>
              <a:gd name="T21" fmla="*/ 564 h 566"/>
              <a:gd name="T22" fmla="*/ 282 w 564"/>
              <a:gd name="T23" fmla="*/ 550 h 566"/>
              <a:gd name="T24" fmla="*/ 242 w 564"/>
              <a:gd name="T25" fmla="*/ 564 h 566"/>
              <a:gd name="T26" fmla="*/ 207 w 564"/>
              <a:gd name="T27" fmla="*/ 539 h 566"/>
              <a:gd name="T28" fmla="*/ 165 w 564"/>
              <a:gd name="T29" fmla="*/ 542 h 566"/>
              <a:gd name="T30" fmla="*/ 139 w 564"/>
              <a:gd name="T31" fmla="*/ 507 h 566"/>
              <a:gd name="T32" fmla="*/ 97 w 564"/>
              <a:gd name="T33" fmla="*/ 498 h 566"/>
              <a:gd name="T34" fmla="*/ 82 w 564"/>
              <a:gd name="T35" fmla="*/ 458 h 566"/>
              <a:gd name="T36" fmla="*/ 45 w 564"/>
              <a:gd name="T37" fmla="*/ 437 h 566"/>
              <a:gd name="T38" fmla="*/ 41 w 564"/>
              <a:gd name="T39" fmla="*/ 394 h 566"/>
              <a:gd name="T40" fmla="*/ 12 w 564"/>
              <a:gd name="T41" fmla="*/ 363 h 566"/>
              <a:gd name="T42" fmla="*/ 20 w 564"/>
              <a:gd name="T43" fmla="*/ 321 h 566"/>
              <a:gd name="T44" fmla="*/ 0 w 564"/>
              <a:gd name="T45" fmla="*/ 283 h 566"/>
              <a:gd name="T46" fmla="*/ 20 w 564"/>
              <a:gd name="T47" fmla="*/ 245 h 566"/>
              <a:gd name="T48" fmla="*/ 12 w 564"/>
              <a:gd name="T49" fmla="*/ 203 h 566"/>
              <a:gd name="T50" fmla="*/ 41 w 564"/>
              <a:gd name="T51" fmla="*/ 172 h 566"/>
              <a:gd name="T52" fmla="*/ 45 w 564"/>
              <a:gd name="T53" fmla="*/ 129 h 566"/>
              <a:gd name="T54" fmla="*/ 82 w 564"/>
              <a:gd name="T55" fmla="*/ 108 h 566"/>
              <a:gd name="T56" fmla="*/ 97 w 564"/>
              <a:gd name="T57" fmla="*/ 68 h 566"/>
              <a:gd name="T58" fmla="*/ 139 w 564"/>
              <a:gd name="T59" fmla="*/ 58 h 566"/>
              <a:gd name="T60" fmla="*/ 165 w 564"/>
              <a:gd name="T61" fmla="*/ 24 h 566"/>
              <a:gd name="T62" fmla="*/ 207 w 564"/>
              <a:gd name="T63" fmla="*/ 27 h 566"/>
              <a:gd name="T64" fmla="*/ 242 w 564"/>
              <a:gd name="T65" fmla="*/ 1 h 566"/>
              <a:gd name="T66" fmla="*/ 282 w 564"/>
              <a:gd name="T67" fmla="*/ 16 h 566"/>
              <a:gd name="T68" fmla="*/ 322 w 564"/>
              <a:gd name="T69" fmla="*/ 1 h 566"/>
              <a:gd name="T70" fmla="*/ 356 w 564"/>
              <a:gd name="T71" fmla="*/ 27 h 566"/>
              <a:gd name="T72" fmla="*/ 399 w 564"/>
              <a:gd name="T73" fmla="*/ 24 h 566"/>
              <a:gd name="T74" fmla="*/ 425 w 564"/>
              <a:gd name="T75" fmla="*/ 58 h 566"/>
              <a:gd name="T76" fmla="*/ 466 w 564"/>
              <a:gd name="T77" fmla="*/ 68 h 566"/>
              <a:gd name="T78" fmla="*/ 482 w 564"/>
              <a:gd name="T79" fmla="*/ 108 h 566"/>
              <a:gd name="T80" fmla="*/ 519 w 564"/>
              <a:gd name="T81" fmla="*/ 129 h 566"/>
              <a:gd name="T82" fmla="*/ 522 w 564"/>
              <a:gd name="T83" fmla="*/ 172 h 566"/>
              <a:gd name="T84" fmla="*/ 552 w 564"/>
              <a:gd name="T85" fmla="*/ 203 h 566"/>
              <a:gd name="T86" fmla="*/ 544 w 564"/>
              <a:gd name="T87" fmla="*/ 245 h 566"/>
              <a:gd name="T88" fmla="*/ 564 w 564"/>
              <a:gd name="T89" fmla="*/ 283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4" h="566">
                <a:moveTo>
                  <a:pt x="564" y="283"/>
                </a:moveTo>
                <a:cubicBezTo>
                  <a:pt x="564" y="296"/>
                  <a:pt x="545" y="308"/>
                  <a:pt x="544" y="321"/>
                </a:cubicBezTo>
                <a:cubicBezTo>
                  <a:pt x="542" y="334"/>
                  <a:pt x="556" y="350"/>
                  <a:pt x="552" y="363"/>
                </a:cubicBezTo>
                <a:cubicBezTo>
                  <a:pt x="548" y="376"/>
                  <a:pt x="528" y="382"/>
                  <a:pt x="522" y="394"/>
                </a:cubicBezTo>
                <a:cubicBezTo>
                  <a:pt x="517" y="406"/>
                  <a:pt x="526" y="426"/>
                  <a:pt x="519" y="437"/>
                </a:cubicBezTo>
                <a:cubicBezTo>
                  <a:pt x="512" y="448"/>
                  <a:pt x="490" y="448"/>
                  <a:pt x="482" y="458"/>
                </a:cubicBezTo>
                <a:cubicBezTo>
                  <a:pt x="473" y="467"/>
                  <a:pt x="476" y="489"/>
                  <a:pt x="466" y="498"/>
                </a:cubicBezTo>
                <a:cubicBezTo>
                  <a:pt x="457" y="506"/>
                  <a:pt x="436" y="500"/>
                  <a:pt x="425" y="507"/>
                </a:cubicBezTo>
                <a:cubicBezTo>
                  <a:pt x="414" y="514"/>
                  <a:pt x="411" y="536"/>
                  <a:pt x="399" y="542"/>
                </a:cubicBezTo>
                <a:cubicBezTo>
                  <a:pt x="387" y="547"/>
                  <a:pt x="369" y="535"/>
                  <a:pt x="356" y="539"/>
                </a:cubicBezTo>
                <a:cubicBezTo>
                  <a:pt x="344" y="543"/>
                  <a:pt x="335" y="562"/>
                  <a:pt x="322" y="564"/>
                </a:cubicBezTo>
                <a:cubicBezTo>
                  <a:pt x="309" y="566"/>
                  <a:pt x="295" y="550"/>
                  <a:pt x="282" y="550"/>
                </a:cubicBezTo>
                <a:cubicBezTo>
                  <a:pt x="269" y="550"/>
                  <a:pt x="255" y="566"/>
                  <a:pt x="242" y="564"/>
                </a:cubicBezTo>
                <a:cubicBezTo>
                  <a:pt x="229" y="562"/>
                  <a:pt x="220" y="543"/>
                  <a:pt x="207" y="539"/>
                </a:cubicBezTo>
                <a:cubicBezTo>
                  <a:pt x="195" y="535"/>
                  <a:pt x="177" y="547"/>
                  <a:pt x="165" y="542"/>
                </a:cubicBezTo>
                <a:cubicBezTo>
                  <a:pt x="153" y="536"/>
                  <a:pt x="150" y="514"/>
                  <a:pt x="139" y="507"/>
                </a:cubicBezTo>
                <a:cubicBezTo>
                  <a:pt x="128" y="500"/>
                  <a:pt x="107" y="506"/>
                  <a:pt x="97" y="498"/>
                </a:cubicBezTo>
                <a:cubicBezTo>
                  <a:pt x="88" y="489"/>
                  <a:pt x="91" y="467"/>
                  <a:pt x="82" y="458"/>
                </a:cubicBezTo>
                <a:cubicBezTo>
                  <a:pt x="74" y="448"/>
                  <a:pt x="52" y="448"/>
                  <a:pt x="45" y="437"/>
                </a:cubicBezTo>
                <a:cubicBezTo>
                  <a:pt x="38" y="426"/>
                  <a:pt x="47" y="406"/>
                  <a:pt x="41" y="394"/>
                </a:cubicBezTo>
                <a:cubicBezTo>
                  <a:pt x="36" y="382"/>
                  <a:pt x="15" y="376"/>
                  <a:pt x="12" y="363"/>
                </a:cubicBezTo>
                <a:cubicBezTo>
                  <a:pt x="8" y="350"/>
                  <a:pt x="22" y="334"/>
                  <a:pt x="20" y="321"/>
                </a:cubicBezTo>
                <a:cubicBezTo>
                  <a:pt x="18" y="308"/>
                  <a:pt x="0" y="296"/>
                  <a:pt x="0" y="283"/>
                </a:cubicBezTo>
                <a:cubicBezTo>
                  <a:pt x="0" y="270"/>
                  <a:pt x="18" y="258"/>
                  <a:pt x="20" y="245"/>
                </a:cubicBezTo>
                <a:cubicBezTo>
                  <a:pt x="22" y="232"/>
                  <a:pt x="8" y="215"/>
                  <a:pt x="12" y="203"/>
                </a:cubicBezTo>
                <a:cubicBezTo>
                  <a:pt x="15" y="190"/>
                  <a:pt x="36" y="184"/>
                  <a:pt x="41" y="172"/>
                </a:cubicBezTo>
                <a:cubicBezTo>
                  <a:pt x="47" y="160"/>
                  <a:pt x="38" y="140"/>
                  <a:pt x="45" y="129"/>
                </a:cubicBezTo>
                <a:cubicBezTo>
                  <a:pt x="52" y="118"/>
                  <a:pt x="74" y="118"/>
                  <a:pt x="82" y="108"/>
                </a:cubicBezTo>
                <a:cubicBezTo>
                  <a:pt x="91" y="98"/>
                  <a:pt x="88" y="77"/>
                  <a:pt x="97" y="68"/>
                </a:cubicBezTo>
                <a:cubicBezTo>
                  <a:pt x="107" y="59"/>
                  <a:pt x="128" y="65"/>
                  <a:pt x="139" y="58"/>
                </a:cubicBezTo>
                <a:cubicBezTo>
                  <a:pt x="150" y="51"/>
                  <a:pt x="153" y="30"/>
                  <a:pt x="165" y="24"/>
                </a:cubicBezTo>
                <a:cubicBezTo>
                  <a:pt x="177" y="19"/>
                  <a:pt x="195" y="30"/>
                  <a:pt x="207" y="27"/>
                </a:cubicBezTo>
                <a:cubicBezTo>
                  <a:pt x="220" y="23"/>
                  <a:pt x="229" y="3"/>
                  <a:pt x="242" y="1"/>
                </a:cubicBezTo>
                <a:cubicBezTo>
                  <a:pt x="255" y="0"/>
                  <a:pt x="269" y="16"/>
                  <a:pt x="282" y="16"/>
                </a:cubicBezTo>
                <a:cubicBezTo>
                  <a:pt x="295" y="16"/>
                  <a:pt x="309" y="0"/>
                  <a:pt x="322" y="1"/>
                </a:cubicBezTo>
                <a:cubicBezTo>
                  <a:pt x="335" y="3"/>
                  <a:pt x="344" y="23"/>
                  <a:pt x="356" y="27"/>
                </a:cubicBezTo>
                <a:cubicBezTo>
                  <a:pt x="369" y="30"/>
                  <a:pt x="387" y="19"/>
                  <a:pt x="399" y="24"/>
                </a:cubicBezTo>
                <a:cubicBezTo>
                  <a:pt x="411" y="30"/>
                  <a:pt x="414" y="51"/>
                  <a:pt x="425" y="58"/>
                </a:cubicBezTo>
                <a:cubicBezTo>
                  <a:pt x="436" y="65"/>
                  <a:pt x="457" y="59"/>
                  <a:pt x="466" y="68"/>
                </a:cubicBezTo>
                <a:cubicBezTo>
                  <a:pt x="476" y="77"/>
                  <a:pt x="473" y="98"/>
                  <a:pt x="482" y="108"/>
                </a:cubicBezTo>
                <a:cubicBezTo>
                  <a:pt x="490" y="118"/>
                  <a:pt x="512" y="118"/>
                  <a:pt x="519" y="129"/>
                </a:cubicBezTo>
                <a:cubicBezTo>
                  <a:pt x="526" y="140"/>
                  <a:pt x="517" y="160"/>
                  <a:pt x="522" y="172"/>
                </a:cubicBezTo>
                <a:cubicBezTo>
                  <a:pt x="528" y="184"/>
                  <a:pt x="548" y="190"/>
                  <a:pt x="552" y="203"/>
                </a:cubicBezTo>
                <a:cubicBezTo>
                  <a:pt x="556" y="215"/>
                  <a:pt x="542" y="232"/>
                  <a:pt x="544" y="245"/>
                </a:cubicBezTo>
                <a:cubicBezTo>
                  <a:pt x="545" y="258"/>
                  <a:pt x="564" y="270"/>
                  <a:pt x="564" y="28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400" dirty="0">
              <a:solidFill>
                <a:schemeClr val="bg2">
                  <a:lumMod val="75000"/>
                </a:schemeClr>
              </a:solidFill>
              <a:latin typeface="Arial Regular"/>
              <a:ea typeface="VM Circular Natter TT Medium" charset="0"/>
              <a:cs typeface="VM Circular Natter Medium" panose="020B0604020101010102" pitchFamily="34" charset="77"/>
            </a:endParaRPr>
          </a:p>
        </p:txBody>
      </p:sp>
      <p:sp>
        <p:nvSpPr>
          <p:cNvPr id="56" name="Freeform 97">
            <a:extLst>
              <a:ext uri="{FF2B5EF4-FFF2-40B4-BE49-F238E27FC236}">
                <a16:creationId xmlns:a16="http://schemas.microsoft.com/office/drawing/2014/main" id="{6F7AB2EF-E2BD-FE41-BE2C-1646E88DEFA1}"/>
              </a:ext>
            </a:extLst>
          </p:cNvPr>
          <p:cNvSpPr>
            <a:spLocks noChangeAspect="1"/>
          </p:cNvSpPr>
          <p:nvPr/>
        </p:nvSpPr>
        <p:spPr bwMode="auto">
          <a:xfrm>
            <a:off x="9648827" y="2088459"/>
            <a:ext cx="1493046" cy="1502932"/>
          </a:xfrm>
          <a:custGeom>
            <a:avLst/>
            <a:gdLst>
              <a:gd name="T0" fmla="*/ 564 w 564"/>
              <a:gd name="T1" fmla="*/ 283 h 566"/>
              <a:gd name="T2" fmla="*/ 544 w 564"/>
              <a:gd name="T3" fmla="*/ 321 h 566"/>
              <a:gd name="T4" fmla="*/ 552 w 564"/>
              <a:gd name="T5" fmla="*/ 363 h 566"/>
              <a:gd name="T6" fmla="*/ 522 w 564"/>
              <a:gd name="T7" fmla="*/ 394 h 566"/>
              <a:gd name="T8" fmla="*/ 519 w 564"/>
              <a:gd name="T9" fmla="*/ 437 h 566"/>
              <a:gd name="T10" fmla="*/ 482 w 564"/>
              <a:gd name="T11" fmla="*/ 458 h 566"/>
              <a:gd name="T12" fmla="*/ 466 w 564"/>
              <a:gd name="T13" fmla="*/ 498 h 566"/>
              <a:gd name="T14" fmla="*/ 425 w 564"/>
              <a:gd name="T15" fmla="*/ 507 h 566"/>
              <a:gd name="T16" fmla="*/ 399 w 564"/>
              <a:gd name="T17" fmla="*/ 542 h 566"/>
              <a:gd name="T18" fmla="*/ 356 w 564"/>
              <a:gd name="T19" fmla="*/ 539 h 566"/>
              <a:gd name="T20" fmla="*/ 322 w 564"/>
              <a:gd name="T21" fmla="*/ 564 h 566"/>
              <a:gd name="T22" fmla="*/ 282 w 564"/>
              <a:gd name="T23" fmla="*/ 550 h 566"/>
              <a:gd name="T24" fmla="*/ 242 w 564"/>
              <a:gd name="T25" fmla="*/ 564 h 566"/>
              <a:gd name="T26" fmla="*/ 207 w 564"/>
              <a:gd name="T27" fmla="*/ 539 h 566"/>
              <a:gd name="T28" fmla="*/ 165 w 564"/>
              <a:gd name="T29" fmla="*/ 542 h 566"/>
              <a:gd name="T30" fmla="*/ 139 w 564"/>
              <a:gd name="T31" fmla="*/ 507 h 566"/>
              <a:gd name="T32" fmla="*/ 97 w 564"/>
              <a:gd name="T33" fmla="*/ 498 h 566"/>
              <a:gd name="T34" fmla="*/ 82 w 564"/>
              <a:gd name="T35" fmla="*/ 458 h 566"/>
              <a:gd name="T36" fmla="*/ 45 w 564"/>
              <a:gd name="T37" fmla="*/ 437 h 566"/>
              <a:gd name="T38" fmla="*/ 41 w 564"/>
              <a:gd name="T39" fmla="*/ 394 h 566"/>
              <a:gd name="T40" fmla="*/ 12 w 564"/>
              <a:gd name="T41" fmla="*/ 363 h 566"/>
              <a:gd name="T42" fmla="*/ 20 w 564"/>
              <a:gd name="T43" fmla="*/ 321 h 566"/>
              <a:gd name="T44" fmla="*/ 0 w 564"/>
              <a:gd name="T45" fmla="*/ 283 h 566"/>
              <a:gd name="T46" fmla="*/ 20 w 564"/>
              <a:gd name="T47" fmla="*/ 245 h 566"/>
              <a:gd name="T48" fmla="*/ 12 w 564"/>
              <a:gd name="T49" fmla="*/ 203 h 566"/>
              <a:gd name="T50" fmla="*/ 41 w 564"/>
              <a:gd name="T51" fmla="*/ 172 h 566"/>
              <a:gd name="T52" fmla="*/ 45 w 564"/>
              <a:gd name="T53" fmla="*/ 129 h 566"/>
              <a:gd name="T54" fmla="*/ 82 w 564"/>
              <a:gd name="T55" fmla="*/ 108 h 566"/>
              <a:gd name="T56" fmla="*/ 97 w 564"/>
              <a:gd name="T57" fmla="*/ 68 h 566"/>
              <a:gd name="T58" fmla="*/ 139 w 564"/>
              <a:gd name="T59" fmla="*/ 58 h 566"/>
              <a:gd name="T60" fmla="*/ 165 w 564"/>
              <a:gd name="T61" fmla="*/ 24 h 566"/>
              <a:gd name="T62" fmla="*/ 207 w 564"/>
              <a:gd name="T63" fmla="*/ 27 h 566"/>
              <a:gd name="T64" fmla="*/ 242 w 564"/>
              <a:gd name="T65" fmla="*/ 1 h 566"/>
              <a:gd name="T66" fmla="*/ 282 w 564"/>
              <a:gd name="T67" fmla="*/ 16 h 566"/>
              <a:gd name="T68" fmla="*/ 322 w 564"/>
              <a:gd name="T69" fmla="*/ 1 h 566"/>
              <a:gd name="T70" fmla="*/ 356 w 564"/>
              <a:gd name="T71" fmla="*/ 27 h 566"/>
              <a:gd name="T72" fmla="*/ 399 w 564"/>
              <a:gd name="T73" fmla="*/ 24 h 566"/>
              <a:gd name="T74" fmla="*/ 425 w 564"/>
              <a:gd name="T75" fmla="*/ 58 h 566"/>
              <a:gd name="T76" fmla="*/ 466 w 564"/>
              <a:gd name="T77" fmla="*/ 68 h 566"/>
              <a:gd name="T78" fmla="*/ 482 w 564"/>
              <a:gd name="T79" fmla="*/ 108 h 566"/>
              <a:gd name="T80" fmla="*/ 519 w 564"/>
              <a:gd name="T81" fmla="*/ 129 h 566"/>
              <a:gd name="T82" fmla="*/ 522 w 564"/>
              <a:gd name="T83" fmla="*/ 172 h 566"/>
              <a:gd name="T84" fmla="*/ 552 w 564"/>
              <a:gd name="T85" fmla="*/ 203 h 566"/>
              <a:gd name="T86" fmla="*/ 544 w 564"/>
              <a:gd name="T87" fmla="*/ 245 h 566"/>
              <a:gd name="T88" fmla="*/ 564 w 564"/>
              <a:gd name="T89" fmla="*/ 283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4" h="566">
                <a:moveTo>
                  <a:pt x="564" y="283"/>
                </a:moveTo>
                <a:cubicBezTo>
                  <a:pt x="564" y="296"/>
                  <a:pt x="545" y="308"/>
                  <a:pt x="544" y="321"/>
                </a:cubicBezTo>
                <a:cubicBezTo>
                  <a:pt x="542" y="334"/>
                  <a:pt x="556" y="350"/>
                  <a:pt x="552" y="363"/>
                </a:cubicBezTo>
                <a:cubicBezTo>
                  <a:pt x="548" y="376"/>
                  <a:pt x="528" y="382"/>
                  <a:pt x="522" y="394"/>
                </a:cubicBezTo>
                <a:cubicBezTo>
                  <a:pt x="517" y="406"/>
                  <a:pt x="526" y="426"/>
                  <a:pt x="519" y="437"/>
                </a:cubicBezTo>
                <a:cubicBezTo>
                  <a:pt x="512" y="448"/>
                  <a:pt x="490" y="448"/>
                  <a:pt x="482" y="458"/>
                </a:cubicBezTo>
                <a:cubicBezTo>
                  <a:pt x="473" y="467"/>
                  <a:pt x="476" y="489"/>
                  <a:pt x="466" y="498"/>
                </a:cubicBezTo>
                <a:cubicBezTo>
                  <a:pt x="457" y="506"/>
                  <a:pt x="436" y="500"/>
                  <a:pt x="425" y="507"/>
                </a:cubicBezTo>
                <a:cubicBezTo>
                  <a:pt x="414" y="514"/>
                  <a:pt x="411" y="536"/>
                  <a:pt x="399" y="542"/>
                </a:cubicBezTo>
                <a:cubicBezTo>
                  <a:pt x="387" y="547"/>
                  <a:pt x="369" y="535"/>
                  <a:pt x="356" y="539"/>
                </a:cubicBezTo>
                <a:cubicBezTo>
                  <a:pt x="344" y="543"/>
                  <a:pt x="335" y="562"/>
                  <a:pt x="322" y="564"/>
                </a:cubicBezTo>
                <a:cubicBezTo>
                  <a:pt x="309" y="566"/>
                  <a:pt x="295" y="550"/>
                  <a:pt x="282" y="550"/>
                </a:cubicBezTo>
                <a:cubicBezTo>
                  <a:pt x="269" y="550"/>
                  <a:pt x="255" y="566"/>
                  <a:pt x="242" y="564"/>
                </a:cubicBezTo>
                <a:cubicBezTo>
                  <a:pt x="229" y="562"/>
                  <a:pt x="220" y="543"/>
                  <a:pt x="207" y="539"/>
                </a:cubicBezTo>
                <a:cubicBezTo>
                  <a:pt x="195" y="535"/>
                  <a:pt x="177" y="547"/>
                  <a:pt x="165" y="542"/>
                </a:cubicBezTo>
                <a:cubicBezTo>
                  <a:pt x="153" y="536"/>
                  <a:pt x="150" y="514"/>
                  <a:pt x="139" y="507"/>
                </a:cubicBezTo>
                <a:cubicBezTo>
                  <a:pt x="128" y="500"/>
                  <a:pt x="107" y="506"/>
                  <a:pt x="97" y="498"/>
                </a:cubicBezTo>
                <a:cubicBezTo>
                  <a:pt x="88" y="489"/>
                  <a:pt x="91" y="467"/>
                  <a:pt x="82" y="458"/>
                </a:cubicBezTo>
                <a:cubicBezTo>
                  <a:pt x="74" y="448"/>
                  <a:pt x="52" y="448"/>
                  <a:pt x="45" y="437"/>
                </a:cubicBezTo>
                <a:cubicBezTo>
                  <a:pt x="38" y="426"/>
                  <a:pt x="47" y="406"/>
                  <a:pt x="41" y="394"/>
                </a:cubicBezTo>
                <a:cubicBezTo>
                  <a:pt x="36" y="382"/>
                  <a:pt x="15" y="376"/>
                  <a:pt x="12" y="363"/>
                </a:cubicBezTo>
                <a:cubicBezTo>
                  <a:pt x="8" y="350"/>
                  <a:pt x="22" y="334"/>
                  <a:pt x="20" y="321"/>
                </a:cubicBezTo>
                <a:cubicBezTo>
                  <a:pt x="18" y="308"/>
                  <a:pt x="0" y="296"/>
                  <a:pt x="0" y="283"/>
                </a:cubicBezTo>
                <a:cubicBezTo>
                  <a:pt x="0" y="270"/>
                  <a:pt x="18" y="258"/>
                  <a:pt x="20" y="245"/>
                </a:cubicBezTo>
                <a:cubicBezTo>
                  <a:pt x="22" y="232"/>
                  <a:pt x="8" y="215"/>
                  <a:pt x="12" y="203"/>
                </a:cubicBezTo>
                <a:cubicBezTo>
                  <a:pt x="15" y="190"/>
                  <a:pt x="36" y="184"/>
                  <a:pt x="41" y="172"/>
                </a:cubicBezTo>
                <a:cubicBezTo>
                  <a:pt x="47" y="160"/>
                  <a:pt x="38" y="140"/>
                  <a:pt x="45" y="129"/>
                </a:cubicBezTo>
                <a:cubicBezTo>
                  <a:pt x="52" y="118"/>
                  <a:pt x="74" y="118"/>
                  <a:pt x="82" y="108"/>
                </a:cubicBezTo>
                <a:cubicBezTo>
                  <a:pt x="91" y="98"/>
                  <a:pt x="88" y="77"/>
                  <a:pt x="97" y="68"/>
                </a:cubicBezTo>
                <a:cubicBezTo>
                  <a:pt x="107" y="59"/>
                  <a:pt x="128" y="65"/>
                  <a:pt x="139" y="58"/>
                </a:cubicBezTo>
                <a:cubicBezTo>
                  <a:pt x="150" y="51"/>
                  <a:pt x="153" y="30"/>
                  <a:pt x="165" y="24"/>
                </a:cubicBezTo>
                <a:cubicBezTo>
                  <a:pt x="177" y="19"/>
                  <a:pt x="195" y="30"/>
                  <a:pt x="207" y="27"/>
                </a:cubicBezTo>
                <a:cubicBezTo>
                  <a:pt x="220" y="23"/>
                  <a:pt x="229" y="3"/>
                  <a:pt x="242" y="1"/>
                </a:cubicBezTo>
                <a:cubicBezTo>
                  <a:pt x="255" y="0"/>
                  <a:pt x="269" y="16"/>
                  <a:pt x="282" y="16"/>
                </a:cubicBezTo>
                <a:cubicBezTo>
                  <a:pt x="295" y="16"/>
                  <a:pt x="309" y="0"/>
                  <a:pt x="322" y="1"/>
                </a:cubicBezTo>
                <a:cubicBezTo>
                  <a:pt x="335" y="3"/>
                  <a:pt x="344" y="23"/>
                  <a:pt x="356" y="27"/>
                </a:cubicBezTo>
                <a:cubicBezTo>
                  <a:pt x="369" y="30"/>
                  <a:pt x="387" y="19"/>
                  <a:pt x="399" y="24"/>
                </a:cubicBezTo>
                <a:cubicBezTo>
                  <a:pt x="411" y="30"/>
                  <a:pt x="414" y="51"/>
                  <a:pt x="425" y="58"/>
                </a:cubicBezTo>
                <a:cubicBezTo>
                  <a:pt x="436" y="65"/>
                  <a:pt x="457" y="59"/>
                  <a:pt x="466" y="68"/>
                </a:cubicBezTo>
                <a:cubicBezTo>
                  <a:pt x="476" y="77"/>
                  <a:pt x="473" y="98"/>
                  <a:pt x="482" y="108"/>
                </a:cubicBezTo>
                <a:cubicBezTo>
                  <a:pt x="490" y="118"/>
                  <a:pt x="512" y="118"/>
                  <a:pt x="519" y="129"/>
                </a:cubicBezTo>
                <a:cubicBezTo>
                  <a:pt x="526" y="140"/>
                  <a:pt x="517" y="160"/>
                  <a:pt x="522" y="172"/>
                </a:cubicBezTo>
                <a:cubicBezTo>
                  <a:pt x="528" y="184"/>
                  <a:pt x="548" y="190"/>
                  <a:pt x="552" y="203"/>
                </a:cubicBezTo>
                <a:cubicBezTo>
                  <a:pt x="556" y="215"/>
                  <a:pt x="542" y="232"/>
                  <a:pt x="544" y="245"/>
                </a:cubicBezTo>
                <a:cubicBezTo>
                  <a:pt x="545" y="258"/>
                  <a:pt x="564" y="270"/>
                  <a:pt x="564" y="28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400" dirty="0">
              <a:latin typeface="Arial Regular"/>
              <a:ea typeface="VM Circular Natter TT Medium" charset="0"/>
              <a:cs typeface="VM Circular Natter Medium" panose="020B0604020101010102" pitchFamily="34" charset="77"/>
            </a:endParaRPr>
          </a:p>
        </p:txBody>
      </p:sp>
      <p:sp>
        <p:nvSpPr>
          <p:cNvPr id="57" name="Content Placeholder 29">
            <a:extLst>
              <a:ext uri="{FF2B5EF4-FFF2-40B4-BE49-F238E27FC236}">
                <a16:creationId xmlns:a16="http://schemas.microsoft.com/office/drawing/2014/main" id="{44E95D1E-E52F-534B-B750-A0DA536FF00F}"/>
              </a:ext>
            </a:extLst>
          </p:cNvPr>
          <p:cNvSpPr txBox="1">
            <a:spLocks/>
          </p:cNvSpPr>
          <p:nvPr/>
        </p:nvSpPr>
        <p:spPr>
          <a:xfrm>
            <a:off x="483439" y="3755615"/>
            <a:ext cx="1623750" cy="1585049"/>
          </a:xfrm>
          <a:prstGeom prst="rect">
            <a:avLst/>
          </a:prstGeom>
        </p:spPr>
        <p:txBody>
          <a:bodyPr vert="horz" wrap="square" lIns="0" tIns="0" rIns="0" bIns="0" rtlCol="0">
            <a:spAutoFit/>
          </a:bodyPr>
          <a:lstStyle>
            <a:lvl1pPr marL="0" indent="0" algn="l" defTabSz="877733" rtl="0" eaLnBrk="1" latinLnBrk="0" hangingPunct="1">
              <a:lnSpc>
                <a:spcPct val="100000"/>
              </a:lnSpc>
              <a:spcBef>
                <a:spcPts val="0"/>
              </a:spcBef>
              <a:spcAft>
                <a:spcPts val="600"/>
              </a:spcAft>
              <a:buFont typeface="Arial" panose="020B0604020202020204" pitchFamily="34" charset="0"/>
              <a:buNone/>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1pPr>
            <a:lvl2pPr marL="180000" indent="-180000" algn="l" defTabSz="877733" rtl="0" eaLnBrk="1" latinLnBrk="0" hangingPunct="1">
              <a:lnSpc>
                <a:spcPct val="100000"/>
              </a:lnSpc>
              <a:spcBef>
                <a:spcPts val="0"/>
              </a:spcBef>
              <a:spcAft>
                <a:spcPts val="600"/>
              </a:spcAft>
              <a:buClr>
                <a:schemeClr val="accent1"/>
              </a:buClr>
              <a:buFont typeface="Arial" charset="0"/>
              <a:buChar char="•"/>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2pPr>
            <a:lvl3pPr marL="360000" indent="-180000" algn="l" defTabSz="877733" rtl="0" eaLnBrk="1" latinLnBrk="0" hangingPunct="1">
              <a:lnSpc>
                <a:spcPct val="100000"/>
              </a:lnSpc>
              <a:spcBef>
                <a:spcPts val="0"/>
              </a:spcBef>
              <a:spcAft>
                <a:spcPts val="600"/>
              </a:spcAft>
              <a:buClr>
                <a:schemeClr val="accent1"/>
              </a:buClr>
              <a:buFont typeface="LucidaGrande" charset="0"/>
              <a:buChar char="‒"/>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3pPr>
            <a:lvl4pPr marL="360000" indent="-180000" algn="l" defTabSz="877733" rtl="0" eaLnBrk="1" latinLnBrk="0" hangingPunct="1">
              <a:lnSpc>
                <a:spcPct val="100000"/>
              </a:lnSpc>
              <a:spcBef>
                <a:spcPts val="0"/>
              </a:spcBef>
              <a:spcAft>
                <a:spcPts val="600"/>
              </a:spcAft>
              <a:buClr>
                <a:schemeClr val="accent1"/>
              </a:buClr>
              <a:buFont typeface="Arial" charset="0"/>
              <a:buChar char="•"/>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4pPr>
            <a:lvl5pPr marL="1974898"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5pPr>
            <a:lvl6pPr marL="2413765"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6pPr>
            <a:lvl7pPr marL="2852631"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7pPr>
            <a:lvl8pPr marL="3291497"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8pPr>
            <a:lvl9pPr marL="3730363"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9pPr>
          </a:lstStyle>
          <a:p>
            <a:pPr algn="ctr"/>
            <a:r>
              <a:rPr lang="en-US" sz="1800" b="1" dirty="0">
                <a:solidFill>
                  <a:srgbClr val="FF0000"/>
                </a:solidFill>
                <a:latin typeface="Arial Bold"/>
                <a:cs typeface="VM Circular Shout Bold" panose="020B0804020101010102" pitchFamily="34" charset="0"/>
              </a:rPr>
              <a:t>Easy to digest</a:t>
            </a:r>
          </a:p>
          <a:p>
            <a:pPr algn="ctr"/>
            <a:r>
              <a:rPr lang="en-US" dirty="0">
                <a:latin typeface="Arial Regular"/>
              </a:rPr>
              <a:t>Break your content down into sections to make it easy to understand</a:t>
            </a:r>
          </a:p>
        </p:txBody>
      </p:sp>
      <p:sp>
        <p:nvSpPr>
          <p:cNvPr id="58" name="Content Placeholder 30">
            <a:extLst>
              <a:ext uri="{FF2B5EF4-FFF2-40B4-BE49-F238E27FC236}">
                <a16:creationId xmlns:a16="http://schemas.microsoft.com/office/drawing/2014/main" id="{71205755-4397-9743-97D5-B7F70BB261D6}"/>
              </a:ext>
            </a:extLst>
          </p:cNvPr>
          <p:cNvSpPr txBox="1">
            <a:spLocks/>
          </p:cNvSpPr>
          <p:nvPr/>
        </p:nvSpPr>
        <p:spPr>
          <a:xfrm>
            <a:off x="9589138" y="3755615"/>
            <a:ext cx="1627200" cy="1338828"/>
          </a:xfrm>
          <a:prstGeom prst="rect">
            <a:avLst/>
          </a:prstGeom>
        </p:spPr>
        <p:txBody>
          <a:bodyPr vert="horz" wrap="square" lIns="0" tIns="0" rIns="0" bIns="0" rtlCol="0">
            <a:spAutoFit/>
          </a:bodyPr>
          <a:lstStyle>
            <a:lvl1pPr marL="0" indent="0" algn="l" defTabSz="877733" rtl="0" eaLnBrk="1" latinLnBrk="0" hangingPunct="1">
              <a:lnSpc>
                <a:spcPct val="100000"/>
              </a:lnSpc>
              <a:spcBef>
                <a:spcPts val="0"/>
              </a:spcBef>
              <a:spcAft>
                <a:spcPts val="600"/>
              </a:spcAft>
              <a:buFont typeface="Arial" panose="020B0604020202020204" pitchFamily="34" charset="0"/>
              <a:buNone/>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1pPr>
            <a:lvl2pPr marL="180000" indent="-180000" algn="l" defTabSz="877733" rtl="0" eaLnBrk="1" latinLnBrk="0" hangingPunct="1">
              <a:lnSpc>
                <a:spcPct val="100000"/>
              </a:lnSpc>
              <a:spcBef>
                <a:spcPts val="0"/>
              </a:spcBef>
              <a:spcAft>
                <a:spcPts val="600"/>
              </a:spcAft>
              <a:buClr>
                <a:schemeClr val="accent1"/>
              </a:buClr>
              <a:buFont typeface="Arial" charset="0"/>
              <a:buChar char="•"/>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2pPr>
            <a:lvl3pPr marL="360000" indent="-180000" algn="l" defTabSz="877733" rtl="0" eaLnBrk="1" latinLnBrk="0" hangingPunct="1">
              <a:lnSpc>
                <a:spcPct val="100000"/>
              </a:lnSpc>
              <a:spcBef>
                <a:spcPts val="0"/>
              </a:spcBef>
              <a:spcAft>
                <a:spcPts val="600"/>
              </a:spcAft>
              <a:buClr>
                <a:schemeClr val="accent1"/>
              </a:buClr>
              <a:buFont typeface="LucidaGrande" charset="0"/>
              <a:buChar char="‒"/>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3pPr>
            <a:lvl4pPr marL="360000" indent="-180000" algn="l" defTabSz="877733" rtl="0" eaLnBrk="1" latinLnBrk="0" hangingPunct="1">
              <a:lnSpc>
                <a:spcPct val="100000"/>
              </a:lnSpc>
              <a:spcBef>
                <a:spcPts val="0"/>
              </a:spcBef>
              <a:spcAft>
                <a:spcPts val="600"/>
              </a:spcAft>
              <a:buClr>
                <a:schemeClr val="accent1"/>
              </a:buClr>
              <a:buFont typeface="Arial" charset="0"/>
              <a:buChar char="•"/>
              <a:defRPr sz="1600" b="0" i="0" kern="1200" spc="0">
                <a:solidFill>
                  <a:schemeClr val="bg1"/>
                </a:solidFill>
                <a:latin typeface="VM Circular Chat Book" panose="020B0604020101020102" pitchFamily="34" charset="77"/>
                <a:ea typeface="VM Circular Chat Book" panose="020B0604020101020102" pitchFamily="34" charset="77"/>
                <a:cs typeface="VM Circular Chat Book" panose="020B0604020101020102" pitchFamily="34" charset="77"/>
              </a:defRPr>
            </a:lvl4pPr>
            <a:lvl5pPr marL="1974898"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5pPr>
            <a:lvl6pPr marL="2413765"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6pPr>
            <a:lvl7pPr marL="2852631"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7pPr>
            <a:lvl8pPr marL="3291497"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8pPr>
            <a:lvl9pPr marL="3730363" indent="-219433" algn="l" defTabSz="877733" rtl="0" eaLnBrk="1" latinLnBrk="0" hangingPunct="1">
              <a:lnSpc>
                <a:spcPct val="90000"/>
              </a:lnSpc>
              <a:spcBef>
                <a:spcPts val="480"/>
              </a:spcBef>
              <a:buFont typeface="Arial" panose="020B0604020202020204" pitchFamily="34" charset="0"/>
              <a:buChar char="•"/>
              <a:defRPr sz="1728" kern="1200">
                <a:solidFill>
                  <a:schemeClr val="tx1"/>
                </a:solidFill>
                <a:latin typeface="+mn-lt"/>
                <a:ea typeface="+mn-ea"/>
                <a:cs typeface="+mn-cs"/>
              </a:defRPr>
            </a:lvl9pPr>
          </a:lstStyle>
          <a:p>
            <a:pPr algn="ctr"/>
            <a:r>
              <a:rPr lang="en-US" sz="1800" b="1" dirty="0">
                <a:solidFill>
                  <a:srgbClr val="FF0000"/>
                </a:solidFill>
                <a:latin typeface="Arial Bold"/>
                <a:cs typeface="VM Circular Shout Bold" panose="020B0804020101010102" pitchFamily="34" charset="0"/>
              </a:rPr>
              <a:t>Get creative</a:t>
            </a:r>
          </a:p>
          <a:p>
            <a:pPr algn="ctr"/>
            <a:r>
              <a:rPr lang="en-US" dirty="0">
                <a:latin typeface="Arial Regular"/>
              </a:rPr>
              <a:t>Don’t be afraid to place icons over roundels to create layers and depth </a:t>
            </a:r>
          </a:p>
        </p:txBody>
      </p:sp>
      <p:grpSp>
        <p:nvGrpSpPr>
          <p:cNvPr id="59" name="Group 58">
            <a:extLst>
              <a:ext uri="{FF2B5EF4-FFF2-40B4-BE49-F238E27FC236}">
                <a16:creationId xmlns:a16="http://schemas.microsoft.com/office/drawing/2014/main" id="{85898920-6C75-824C-8E00-20677979AE82}"/>
              </a:ext>
            </a:extLst>
          </p:cNvPr>
          <p:cNvGrpSpPr/>
          <p:nvPr/>
        </p:nvGrpSpPr>
        <p:grpSpPr>
          <a:xfrm>
            <a:off x="961486" y="2406725"/>
            <a:ext cx="646596" cy="795809"/>
            <a:chOff x="4127504" y="2282552"/>
            <a:chExt cx="298933" cy="367917"/>
          </a:xfrm>
          <a:solidFill>
            <a:schemeClr val="bg1"/>
          </a:solidFill>
        </p:grpSpPr>
        <p:sp>
          <p:nvSpPr>
            <p:cNvPr id="60" name="Freeform: Shape 736">
              <a:extLst>
                <a:ext uri="{FF2B5EF4-FFF2-40B4-BE49-F238E27FC236}">
                  <a16:creationId xmlns:a16="http://schemas.microsoft.com/office/drawing/2014/main" id="{2CD43C41-8D8D-9A4D-A5E6-80E771E52790}"/>
                </a:ext>
              </a:extLst>
            </p:cNvPr>
            <p:cNvSpPr/>
            <p:nvPr/>
          </p:nvSpPr>
          <p:spPr>
            <a:xfrm>
              <a:off x="4194649" y="2437652"/>
              <a:ext cx="160964" cy="34492"/>
            </a:xfrm>
            <a:custGeom>
              <a:avLst/>
              <a:gdLst>
                <a:gd name="connsiteX0" fmla="*/ 18741 w 160963"/>
                <a:gd name="connsiteY0" fmla="*/ 28859 h 34492"/>
                <a:gd name="connsiteX1" fmla="*/ 151651 w 160963"/>
                <a:gd name="connsiteY1" fmla="*/ 28859 h 34492"/>
                <a:gd name="connsiteX2" fmla="*/ 161769 w 160963"/>
                <a:gd name="connsiteY2" fmla="*/ 18741 h 34492"/>
                <a:gd name="connsiteX3" fmla="*/ 151651 w 160963"/>
                <a:gd name="connsiteY3" fmla="*/ 8623 h 34492"/>
                <a:gd name="connsiteX4" fmla="*/ 18741 w 160963"/>
                <a:gd name="connsiteY4" fmla="*/ 8623 h 34492"/>
                <a:gd name="connsiteX5" fmla="*/ 8623 w 160963"/>
                <a:gd name="connsiteY5" fmla="*/ 18741 h 34492"/>
                <a:gd name="connsiteX6" fmla="*/ 18741 w 160963"/>
                <a:gd name="connsiteY6" fmla="*/ 28859 h 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3" h="34492">
                  <a:moveTo>
                    <a:pt x="18741" y="28859"/>
                  </a:moveTo>
                  <a:lnTo>
                    <a:pt x="151651" y="28859"/>
                  </a:lnTo>
                  <a:cubicBezTo>
                    <a:pt x="157284" y="28859"/>
                    <a:pt x="161769" y="24375"/>
                    <a:pt x="161769" y="18741"/>
                  </a:cubicBezTo>
                  <a:cubicBezTo>
                    <a:pt x="161769" y="13107"/>
                    <a:pt x="157284" y="8623"/>
                    <a:pt x="151651" y="8623"/>
                  </a:cubicBezTo>
                  <a:lnTo>
                    <a:pt x="18741" y="8623"/>
                  </a:lnTo>
                  <a:cubicBezTo>
                    <a:pt x="13107" y="8623"/>
                    <a:pt x="8623" y="13107"/>
                    <a:pt x="8623" y="18741"/>
                  </a:cubicBezTo>
                  <a:cubicBezTo>
                    <a:pt x="8623" y="24375"/>
                    <a:pt x="13107" y="28859"/>
                    <a:pt x="18741" y="28859"/>
                  </a:cubicBezTo>
                </a:path>
              </a:pathLst>
            </a:custGeom>
            <a:grpFill/>
            <a:ln w="9525" cap="flat">
              <a:noFill/>
              <a:prstDash val="solid"/>
              <a:miter/>
            </a:ln>
          </p:spPr>
          <p:txBody>
            <a:bodyPr rtlCol="0" anchor="ctr"/>
            <a:lstStyle/>
            <a:p>
              <a:endParaRPr lang="en-GB"/>
            </a:p>
          </p:txBody>
        </p:sp>
        <p:sp>
          <p:nvSpPr>
            <p:cNvPr id="61" name="Freeform: Shape 737">
              <a:extLst>
                <a:ext uri="{FF2B5EF4-FFF2-40B4-BE49-F238E27FC236}">
                  <a16:creationId xmlns:a16="http://schemas.microsoft.com/office/drawing/2014/main" id="{1885E065-B981-6247-8229-53380697A9CB}"/>
                </a:ext>
              </a:extLst>
            </p:cNvPr>
            <p:cNvSpPr/>
            <p:nvPr/>
          </p:nvSpPr>
          <p:spPr>
            <a:xfrm>
              <a:off x="4194649" y="2474099"/>
              <a:ext cx="160964" cy="34492"/>
            </a:xfrm>
            <a:custGeom>
              <a:avLst/>
              <a:gdLst>
                <a:gd name="connsiteX0" fmla="*/ 151651 w 160963"/>
                <a:gd name="connsiteY0" fmla="*/ 8623 h 34492"/>
                <a:gd name="connsiteX1" fmla="*/ 18741 w 160963"/>
                <a:gd name="connsiteY1" fmla="*/ 8623 h 34492"/>
                <a:gd name="connsiteX2" fmla="*/ 8623 w 160963"/>
                <a:gd name="connsiteY2" fmla="*/ 18741 h 34492"/>
                <a:gd name="connsiteX3" fmla="*/ 18741 w 160963"/>
                <a:gd name="connsiteY3" fmla="*/ 28858 h 34492"/>
                <a:gd name="connsiteX4" fmla="*/ 151651 w 160963"/>
                <a:gd name="connsiteY4" fmla="*/ 28858 h 34492"/>
                <a:gd name="connsiteX5" fmla="*/ 161769 w 160963"/>
                <a:gd name="connsiteY5" fmla="*/ 18741 h 34492"/>
                <a:gd name="connsiteX6" fmla="*/ 151651 w 160963"/>
                <a:gd name="connsiteY6" fmla="*/ 8623 h 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3" h="34492">
                  <a:moveTo>
                    <a:pt x="151651" y="8623"/>
                  </a:moveTo>
                  <a:lnTo>
                    <a:pt x="18741" y="8623"/>
                  </a:lnTo>
                  <a:cubicBezTo>
                    <a:pt x="13107" y="8623"/>
                    <a:pt x="8623" y="13222"/>
                    <a:pt x="8623" y="18741"/>
                  </a:cubicBezTo>
                  <a:cubicBezTo>
                    <a:pt x="8623" y="24260"/>
                    <a:pt x="13107" y="28858"/>
                    <a:pt x="18741" y="28858"/>
                  </a:cubicBezTo>
                  <a:lnTo>
                    <a:pt x="151651" y="28858"/>
                  </a:lnTo>
                  <a:cubicBezTo>
                    <a:pt x="157284" y="28858"/>
                    <a:pt x="161769" y="24374"/>
                    <a:pt x="161769" y="18741"/>
                  </a:cubicBezTo>
                  <a:cubicBezTo>
                    <a:pt x="161769" y="13107"/>
                    <a:pt x="157284" y="8623"/>
                    <a:pt x="151651" y="8623"/>
                  </a:cubicBezTo>
                </a:path>
              </a:pathLst>
            </a:custGeom>
            <a:grpFill/>
            <a:ln w="9525" cap="flat">
              <a:noFill/>
              <a:prstDash val="solid"/>
              <a:miter/>
            </a:ln>
          </p:spPr>
          <p:txBody>
            <a:bodyPr rtlCol="0" anchor="ctr"/>
            <a:lstStyle/>
            <a:p>
              <a:endParaRPr lang="en-GB"/>
            </a:p>
          </p:txBody>
        </p:sp>
        <p:sp>
          <p:nvSpPr>
            <p:cNvPr id="62" name="Freeform: Shape 738">
              <a:extLst>
                <a:ext uri="{FF2B5EF4-FFF2-40B4-BE49-F238E27FC236}">
                  <a16:creationId xmlns:a16="http://schemas.microsoft.com/office/drawing/2014/main" id="{BB536F36-25A5-2A4D-8896-A55B0CDF8CCB}"/>
                </a:ext>
              </a:extLst>
            </p:cNvPr>
            <p:cNvSpPr/>
            <p:nvPr/>
          </p:nvSpPr>
          <p:spPr>
            <a:xfrm>
              <a:off x="4194649" y="2511235"/>
              <a:ext cx="160964" cy="34492"/>
            </a:xfrm>
            <a:custGeom>
              <a:avLst/>
              <a:gdLst>
                <a:gd name="connsiteX0" fmla="*/ 151651 w 160963"/>
                <a:gd name="connsiteY0" fmla="*/ 8623 h 34492"/>
                <a:gd name="connsiteX1" fmla="*/ 18741 w 160963"/>
                <a:gd name="connsiteY1" fmla="*/ 8623 h 34492"/>
                <a:gd name="connsiteX2" fmla="*/ 8623 w 160963"/>
                <a:gd name="connsiteY2" fmla="*/ 18741 h 34492"/>
                <a:gd name="connsiteX3" fmla="*/ 18741 w 160963"/>
                <a:gd name="connsiteY3" fmla="*/ 28859 h 34492"/>
                <a:gd name="connsiteX4" fmla="*/ 151651 w 160963"/>
                <a:gd name="connsiteY4" fmla="*/ 28859 h 34492"/>
                <a:gd name="connsiteX5" fmla="*/ 161769 w 160963"/>
                <a:gd name="connsiteY5" fmla="*/ 18741 h 34492"/>
                <a:gd name="connsiteX6" fmla="*/ 151651 w 160963"/>
                <a:gd name="connsiteY6" fmla="*/ 8623 h 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3" h="34492">
                  <a:moveTo>
                    <a:pt x="151651" y="8623"/>
                  </a:moveTo>
                  <a:lnTo>
                    <a:pt x="18741" y="8623"/>
                  </a:lnTo>
                  <a:cubicBezTo>
                    <a:pt x="13107" y="8623"/>
                    <a:pt x="8623" y="13222"/>
                    <a:pt x="8623" y="18741"/>
                  </a:cubicBezTo>
                  <a:cubicBezTo>
                    <a:pt x="8623" y="24260"/>
                    <a:pt x="13107" y="28859"/>
                    <a:pt x="18741" y="28859"/>
                  </a:cubicBezTo>
                  <a:lnTo>
                    <a:pt x="151651" y="28859"/>
                  </a:lnTo>
                  <a:cubicBezTo>
                    <a:pt x="157284" y="28859"/>
                    <a:pt x="161769" y="24375"/>
                    <a:pt x="161769" y="18741"/>
                  </a:cubicBezTo>
                  <a:cubicBezTo>
                    <a:pt x="161769" y="13107"/>
                    <a:pt x="157284" y="8623"/>
                    <a:pt x="151651" y="8623"/>
                  </a:cubicBezTo>
                </a:path>
              </a:pathLst>
            </a:custGeom>
            <a:grpFill/>
            <a:ln w="9525" cap="flat">
              <a:noFill/>
              <a:prstDash val="solid"/>
              <a:miter/>
            </a:ln>
          </p:spPr>
          <p:txBody>
            <a:bodyPr rtlCol="0" anchor="ctr"/>
            <a:lstStyle/>
            <a:p>
              <a:endParaRPr lang="en-GB"/>
            </a:p>
          </p:txBody>
        </p:sp>
        <p:sp>
          <p:nvSpPr>
            <p:cNvPr id="63" name="Freeform: Shape 739">
              <a:extLst>
                <a:ext uri="{FF2B5EF4-FFF2-40B4-BE49-F238E27FC236}">
                  <a16:creationId xmlns:a16="http://schemas.microsoft.com/office/drawing/2014/main" id="{034F417D-8D0F-7C49-BFEC-481C5AF18684}"/>
                </a:ext>
              </a:extLst>
            </p:cNvPr>
            <p:cNvSpPr/>
            <p:nvPr/>
          </p:nvSpPr>
          <p:spPr>
            <a:xfrm>
              <a:off x="4127504" y="2282552"/>
              <a:ext cx="298933" cy="367917"/>
            </a:xfrm>
            <a:custGeom>
              <a:avLst/>
              <a:gdLst>
                <a:gd name="connsiteX0" fmla="*/ 245355 w 298932"/>
                <a:gd name="connsiteY0" fmla="*/ 39896 h 367916"/>
                <a:gd name="connsiteX1" fmla="*/ 229488 w 298932"/>
                <a:gd name="connsiteY1" fmla="*/ 39896 h 367916"/>
                <a:gd name="connsiteX2" fmla="*/ 229488 w 298932"/>
                <a:gd name="connsiteY2" fmla="*/ 23110 h 367916"/>
                <a:gd name="connsiteX3" fmla="*/ 215001 w 298932"/>
                <a:gd name="connsiteY3" fmla="*/ 8623 h 367916"/>
                <a:gd name="connsiteX4" fmla="*/ 200515 w 298932"/>
                <a:gd name="connsiteY4" fmla="*/ 23110 h 367916"/>
                <a:gd name="connsiteX5" fmla="*/ 200515 w 298932"/>
                <a:gd name="connsiteY5" fmla="*/ 39896 h 367916"/>
                <a:gd name="connsiteX6" fmla="*/ 165792 w 298932"/>
                <a:gd name="connsiteY6" fmla="*/ 39896 h 367916"/>
                <a:gd name="connsiteX7" fmla="*/ 165792 w 298932"/>
                <a:gd name="connsiteY7" fmla="*/ 23110 h 367916"/>
                <a:gd name="connsiteX8" fmla="*/ 151306 w 298932"/>
                <a:gd name="connsiteY8" fmla="*/ 8623 h 367916"/>
                <a:gd name="connsiteX9" fmla="*/ 136819 w 298932"/>
                <a:gd name="connsiteY9" fmla="*/ 23110 h 367916"/>
                <a:gd name="connsiteX10" fmla="*/ 136819 w 298932"/>
                <a:gd name="connsiteY10" fmla="*/ 39896 h 367916"/>
                <a:gd name="connsiteX11" fmla="*/ 102097 w 298932"/>
                <a:gd name="connsiteY11" fmla="*/ 39896 h 367916"/>
                <a:gd name="connsiteX12" fmla="*/ 102097 w 298932"/>
                <a:gd name="connsiteY12" fmla="*/ 23110 h 367916"/>
                <a:gd name="connsiteX13" fmla="*/ 87610 w 298932"/>
                <a:gd name="connsiteY13" fmla="*/ 8623 h 367916"/>
                <a:gd name="connsiteX14" fmla="*/ 73123 w 298932"/>
                <a:gd name="connsiteY14" fmla="*/ 23110 h 367916"/>
                <a:gd name="connsiteX15" fmla="*/ 73123 w 298932"/>
                <a:gd name="connsiteY15" fmla="*/ 39896 h 367916"/>
                <a:gd name="connsiteX16" fmla="*/ 56452 w 298932"/>
                <a:gd name="connsiteY16" fmla="*/ 39896 h 367916"/>
                <a:gd name="connsiteX17" fmla="*/ 8623 w 298932"/>
                <a:gd name="connsiteY17" fmla="*/ 87725 h 367916"/>
                <a:gd name="connsiteX18" fmla="*/ 8623 w 298932"/>
                <a:gd name="connsiteY18" fmla="*/ 317328 h 367916"/>
                <a:gd name="connsiteX19" fmla="*/ 56452 w 298932"/>
                <a:gd name="connsiteY19" fmla="*/ 365157 h 367916"/>
                <a:gd name="connsiteX20" fmla="*/ 245355 w 298932"/>
                <a:gd name="connsiteY20" fmla="*/ 365157 h 367916"/>
                <a:gd name="connsiteX21" fmla="*/ 293184 w 298932"/>
                <a:gd name="connsiteY21" fmla="*/ 317328 h 367916"/>
                <a:gd name="connsiteX22" fmla="*/ 293184 w 298932"/>
                <a:gd name="connsiteY22" fmla="*/ 87725 h 367916"/>
                <a:gd name="connsiteX23" fmla="*/ 245355 w 298932"/>
                <a:gd name="connsiteY23" fmla="*/ 39896 h 367916"/>
                <a:gd name="connsiteX24" fmla="*/ 264211 w 298932"/>
                <a:gd name="connsiteY24" fmla="*/ 317328 h 367916"/>
                <a:gd name="connsiteX25" fmla="*/ 245355 w 298932"/>
                <a:gd name="connsiteY25" fmla="*/ 336184 h 367916"/>
                <a:gd name="connsiteX26" fmla="*/ 56337 w 298932"/>
                <a:gd name="connsiteY26" fmla="*/ 336184 h 367916"/>
                <a:gd name="connsiteX27" fmla="*/ 37482 w 298932"/>
                <a:gd name="connsiteY27" fmla="*/ 317328 h 367916"/>
                <a:gd name="connsiteX28" fmla="*/ 37482 w 298932"/>
                <a:gd name="connsiteY28" fmla="*/ 87725 h 367916"/>
                <a:gd name="connsiteX29" fmla="*/ 56337 w 298932"/>
                <a:gd name="connsiteY29" fmla="*/ 68869 h 367916"/>
                <a:gd name="connsiteX30" fmla="*/ 73009 w 298932"/>
                <a:gd name="connsiteY30" fmla="*/ 68869 h 367916"/>
                <a:gd name="connsiteX31" fmla="*/ 73009 w 298932"/>
                <a:gd name="connsiteY31" fmla="*/ 87610 h 367916"/>
                <a:gd name="connsiteX32" fmla="*/ 87495 w 298932"/>
                <a:gd name="connsiteY32" fmla="*/ 102097 h 367916"/>
                <a:gd name="connsiteX33" fmla="*/ 101982 w 298932"/>
                <a:gd name="connsiteY33" fmla="*/ 87610 h 367916"/>
                <a:gd name="connsiteX34" fmla="*/ 101982 w 298932"/>
                <a:gd name="connsiteY34" fmla="*/ 68869 h 367916"/>
                <a:gd name="connsiteX35" fmla="*/ 136704 w 298932"/>
                <a:gd name="connsiteY35" fmla="*/ 68869 h 367916"/>
                <a:gd name="connsiteX36" fmla="*/ 136704 w 298932"/>
                <a:gd name="connsiteY36" fmla="*/ 87610 h 367916"/>
                <a:gd name="connsiteX37" fmla="*/ 151191 w 298932"/>
                <a:gd name="connsiteY37" fmla="*/ 102097 h 367916"/>
                <a:gd name="connsiteX38" fmla="*/ 165678 w 298932"/>
                <a:gd name="connsiteY38" fmla="*/ 87610 h 367916"/>
                <a:gd name="connsiteX39" fmla="*/ 165678 w 298932"/>
                <a:gd name="connsiteY39" fmla="*/ 68869 h 367916"/>
                <a:gd name="connsiteX40" fmla="*/ 200400 w 298932"/>
                <a:gd name="connsiteY40" fmla="*/ 68869 h 367916"/>
                <a:gd name="connsiteX41" fmla="*/ 200400 w 298932"/>
                <a:gd name="connsiteY41" fmla="*/ 87610 h 367916"/>
                <a:gd name="connsiteX42" fmla="*/ 214887 w 298932"/>
                <a:gd name="connsiteY42" fmla="*/ 102097 h 367916"/>
                <a:gd name="connsiteX43" fmla="*/ 229373 w 298932"/>
                <a:gd name="connsiteY43" fmla="*/ 87610 h 367916"/>
                <a:gd name="connsiteX44" fmla="*/ 229373 w 298932"/>
                <a:gd name="connsiteY44" fmla="*/ 68869 h 367916"/>
                <a:gd name="connsiteX45" fmla="*/ 245355 w 298932"/>
                <a:gd name="connsiteY45" fmla="*/ 68869 h 367916"/>
                <a:gd name="connsiteX46" fmla="*/ 264211 w 298932"/>
                <a:gd name="connsiteY46" fmla="*/ 87725 h 367916"/>
                <a:gd name="connsiteX47" fmla="*/ 264211 w 298932"/>
                <a:gd name="connsiteY47" fmla="*/ 317328 h 36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8932" h="367916">
                  <a:moveTo>
                    <a:pt x="245355" y="39896"/>
                  </a:moveTo>
                  <a:lnTo>
                    <a:pt x="229488" y="39896"/>
                  </a:lnTo>
                  <a:lnTo>
                    <a:pt x="229488" y="23110"/>
                  </a:lnTo>
                  <a:cubicBezTo>
                    <a:pt x="229488" y="15062"/>
                    <a:pt x="222935" y="8623"/>
                    <a:pt x="215001" y="8623"/>
                  </a:cubicBezTo>
                  <a:cubicBezTo>
                    <a:pt x="206953" y="8623"/>
                    <a:pt x="200515" y="15062"/>
                    <a:pt x="200515" y="23110"/>
                  </a:cubicBezTo>
                  <a:lnTo>
                    <a:pt x="200515" y="39896"/>
                  </a:lnTo>
                  <a:lnTo>
                    <a:pt x="165792" y="39896"/>
                  </a:lnTo>
                  <a:lnTo>
                    <a:pt x="165792" y="23110"/>
                  </a:lnTo>
                  <a:cubicBezTo>
                    <a:pt x="165792" y="15062"/>
                    <a:pt x="159354" y="8623"/>
                    <a:pt x="151306" y="8623"/>
                  </a:cubicBezTo>
                  <a:cubicBezTo>
                    <a:pt x="143258" y="8623"/>
                    <a:pt x="136819" y="15062"/>
                    <a:pt x="136819" y="23110"/>
                  </a:cubicBezTo>
                  <a:lnTo>
                    <a:pt x="136819" y="39896"/>
                  </a:lnTo>
                  <a:lnTo>
                    <a:pt x="102097" y="39896"/>
                  </a:lnTo>
                  <a:lnTo>
                    <a:pt x="102097" y="23110"/>
                  </a:lnTo>
                  <a:cubicBezTo>
                    <a:pt x="102097" y="15062"/>
                    <a:pt x="95658" y="8623"/>
                    <a:pt x="87610" y="8623"/>
                  </a:cubicBezTo>
                  <a:cubicBezTo>
                    <a:pt x="79677" y="8623"/>
                    <a:pt x="73123" y="15062"/>
                    <a:pt x="73123" y="23110"/>
                  </a:cubicBezTo>
                  <a:lnTo>
                    <a:pt x="73123" y="39896"/>
                  </a:lnTo>
                  <a:lnTo>
                    <a:pt x="56452" y="39896"/>
                  </a:lnTo>
                  <a:cubicBezTo>
                    <a:pt x="30008" y="39896"/>
                    <a:pt x="8623" y="61396"/>
                    <a:pt x="8623" y="87725"/>
                  </a:cubicBezTo>
                  <a:lnTo>
                    <a:pt x="8623" y="317328"/>
                  </a:lnTo>
                  <a:cubicBezTo>
                    <a:pt x="8623" y="343772"/>
                    <a:pt x="30123" y="365157"/>
                    <a:pt x="56452" y="365157"/>
                  </a:cubicBezTo>
                  <a:lnTo>
                    <a:pt x="245355" y="365157"/>
                  </a:lnTo>
                  <a:cubicBezTo>
                    <a:pt x="271684" y="365157"/>
                    <a:pt x="293184" y="343657"/>
                    <a:pt x="293184" y="317328"/>
                  </a:cubicBezTo>
                  <a:lnTo>
                    <a:pt x="293184" y="87725"/>
                  </a:lnTo>
                  <a:cubicBezTo>
                    <a:pt x="293184" y="61281"/>
                    <a:pt x="271684" y="39896"/>
                    <a:pt x="245355" y="39896"/>
                  </a:cubicBezTo>
                  <a:moveTo>
                    <a:pt x="264211" y="317328"/>
                  </a:moveTo>
                  <a:cubicBezTo>
                    <a:pt x="264211" y="327676"/>
                    <a:pt x="255702" y="336184"/>
                    <a:pt x="245355" y="336184"/>
                  </a:cubicBezTo>
                  <a:lnTo>
                    <a:pt x="56337" y="336184"/>
                  </a:lnTo>
                  <a:cubicBezTo>
                    <a:pt x="45990" y="336184"/>
                    <a:pt x="37482" y="327676"/>
                    <a:pt x="37482" y="317328"/>
                  </a:cubicBezTo>
                  <a:lnTo>
                    <a:pt x="37482" y="87725"/>
                  </a:lnTo>
                  <a:cubicBezTo>
                    <a:pt x="37482" y="77378"/>
                    <a:pt x="45990" y="68869"/>
                    <a:pt x="56337" y="68869"/>
                  </a:cubicBezTo>
                  <a:lnTo>
                    <a:pt x="73009" y="68869"/>
                  </a:lnTo>
                  <a:lnTo>
                    <a:pt x="73009" y="87610"/>
                  </a:lnTo>
                  <a:cubicBezTo>
                    <a:pt x="73009" y="95658"/>
                    <a:pt x="79447" y="102097"/>
                    <a:pt x="87495" y="102097"/>
                  </a:cubicBezTo>
                  <a:cubicBezTo>
                    <a:pt x="95543" y="102097"/>
                    <a:pt x="101982" y="95658"/>
                    <a:pt x="101982" y="87610"/>
                  </a:cubicBezTo>
                  <a:lnTo>
                    <a:pt x="101982" y="68869"/>
                  </a:lnTo>
                  <a:lnTo>
                    <a:pt x="136704" y="68869"/>
                  </a:lnTo>
                  <a:lnTo>
                    <a:pt x="136704" y="87610"/>
                  </a:lnTo>
                  <a:cubicBezTo>
                    <a:pt x="136704" y="95658"/>
                    <a:pt x="143142" y="102097"/>
                    <a:pt x="151191" y="102097"/>
                  </a:cubicBezTo>
                  <a:cubicBezTo>
                    <a:pt x="159239" y="102097"/>
                    <a:pt x="165678" y="95658"/>
                    <a:pt x="165678" y="87610"/>
                  </a:cubicBezTo>
                  <a:lnTo>
                    <a:pt x="165678" y="68869"/>
                  </a:lnTo>
                  <a:lnTo>
                    <a:pt x="200400" y="68869"/>
                  </a:lnTo>
                  <a:lnTo>
                    <a:pt x="200400" y="87610"/>
                  </a:lnTo>
                  <a:cubicBezTo>
                    <a:pt x="200400" y="95658"/>
                    <a:pt x="206838" y="102097"/>
                    <a:pt x="214887" y="102097"/>
                  </a:cubicBezTo>
                  <a:cubicBezTo>
                    <a:pt x="222820" y="102097"/>
                    <a:pt x="229373" y="95658"/>
                    <a:pt x="229373" y="87610"/>
                  </a:cubicBezTo>
                  <a:lnTo>
                    <a:pt x="229373" y="68869"/>
                  </a:lnTo>
                  <a:lnTo>
                    <a:pt x="245355" y="68869"/>
                  </a:lnTo>
                  <a:cubicBezTo>
                    <a:pt x="255702" y="68869"/>
                    <a:pt x="264211" y="77378"/>
                    <a:pt x="264211" y="87725"/>
                  </a:cubicBezTo>
                  <a:lnTo>
                    <a:pt x="264211" y="317328"/>
                  </a:lnTo>
                  <a:close/>
                </a:path>
              </a:pathLst>
            </a:custGeom>
            <a:grpFill/>
            <a:ln w="9525" cap="flat">
              <a:noFill/>
              <a:prstDash val="solid"/>
              <a:miter/>
            </a:ln>
          </p:spPr>
          <p:txBody>
            <a:bodyPr rtlCol="0" anchor="ctr"/>
            <a:lstStyle/>
            <a:p>
              <a:endParaRPr lang="en-GB"/>
            </a:p>
          </p:txBody>
        </p:sp>
      </p:grpSp>
      <p:sp>
        <p:nvSpPr>
          <p:cNvPr id="64" name="Freeform: Shape 745">
            <a:extLst>
              <a:ext uri="{FF2B5EF4-FFF2-40B4-BE49-F238E27FC236}">
                <a16:creationId xmlns:a16="http://schemas.microsoft.com/office/drawing/2014/main" id="{01D18D02-D3DC-974C-98A6-20A7DA71720F}"/>
              </a:ext>
            </a:extLst>
          </p:cNvPr>
          <p:cNvSpPr/>
          <p:nvPr/>
        </p:nvSpPr>
        <p:spPr>
          <a:xfrm>
            <a:off x="5583418" y="2434549"/>
            <a:ext cx="695302" cy="740159"/>
          </a:xfrm>
          <a:custGeom>
            <a:avLst/>
            <a:gdLst>
              <a:gd name="connsiteX0" fmla="*/ 322847 w 356419"/>
              <a:gd name="connsiteY0" fmla="*/ 164873 h 379414"/>
              <a:gd name="connsiteX1" fmla="*/ 277317 w 356419"/>
              <a:gd name="connsiteY1" fmla="*/ 89680 h 379414"/>
              <a:gd name="connsiteX2" fmla="*/ 227074 w 356419"/>
              <a:gd name="connsiteY2" fmla="*/ 61511 h 379414"/>
              <a:gd name="connsiteX3" fmla="*/ 227878 w 356419"/>
              <a:gd name="connsiteY3" fmla="*/ 53003 h 379414"/>
              <a:gd name="connsiteX4" fmla="*/ 183498 w 356419"/>
              <a:gd name="connsiteY4" fmla="*/ 8623 h 379414"/>
              <a:gd name="connsiteX5" fmla="*/ 139118 w 356419"/>
              <a:gd name="connsiteY5" fmla="*/ 53003 h 379414"/>
              <a:gd name="connsiteX6" fmla="*/ 139923 w 356419"/>
              <a:gd name="connsiteY6" fmla="*/ 61511 h 379414"/>
              <a:gd name="connsiteX7" fmla="*/ 90369 w 356419"/>
              <a:gd name="connsiteY7" fmla="*/ 89335 h 379414"/>
              <a:gd name="connsiteX8" fmla="*/ 44495 w 356419"/>
              <a:gd name="connsiteY8" fmla="*/ 164873 h 379414"/>
              <a:gd name="connsiteX9" fmla="*/ 8623 w 356419"/>
              <a:gd name="connsiteY9" fmla="*/ 211092 h 379414"/>
              <a:gd name="connsiteX10" fmla="*/ 35182 w 356419"/>
              <a:gd name="connsiteY10" fmla="*/ 253863 h 379414"/>
              <a:gd name="connsiteX11" fmla="*/ 84391 w 356419"/>
              <a:gd name="connsiteY11" fmla="*/ 368032 h 379414"/>
              <a:gd name="connsiteX12" fmla="*/ 98073 w 356419"/>
              <a:gd name="connsiteY12" fmla="*/ 377115 h 379414"/>
              <a:gd name="connsiteX13" fmla="*/ 98073 w 356419"/>
              <a:gd name="connsiteY13" fmla="*/ 377115 h 379414"/>
              <a:gd name="connsiteX14" fmla="*/ 269729 w 356419"/>
              <a:gd name="connsiteY14" fmla="*/ 376885 h 379414"/>
              <a:gd name="connsiteX15" fmla="*/ 283411 w 356419"/>
              <a:gd name="connsiteY15" fmla="*/ 367802 h 379414"/>
              <a:gd name="connsiteX16" fmla="*/ 332620 w 356419"/>
              <a:gd name="connsiteY16" fmla="*/ 253633 h 379414"/>
              <a:gd name="connsiteX17" fmla="*/ 358834 w 356419"/>
              <a:gd name="connsiteY17" fmla="*/ 211092 h 379414"/>
              <a:gd name="connsiteX18" fmla="*/ 322847 w 356419"/>
              <a:gd name="connsiteY18" fmla="*/ 164873 h 379414"/>
              <a:gd name="connsiteX19" fmla="*/ 183383 w 356419"/>
              <a:gd name="connsiteY19" fmla="*/ 38631 h 379414"/>
              <a:gd name="connsiteX20" fmla="*/ 197870 w 356419"/>
              <a:gd name="connsiteY20" fmla="*/ 53118 h 379414"/>
              <a:gd name="connsiteX21" fmla="*/ 183383 w 356419"/>
              <a:gd name="connsiteY21" fmla="*/ 67720 h 379414"/>
              <a:gd name="connsiteX22" fmla="*/ 168897 w 356419"/>
              <a:gd name="connsiteY22" fmla="*/ 53118 h 379414"/>
              <a:gd name="connsiteX23" fmla="*/ 183383 w 356419"/>
              <a:gd name="connsiteY23" fmla="*/ 38631 h 379414"/>
              <a:gd name="connsiteX24" fmla="*/ 259956 w 356419"/>
              <a:gd name="connsiteY24" fmla="*/ 347107 h 379414"/>
              <a:gd name="connsiteX25" fmla="*/ 107960 w 356419"/>
              <a:gd name="connsiteY25" fmla="*/ 347222 h 379414"/>
              <a:gd name="connsiteX26" fmla="*/ 69789 w 356419"/>
              <a:gd name="connsiteY26" fmla="*/ 258692 h 379414"/>
              <a:gd name="connsiteX27" fmla="*/ 298128 w 356419"/>
              <a:gd name="connsiteY27" fmla="*/ 258347 h 379414"/>
              <a:gd name="connsiteX28" fmla="*/ 259956 w 356419"/>
              <a:gd name="connsiteY28" fmla="*/ 347107 h 379414"/>
              <a:gd name="connsiteX29" fmla="*/ 311579 w 356419"/>
              <a:gd name="connsiteY29" fmla="*/ 228913 h 379414"/>
              <a:gd name="connsiteX30" fmla="*/ 300082 w 356419"/>
              <a:gd name="connsiteY30" fmla="*/ 228568 h 379414"/>
              <a:gd name="connsiteX31" fmla="*/ 270879 w 356419"/>
              <a:gd name="connsiteY31" fmla="*/ 228453 h 379414"/>
              <a:gd name="connsiteX32" fmla="*/ 183154 w 356419"/>
              <a:gd name="connsiteY32" fmla="*/ 228568 h 379414"/>
              <a:gd name="connsiteX33" fmla="*/ 56107 w 356419"/>
              <a:gd name="connsiteY33" fmla="*/ 229028 h 379414"/>
              <a:gd name="connsiteX34" fmla="*/ 38286 w 356419"/>
              <a:gd name="connsiteY34" fmla="*/ 211207 h 379414"/>
              <a:gd name="connsiteX35" fmla="*/ 56107 w 356419"/>
              <a:gd name="connsiteY35" fmla="*/ 193386 h 379414"/>
              <a:gd name="connsiteX36" fmla="*/ 71744 w 356419"/>
              <a:gd name="connsiteY36" fmla="*/ 180049 h 379414"/>
              <a:gd name="connsiteX37" fmla="*/ 109685 w 356419"/>
              <a:gd name="connsiteY37" fmla="*/ 112215 h 379414"/>
              <a:gd name="connsiteX38" fmla="*/ 156020 w 356419"/>
              <a:gd name="connsiteY38" fmla="*/ 88300 h 379414"/>
              <a:gd name="connsiteX39" fmla="*/ 183383 w 356419"/>
              <a:gd name="connsiteY39" fmla="*/ 97728 h 379414"/>
              <a:gd name="connsiteX40" fmla="*/ 210747 w 356419"/>
              <a:gd name="connsiteY40" fmla="*/ 88185 h 379414"/>
              <a:gd name="connsiteX41" fmla="*/ 257542 w 356419"/>
              <a:gd name="connsiteY41" fmla="*/ 112445 h 379414"/>
              <a:gd name="connsiteX42" fmla="*/ 295368 w 356419"/>
              <a:gd name="connsiteY42" fmla="*/ 180739 h 379414"/>
              <a:gd name="connsiteX43" fmla="*/ 310200 w 356419"/>
              <a:gd name="connsiteY43" fmla="*/ 193386 h 379414"/>
              <a:gd name="connsiteX44" fmla="*/ 311235 w 356419"/>
              <a:gd name="connsiteY44" fmla="*/ 193386 h 379414"/>
              <a:gd name="connsiteX45" fmla="*/ 329056 w 356419"/>
              <a:gd name="connsiteY45" fmla="*/ 211207 h 379414"/>
              <a:gd name="connsiteX46" fmla="*/ 311579 w 356419"/>
              <a:gd name="connsiteY46" fmla="*/ 228913 h 37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56419" h="379414">
                <a:moveTo>
                  <a:pt x="322847" y="164873"/>
                </a:moveTo>
                <a:cubicBezTo>
                  <a:pt x="315948" y="135784"/>
                  <a:pt x="300082" y="109455"/>
                  <a:pt x="277317" y="89680"/>
                </a:cubicBezTo>
                <a:cubicBezTo>
                  <a:pt x="262601" y="76918"/>
                  <a:pt x="245469" y="67375"/>
                  <a:pt x="227074" y="61511"/>
                </a:cubicBezTo>
                <a:cubicBezTo>
                  <a:pt x="227648" y="58752"/>
                  <a:pt x="227878" y="55992"/>
                  <a:pt x="227878" y="53003"/>
                </a:cubicBezTo>
                <a:cubicBezTo>
                  <a:pt x="227878" y="28514"/>
                  <a:pt x="207988" y="8623"/>
                  <a:pt x="183498" y="8623"/>
                </a:cubicBezTo>
                <a:cubicBezTo>
                  <a:pt x="159009" y="8623"/>
                  <a:pt x="139118" y="28514"/>
                  <a:pt x="139118" y="53003"/>
                </a:cubicBezTo>
                <a:cubicBezTo>
                  <a:pt x="139118" y="55992"/>
                  <a:pt x="139463" y="58752"/>
                  <a:pt x="139923" y="61511"/>
                </a:cubicBezTo>
                <a:cubicBezTo>
                  <a:pt x="121872" y="67375"/>
                  <a:pt x="104971" y="76688"/>
                  <a:pt x="90369" y="89335"/>
                </a:cubicBezTo>
                <a:cubicBezTo>
                  <a:pt x="67375" y="109110"/>
                  <a:pt x="51393" y="135554"/>
                  <a:pt x="44495" y="164873"/>
                </a:cubicBezTo>
                <a:cubicBezTo>
                  <a:pt x="23914" y="170162"/>
                  <a:pt x="8623" y="188787"/>
                  <a:pt x="8623" y="211092"/>
                </a:cubicBezTo>
                <a:cubicBezTo>
                  <a:pt x="8623" y="229833"/>
                  <a:pt x="19430" y="246044"/>
                  <a:pt x="35182" y="253863"/>
                </a:cubicBezTo>
                <a:lnTo>
                  <a:pt x="84391" y="368032"/>
                </a:lnTo>
                <a:cubicBezTo>
                  <a:pt x="86690" y="373551"/>
                  <a:pt x="92094" y="377115"/>
                  <a:pt x="98073" y="377115"/>
                </a:cubicBezTo>
                <a:lnTo>
                  <a:pt x="98073" y="377115"/>
                </a:lnTo>
                <a:lnTo>
                  <a:pt x="269729" y="376885"/>
                </a:lnTo>
                <a:cubicBezTo>
                  <a:pt x="275708" y="376885"/>
                  <a:pt x="281111" y="373321"/>
                  <a:pt x="283411" y="367802"/>
                </a:cubicBezTo>
                <a:lnTo>
                  <a:pt x="332620" y="253633"/>
                </a:lnTo>
                <a:cubicBezTo>
                  <a:pt x="348141" y="245815"/>
                  <a:pt x="358834" y="229603"/>
                  <a:pt x="358834" y="211092"/>
                </a:cubicBezTo>
                <a:cubicBezTo>
                  <a:pt x="358949" y="188902"/>
                  <a:pt x="343542" y="170162"/>
                  <a:pt x="322847" y="164873"/>
                </a:cubicBezTo>
                <a:moveTo>
                  <a:pt x="183383" y="38631"/>
                </a:moveTo>
                <a:cubicBezTo>
                  <a:pt x="191432" y="38631"/>
                  <a:pt x="197870" y="45185"/>
                  <a:pt x="197870" y="53118"/>
                </a:cubicBezTo>
                <a:cubicBezTo>
                  <a:pt x="197870" y="61166"/>
                  <a:pt x="191317" y="67720"/>
                  <a:pt x="183383" y="67720"/>
                </a:cubicBezTo>
                <a:cubicBezTo>
                  <a:pt x="175335" y="67720"/>
                  <a:pt x="168897" y="61166"/>
                  <a:pt x="168897" y="53118"/>
                </a:cubicBezTo>
                <a:cubicBezTo>
                  <a:pt x="168897" y="45185"/>
                  <a:pt x="175450" y="38631"/>
                  <a:pt x="183383" y="38631"/>
                </a:cubicBezTo>
                <a:moveTo>
                  <a:pt x="259956" y="347107"/>
                </a:moveTo>
                <a:lnTo>
                  <a:pt x="107960" y="347222"/>
                </a:lnTo>
                <a:lnTo>
                  <a:pt x="69789" y="258692"/>
                </a:lnTo>
                <a:cubicBezTo>
                  <a:pt x="151995" y="258347"/>
                  <a:pt x="262141" y="258002"/>
                  <a:pt x="298128" y="258347"/>
                </a:cubicBezTo>
                <a:lnTo>
                  <a:pt x="259956" y="347107"/>
                </a:lnTo>
                <a:close/>
                <a:moveTo>
                  <a:pt x="311579" y="228913"/>
                </a:moveTo>
                <a:cubicBezTo>
                  <a:pt x="308820" y="228683"/>
                  <a:pt x="305141" y="228683"/>
                  <a:pt x="300082" y="228568"/>
                </a:cubicBezTo>
                <a:cubicBezTo>
                  <a:pt x="293299" y="228453"/>
                  <a:pt x="283526" y="228453"/>
                  <a:pt x="270879" y="228453"/>
                </a:cubicBezTo>
                <a:cubicBezTo>
                  <a:pt x="249609" y="228453"/>
                  <a:pt x="220175" y="228453"/>
                  <a:pt x="183154" y="228568"/>
                </a:cubicBezTo>
                <a:cubicBezTo>
                  <a:pt x="120263" y="228683"/>
                  <a:pt x="56682" y="229028"/>
                  <a:pt x="56107" y="229028"/>
                </a:cubicBezTo>
                <a:cubicBezTo>
                  <a:pt x="46335" y="229028"/>
                  <a:pt x="38286" y="221095"/>
                  <a:pt x="38286" y="211207"/>
                </a:cubicBezTo>
                <a:cubicBezTo>
                  <a:pt x="38286" y="201435"/>
                  <a:pt x="46219" y="193386"/>
                  <a:pt x="56107" y="193386"/>
                </a:cubicBezTo>
                <a:cubicBezTo>
                  <a:pt x="63926" y="193386"/>
                  <a:pt x="70594" y="187753"/>
                  <a:pt x="71744" y="180049"/>
                </a:cubicBezTo>
                <a:cubicBezTo>
                  <a:pt x="75883" y="153720"/>
                  <a:pt x="89450" y="129691"/>
                  <a:pt x="109685" y="112215"/>
                </a:cubicBezTo>
                <a:cubicBezTo>
                  <a:pt x="123137" y="100602"/>
                  <a:pt x="139004" y="92554"/>
                  <a:pt x="156020" y="88300"/>
                </a:cubicBezTo>
                <a:cubicBezTo>
                  <a:pt x="163608" y="94164"/>
                  <a:pt x="173036" y="97728"/>
                  <a:pt x="183383" y="97728"/>
                </a:cubicBezTo>
                <a:cubicBezTo>
                  <a:pt x="193731" y="97728"/>
                  <a:pt x="203159" y="94164"/>
                  <a:pt x="210747" y="88185"/>
                </a:cubicBezTo>
                <a:cubicBezTo>
                  <a:pt x="227878" y="92439"/>
                  <a:pt x="243975" y="100717"/>
                  <a:pt x="257542" y="112445"/>
                </a:cubicBezTo>
                <a:cubicBezTo>
                  <a:pt x="277892" y="130036"/>
                  <a:pt x="291344" y="154295"/>
                  <a:pt x="295368" y="180739"/>
                </a:cubicBezTo>
                <a:cubicBezTo>
                  <a:pt x="296518" y="188098"/>
                  <a:pt x="302727" y="193386"/>
                  <a:pt x="310200" y="193386"/>
                </a:cubicBezTo>
                <a:lnTo>
                  <a:pt x="311235" y="193386"/>
                </a:lnTo>
                <a:cubicBezTo>
                  <a:pt x="321007" y="193386"/>
                  <a:pt x="329056" y="201320"/>
                  <a:pt x="329056" y="211207"/>
                </a:cubicBezTo>
                <a:cubicBezTo>
                  <a:pt x="329056" y="220865"/>
                  <a:pt x="321237" y="228798"/>
                  <a:pt x="311579" y="228913"/>
                </a:cubicBezTo>
              </a:path>
            </a:pathLst>
          </a:custGeom>
          <a:solidFill>
            <a:schemeClr val="bg1"/>
          </a:solidFill>
          <a:ln w="9525" cap="flat">
            <a:noFill/>
            <a:prstDash val="solid"/>
            <a:miter/>
          </a:ln>
        </p:spPr>
        <p:txBody>
          <a:bodyPr rtlCol="0" anchor="ctr"/>
          <a:lstStyle/>
          <a:p>
            <a:endParaRPr lang="en-GB"/>
          </a:p>
        </p:txBody>
      </p:sp>
      <p:sp>
        <p:nvSpPr>
          <p:cNvPr id="65" name="Freeform: Shape 12">
            <a:extLst>
              <a:ext uri="{FF2B5EF4-FFF2-40B4-BE49-F238E27FC236}">
                <a16:creationId xmlns:a16="http://schemas.microsoft.com/office/drawing/2014/main" id="{E580D9B8-4ECD-E840-BF5F-73E600201A29}"/>
              </a:ext>
            </a:extLst>
          </p:cNvPr>
          <p:cNvSpPr/>
          <p:nvPr/>
        </p:nvSpPr>
        <p:spPr>
          <a:xfrm>
            <a:off x="7782542" y="2434416"/>
            <a:ext cx="741347" cy="741347"/>
          </a:xfrm>
          <a:custGeom>
            <a:avLst/>
            <a:gdLst>
              <a:gd name="connsiteX0" fmla="*/ 173956 w 344922"/>
              <a:gd name="connsiteY0" fmla="*/ 8623 h 344922"/>
              <a:gd name="connsiteX1" fmla="*/ 8623 w 344922"/>
              <a:gd name="connsiteY1" fmla="*/ 173956 h 344922"/>
              <a:gd name="connsiteX2" fmla="*/ 173956 w 344922"/>
              <a:gd name="connsiteY2" fmla="*/ 339288 h 344922"/>
              <a:gd name="connsiteX3" fmla="*/ 339289 w 344922"/>
              <a:gd name="connsiteY3" fmla="*/ 173956 h 344922"/>
              <a:gd name="connsiteX4" fmla="*/ 173956 w 344922"/>
              <a:gd name="connsiteY4" fmla="*/ 8623 h 344922"/>
              <a:gd name="connsiteX5" fmla="*/ 173956 w 344922"/>
              <a:gd name="connsiteY5" fmla="*/ 35642 h 344922"/>
              <a:gd name="connsiteX6" fmla="*/ 312270 w 344922"/>
              <a:gd name="connsiteY6" fmla="*/ 173956 h 344922"/>
              <a:gd name="connsiteX7" fmla="*/ 294794 w 344922"/>
              <a:gd name="connsiteY7" fmla="*/ 241101 h 344922"/>
              <a:gd name="connsiteX8" fmla="*/ 228224 w 344922"/>
              <a:gd name="connsiteY8" fmla="*/ 212472 h 344922"/>
              <a:gd name="connsiteX9" fmla="*/ 255587 w 344922"/>
              <a:gd name="connsiteY9" fmla="*/ 151191 h 344922"/>
              <a:gd name="connsiteX10" fmla="*/ 173266 w 344922"/>
              <a:gd name="connsiteY10" fmla="*/ 68869 h 344922"/>
              <a:gd name="connsiteX11" fmla="*/ 90945 w 344922"/>
              <a:gd name="connsiteY11" fmla="*/ 151191 h 344922"/>
              <a:gd name="connsiteX12" fmla="*/ 118538 w 344922"/>
              <a:gd name="connsiteY12" fmla="*/ 212587 h 344922"/>
              <a:gd name="connsiteX13" fmla="*/ 52888 w 344922"/>
              <a:gd name="connsiteY13" fmla="*/ 240871 h 344922"/>
              <a:gd name="connsiteX14" fmla="*/ 35527 w 344922"/>
              <a:gd name="connsiteY14" fmla="*/ 173841 h 344922"/>
              <a:gd name="connsiteX15" fmla="*/ 173956 w 344922"/>
              <a:gd name="connsiteY15" fmla="*/ 35642 h 344922"/>
              <a:gd name="connsiteX16" fmla="*/ 118078 w 344922"/>
              <a:gd name="connsiteY16" fmla="*/ 151191 h 344922"/>
              <a:gd name="connsiteX17" fmla="*/ 173381 w 344922"/>
              <a:gd name="connsiteY17" fmla="*/ 95888 h 344922"/>
              <a:gd name="connsiteX18" fmla="*/ 228684 w 344922"/>
              <a:gd name="connsiteY18" fmla="*/ 151191 h 344922"/>
              <a:gd name="connsiteX19" fmla="*/ 173381 w 344922"/>
              <a:gd name="connsiteY19" fmla="*/ 206493 h 344922"/>
              <a:gd name="connsiteX20" fmla="*/ 118078 w 344922"/>
              <a:gd name="connsiteY20" fmla="*/ 151191 h 344922"/>
              <a:gd name="connsiteX21" fmla="*/ 173956 w 344922"/>
              <a:gd name="connsiteY21" fmla="*/ 312270 h 344922"/>
              <a:gd name="connsiteX22" fmla="*/ 68410 w 344922"/>
              <a:gd name="connsiteY22" fmla="*/ 263176 h 344922"/>
              <a:gd name="connsiteX23" fmla="*/ 173841 w 344922"/>
              <a:gd name="connsiteY23" fmla="*/ 233627 h 344922"/>
              <a:gd name="connsiteX24" fmla="*/ 279387 w 344922"/>
              <a:gd name="connsiteY24" fmla="*/ 263291 h 344922"/>
              <a:gd name="connsiteX25" fmla="*/ 173956 w 344922"/>
              <a:gd name="connsiteY25" fmla="*/ 312270 h 34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4922" h="344922">
                <a:moveTo>
                  <a:pt x="173956" y="8623"/>
                </a:moveTo>
                <a:cubicBezTo>
                  <a:pt x="82781" y="8623"/>
                  <a:pt x="8623" y="82781"/>
                  <a:pt x="8623" y="173956"/>
                </a:cubicBezTo>
                <a:cubicBezTo>
                  <a:pt x="8623" y="265130"/>
                  <a:pt x="82781" y="339288"/>
                  <a:pt x="173956" y="339288"/>
                </a:cubicBezTo>
                <a:cubicBezTo>
                  <a:pt x="265130" y="339288"/>
                  <a:pt x="339289" y="265130"/>
                  <a:pt x="339289" y="173956"/>
                </a:cubicBezTo>
                <a:cubicBezTo>
                  <a:pt x="339289" y="82781"/>
                  <a:pt x="265130" y="8623"/>
                  <a:pt x="173956" y="8623"/>
                </a:cubicBezTo>
                <a:moveTo>
                  <a:pt x="173956" y="35642"/>
                </a:moveTo>
                <a:cubicBezTo>
                  <a:pt x="250184" y="35642"/>
                  <a:pt x="312270" y="97728"/>
                  <a:pt x="312270" y="173956"/>
                </a:cubicBezTo>
                <a:cubicBezTo>
                  <a:pt x="312270" y="198330"/>
                  <a:pt x="305946" y="221210"/>
                  <a:pt x="294794" y="241101"/>
                </a:cubicBezTo>
                <a:cubicBezTo>
                  <a:pt x="276513" y="227879"/>
                  <a:pt x="253748" y="218221"/>
                  <a:pt x="228224" y="212472"/>
                </a:cubicBezTo>
                <a:cubicBezTo>
                  <a:pt x="245010" y="197410"/>
                  <a:pt x="255587" y="175565"/>
                  <a:pt x="255587" y="151191"/>
                </a:cubicBezTo>
                <a:cubicBezTo>
                  <a:pt x="255587" y="105776"/>
                  <a:pt x="218681" y="68869"/>
                  <a:pt x="173266" y="68869"/>
                </a:cubicBezTo>
                <a:cubicBezTo>
                  <a:pt x="127851" y="68869"/>
                  <a:pt x="90945" y="105776"/>
                  <a:pt x="90945" y="151191"/>
                </a:cubicBezTo>
                <a:cubicBezTo>
                  <a:pt x="90945" y="175565"/>
                  <a:pt x="101637" y="197525"/>
                  <a:pt x="118538" y="212587"/>
                </a:cubicBezTo>
                <a:cubicBezTo>
                  <a:pt x="93474" y="218336"/>
                  <a:pt x="70939" y="227994"/>
                  <a:pt x="52888" y="240871"/>
                </a:cubicBezTo>
                <a:cubicBezTo>
                  <a:pt x="41851" y="220980"/>
                  <a:pt x="35527" y="198100"/>
                  <a:pt x="35527" y="173841"/>
                </a:cubicBezTo>
                <a:cubicBezTo>
                  <a:pt x="35642" y="97728"/>
                  <a:pt x="97728" y="35642"/>
                  <a:pt x="173956" y="35642"/>
                </a:cubicBezTo>
                <a:moveTo>
                  <a:pt x="118078" y="151191"/>
                </a:moveTo>
                <a:cubicBezTo>
                  <a:pt x="118078" y="120723"/>
                  <a:pt x="142913" y="95888"/>
                  <a:pt x="173381" y="95888"/>
                </a:cubicBezTo>
                <a:cubicBezTo>
                  <a:pt x="203849" y="95888"/>
                  <a:pt x="228684" y="120723"/>
                  <a:pt x="228684" y="151191"/>
                </a:cubicBezTo>
                <a:cubicBezTo>
                  <a:pt x="228684" y="181659"/>
                  <a:pt x="203849" y="206493"/>
                  <a:pt x="173381" y="206493"/>
                </a:cubicBezTo>
                <a:cubicBezTo>
                  <a:pt x="142913" y="206493"/>
                  <a:pt x="118078" y="181659"/>
                  <a:pt x="118078" y="151191"/>
                </a:cubicBezTo>
                <a:moveTo>
                  <a:pt x="173956" y="312270"/>
                </a:moveTo>
                <a:cubicBezTo>
                  <a:pt x="131645" y="312270"/>
                  <a:pt x="93819" y="293184"/>
                  <a:pt x="68410" y="263176"/>
                </a:cubicBezTo>
                <a:cubicBezTo>
                  <a:pt x="94279" y="244320"/>
                  <a:pt x="132105" y="233627"/>
                  <a:pt x="173841" y="233627"/>
                </a:cubicBezTo>
                <a:cubicBezTo>
                  <a:pt x="215576" y="233627"/>
                  <a:pt x="253518" y="244435"/>
                  <a:pt x="279387" y="263291"/>
                </a:cubicBezTo>
                <a:cubicBezTo>
                  <a:pt x="254093" y="293299"/>
                  <a:pt x="216151" y="312270"/>
                  <a:pt x="173956" y="312270"/>
                </a:cubicBezTo>
              </a:path>
            </a:pathLst>
          </a:custGeom>
          <a:solidFill>
            <a:schemeClr val="bg1"/>
          </a:solidFill>
          <a:ln w="9525" cap="flat">
            <a:noFill/>
            <a:prstDash val="solid"/>
            <a:miter/>
          </a:ln>
        </p:spPr>
        <p:txBody>
          <a:bodyPr rtlCol="0" anchor="ctr"/>
          <a:lstStyle/>
          <a:p>
            <a:endParaRPr lang="en-GB" dirty="0"/>
          </a:p>
        </p:txBody>
      </p:sp>
      <p:grpSp>
        <p:nvGrpSpPr>
          <p:cNvPr id="66" name="Group 65">
            <a:extLst>
              <a:ext uri="{FF2B5EF4-FFF2-40B4-BE49-F238E27FC236}">
                <a16:creationId xmlns:a16="http://schemas.microsoft.com/office/drawing/2014/main" id="{3FF09D18-8A29-CC49-9E2D-964D3A788C3E}"/>
              </a:ext>
            </a:extLst>
          </p:cNvPr>
          <p:cNvGrpSpPr/>
          <p:nvPr/>
        </p:nvGrpSpPr>
        <p:grpSpPr>
          <a:xfrm>
            <a:off x="9878231" y="2448913"/>
            <a:ext cx="1061948" cy="662735"/>
            <a:chOff x="1853378" y="3425511"/>
            <a:chExt cx="574061" cy="358257"/>
          </a:xfrm>
          <a:solidFill>
            <a:schemeClr val="bg1"/>
          </a:solidFill>
        </p:grpSpPr>
        <p:sp>
          <p:nvSpPr>
            <p:cNvPr id="67" name="Freeform: Shape 887">
              <a:extLst>
                <a:ext uri="{FF2B5EF4-FFF2-40B4-BE49-F238E27FC236}">
                  <a16:creationId xmlns:a16="http://schemas.microsoft.com/office/drawing/2014/main" id="{475036CA-A0C1-3743-A1F0-CF3B43FB7028}"/>
                </a:ext>
              </a:extLst>
            </p:cNvPr>
            <p:cNvSpPr/>
            <p:nvPr/>
          </p:nvSpPr>
          <p:spPr>
            <a:xfrm>
              <a:off x="2051825" y="3726131"/>
              <a:ext cx="194556" cy="36479"/>
            </a:xfrm>
            <a:custGeom>
              <a:avLst/>
              <a:gdLst>
                <a:gd name="connsiteX0" fmla="*/ 172304 w 194555"/>
                <a:gd name="connsiteY0" fmla="*/ 37087 h 36479"/>
                <a:gd name="connsiteX1" fmla="*/ 23104 w 194555"/>
                <a:gd name="connsiteY1" fmla="*/ 37087 h 36479"/>
                <a:gd name="connsiteX2" fmla="*/ 9120 w 194555"/>
                <a:gd name="connsiteY2" fmla="*/ 23103 h 36479"/>
                <a:gd name="connsiteX3" fmla="*/ 23104 w 194555"/>
                <a:gd name="connsiteY3" fmla="*/ 9120 h 36479"/>
                <a:gd name="connsiteX4" fmla="*/ 172304 w 194555"/>
                <a:gd name="connsiteY4" fmla="*/ 9120 h 36479"/>
                <a:gd name="connsiteX5" fmla="*/ 186287 w 194555"/>
                <a:gd name="connsiteY5" fmla="*/ 23103 h 36479"/>
                <a:gd name="connsiteX6" fmla="*/ 172304 w 194555"/>
                <a:gd name="connsiteY6" fmla="*/ 37087 h 3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555" h="36479">
                  <a:moveTo>
                    <a:pt x="172304" y="37087"/>
                  </a:moveTo>
                  <a:lnTo>
                    <a:pt x="23104" y="37087"/>
                  </a:lnTo>
                  <a:cubicBezTo>
                    <a:pt x="15321" y="37087"/>
                    <a:pt x="9120" y="30764"/>
                    <a:pt x="9120" y="23103"/>
                  </a:cubicBezTo>
                  <a:cubicBezTo>
                    <a:pt x="9120" y="15321"/>
                    <a:pt x="15443" y="9120"/>
                    <a:pt x="23104" y="9120"/>
                  </a:cubicBezTo>
                  <a:lnTo>
                    <a:pt x="172304" y="9120"/>
                  </a:lnTo>
                  <a:cubicBezTo>
                    <a:pt x="180086" y="9120"/>
                    <a:pt x="186287" y="15443"/>
                    <a:pt x="186287" y="23103"/>
                  </a:cubicBezTo>
                  <a:cubicBezTo>
                    <a:pt x="186409" y="30886"/>
                    <a:pt x="180086" y="37087"/>
                    <a:pt x="172304" y="37087"/>
                  </a:cubicBezTo>
                </a:path>
              </a:pathLst>
            </a:custGeom>
            <a:grpFill/>
            <a:ln w="9525" cap="flat">
              <a:noFill/>
              <a:prstDash val="solid"/>
              <a:miter/>
            </a:ln>
          </p:spPr>
          <p:txBody>
            <a:bodyPr rtlCol="0" anchor="ctr"/>
            <a:lstStyle/>
            <a:p>
              <a:endParaRPr lang="en-GB"/>
            </a:p>
          </p:txBody>
        </p:sp>
        <p:sp>
          <p:nvSpPr>
            <p:cNvPr id="68" name="Freeform: Shape 888">
              <a:extLst>
                <a:ext uri="{FF2B5EF4-FFF2-40B4-BE49-F238E27FC236}">
                  <a16:creationId xmlns:a16="http://schemas.microsoft.com/office/drawing/2014/main" id="{98139306-9377-4341-89E5-55A150435DB1}"/>
                </a:ext>
              </a:extLst>
            </p:cNvPr>
            <p:cNvSpPr/>
            <p:nvPr/>
          </p:nvSpPr>
          <p:spPr>
            <a:xfrm>
              <a:off x="1853378" y="3552733"/>
              <a:ext cx="206716" cy="231035"/>
            </a:xfrm>
            <a:custGeom>
              <a:avLst/>
              <a:gdLst>
                <a:gd name="connsiteX0" fmla="*/ 194677 w 206715"/>
                <a:gd name="connsiteY0" fmla="*/ 89009 h 231035"/>
                <a:gd name="connsiteX1" fmla="*/ 185679 w 206715"/>
                <a:gd name="connsiteY1" fmla="*/ 85240 h 231035"/>
                <a:gd name="connsiteX2" fmla="*/ 154307 w 206715"/>
                <a:gd name="connsiteY2" fmla="*/ 85240 h 231035"/>
                <a:gd name="connsiteX3" fmla="*/ 154307 w 206715"/>
                <a:gd name="connsiteY3" fmla="*/ 21888 h 231035"/>
                <a:gd name="connsiteX4" fmla="*/ 150538 w 206715"/>
                <a:gd name="connsiteY4" fmla="*/ 12889 h 231035"/>
                <a:gd name="connsiteX5" fmla="*/ 141539 w 206715"/>
                <a:gd name="connsiteY5" fmla="*/ 9120 h 231035"/>
                <a:gd name="connsiteX6" fmla="*/ 21887 w 206715"/>
                <a:gd name="connsiteY6" fmla="*/ 9120 h 231035"/>
                <a:gd name="connsiteX7" fmla="*/ 12889 w 206715"/>
                <a:gd name="connsiteY7" fmla="*/ 12889 h 231035"/>
                <a:gd name="connsiteX8" fmla="*/ 9120 w 206715"/>
                <a:gd name="connsiteY8" fmla="*/ 21888 h 231035"/>
                <a:gd name="connsiteX9" fmla="*/ 9120 w 206715"/>
                <a:gd name="connsiteY9" fmla="*/ 209756 h 231035"/>
                <a:gd name="connsiteX10" fmla="*/ 12889 w 206715"/>
                <a:gd name="connsiteY10" fmla="*/ 218754 h 231035"/>
                <a:gd name="connsiteX11" fmla="*/ 21887 w 206715"/>
                <a:gd name="connsiteY11" fmla="*/ 222523 h 231035"/>
                <a:gd name="connsiteX12" fmla="*/ 122449 w 206715"/>
                <a:gd name="connsiteY12" fmla="*/ 222523 h 231035"/>
                <a:gd name="connsiteX13" fmla="*/ 125610 w 206715"/>
                <a:gd name="connsiteY13" fmla="*/ 227387 h 231035"/>
                <a:gd name="connsiteX14" fmla="*/ 134608 w 206715"/>
                <a:gd name="connsiteY14" fmla="*/ 231157 h 231035"/>
                <a:gd name="connsiteX15" fmla="*/ 185679 w 206715"/>
                <a:gd name="connsiteY15" fmla="*/ 231157 h 231035"/>
                <a:gd name="connsiteX16" fmla="*/ 194677 w 206715"/>
                <a:gd name="connsiteY16" fmla="*/ 227387 h 231035"/>
                <a:gd name="connsiteX17" fmla="*/ 198447 w 206715"/>
                <a:gd name="connsiteY17" fmla="*/ 218389 h 231035"/>
                <a:gd name="connsiteX18" fmla="*/ 198447 w 206715"/>
                <a:gd name="connsiteY18" fmla="*/ 98008 h 231035"/>
                <a:gd name="connsiteX19" fmla="*/ 194677 w 206715"/>
                <a:gd name="connsiteY19" fmla="*/ 89009 h 231035"/>
                <a:gd name="connsiteX20" fmla="*/ 169628 w 206715"/>
                <a:gd name="connsiteY20" fmla="*/ 99588 h 231035"/>
                <a:gd name="connsiteX21" fmla="*/ 168048 w 206715"/>
                <a:gd name="connsiteY21" fmla="*/ 101169 h 231035"/>
                <a:gd name="connsiteX22" fmla="*/ 152118 w 206715"/>
                <a:gd name="connsiteY22" fmla="*/ 101169 h 231035"/>
                <a:gd name="connsiteX23" fmla="*/ 150538 w 206715"/>
                <a:gd name="connsiteY23" fmla="*/ 99588 h 231035"/>
                <a:gd name="connsiteX24" fmla="*/ 152118 w 206715"/>
                <a:gd name="connsiteY24" fmla="*/ 98008 h 231035"/>
                <a:gd name="connsiteX25" fmla="*/ 168048 w 206715"/>
                <a:gd name="connsiteY25" fmla="*/ 98008 h 231035"/>
                <a:gd name="connsiteX26" fmla="*/ 169628 w 206715"/>
                <a:gd name="connsiteY26" fmla="*/ 99588 h 231035"/>
                <a:gd name="connsiteX27" fmla="*/ 81592 w 206715"/>
                <a:gd name="connsiteY27" fmla="*/ 18848 h 231035"/>
                <a:gd name="connsiteX28" fmla="*/ 84510 w 206715"/>
                <a:gd name="connsiteY28" fmla="*/ 21766 h 231035"/>
                <a:gd name="connsiteX29" fmla="*/ 81592 w 206715"/>
                <a:gd name="connsiteY29" fmla="*/ 24684 h 231035"/>
                <a:gd name="connsiteX30" fmla="*/ 78674 w 206715"/>
                <a:gd name="connsiteY30" fmla="*/ 21766 h 231035"/>
                <a:gd name="connsiteX31" fmla="*/ 81592 w 206715"/>
                <a:gd name="connsiteY31" fmla="*/ 18848 h 231035"/>
                <a:gd name="connsiteX32" fmla="*/ 19699 w 206715"/>
                <a:gd name="connsiteY32" fmla="*/ 195893 h 231035"/>
                <a:gd name="connsiteX33" fmla="*/ 18726 w 206715"/>
                <a:gd name="connsiteY33" fmla="*/ 193705 h 231035"/>
                <a:gd name="connsiteX34" fmla="*/ 18726 w 206715"/>
                <a:gd name="connsiteY34" fmla="*/ 37817 h 231035"/>
                <a:gd name="connsiteX35" fmla="*/ 19699 w 206715"/>
                <a:gd name="connsiteY35" fmla="*/ 35628 h 231035"/>
                <a:gd name="connsiteX36" fmla="*/ 21887 w 206715"/>
                <a:gd name="connsiteY36" fmla="*/ 34655 h 231035"/>
                <a:gd name="connsiteX37" fmla="*/ 141539 w 206715"/>
                <a:gd name="connsiteY37" fmla="*/ 34655 h 231035"/>
                <a:gd name="connsiteX38" fmla="*/ 143728 w 206715"/>
                <a:gd name="connsiteY38" fmla="*/ 35628 h 231035"/>
                <a:gd name="connsiteX39" fmla="*/ 144701 w 206715"/>
                <a:gd name="connsiteY39" fmla="*/ 37817 h 231035"/>
                <a:gd name="connsiteX40" fmla="*/ 144701 w 206715"/>
                <a:gd name="connsiteY40" fmla="*/ 85240 h 231035"/>
                <a:gd name="connsiteX41" fmla="*/ 134487 w 206715"/>
                <a:gd name="connsiteY41" fmla="*/ 85240 h 231035"/>
                <a:gd name="connsiteX42" fmla="*/ 125489 w 206715"/>
                <a:gd name="connsiteY42" fmla="*/ 89009 h 231035"/>
                <a:gd name="connsiteX43" fmla="*/ 121719 w 206715"/>
                <a:gd name="connsiteY43" fmla="*/ 98008 h 231035"/>
                <a:gd name="connsiteX44" fmla="*/ 121719 w 206715"/>
                <a:gd name="connsiteY44" fmla="*/ 196988 h 231035"/>
                <a:gd name="connsiteX45" fmla="*/ 21887 w 206715"/>
                <a:gd name="connsiteY45" fmla="*/ 196988 h 231035"/>
                <a:gd name="connsiteX46" fmla="*/ 19699 w 206715"/>
                <a:gd name="connsiteY46" fmla="*/ 195893 h 231035"/>
                <a:gd name="connsiteX47" fmla="*/ 87064 w 206715"/>
                <a:gd name="connsiteY47" fmla="*/ 215349 h 231035"/>
                <a:gd name="connsiteX48" fmla="*/ 81470 w 206715"/>
                <a:gd name="connsiteY48" fmla="*/ 217660 h 231035"/>
                <a:gd name="connsiteX49" fmla="*/ 75877 w 206715"/>
                <a:gd name="connsiteY49" fmla="*/ 215349 h 231035"/>
                <a:gd name="connsiteX50" fmla="*/ 73566 w 206715"/>
                <a:gd name="connsiteY50" fmla="*/ 209756 h 231035"/>
                <a:gd name="connsiteX51" fmla="*/ 75877 w 206715"/>
                <a:gd name="connsiteY51" fmla="*/ 204162 h 231035"/>
                <a:gd name="connsiteX52" fmla="*/ 81470 w 206715"/>
                <a:gd name="connsiteY52" fmla="*/ 201852 h 231035"/>
                <a:gd name="connsiteX53" fmla="*/ 87064 w 206715"/>
                <a:gd name="connsiteY53" fmla="*/ 204162 h 231035"/>
                <a:gd name="connsiteX54" fmla="*/ 89374 w 206715"/>
                <a:gd name="connsiteY54" fmla="*/ 209756 h 231035"/>
                <a:gd name="connsiteX55" fmla="*/ 87064 w 206715"/>
                <a:gd name="connsiteY55" fmla="*/ 215349 h 231035"/>
                <a:gd name="connsiteX56" fmla="*/ 165737 w 206715"/>
                <a:gd name="connsiteY56" fmla="*/ 223982 h 231035"/>
                <a:gd name="connsiteX57" fmla="*/ 160144 w 206715"/>
                <a:gd name="connsiteY57" fmla="*/ 226293 h 231035"/>
                <a:gd name="connsiteX58" fmla="*/ 154550 w 206715"/>
                <a:gd name="connsiteY58" fmla="*/ 223982 h 231035"/>
                <a:gd name="connsiteX59" fmla="*/ 152240 w 206715"/>
                <a:gd name="connsiteY59" fmla="*/ 218389 h 231035"/>
                <a:gd name="connsiteX60" fmla="*/ 154550 w 206715"/>
                <a:gd name="connsiteY60" fmla="*/ 212796 h 231035"/>
                <a:gd name="connsiteX61" fmla="*/ 160144 w 206715"/>
                <a:gd name="connsiteY61" fmla="*/ 210485 h 231035"/>
                <a:gd name="connsiteX62" fmla="*/ 165737 w 206715"/>
                <a:gd name="connsiteY62" fmla="*/ 212796 h 231035"/>
                <a:gd name="connsiteX63" fmla="*/ 168048 w 206715"/>
                <a:gd name="connsiteY63" fmla="*/ 218389 h 231035"/>
                <a:gd name="connsiteX64" fmla="*/ 165737 w 206715"/>
                <a:gd name="connsiteY64" fmla="*/ 223982 h 231035"/>
                <a:gd name="connsiteX65" fmla="*/ 188841 w 206715"/>
                <a:gd name="connsiteY65" fmla="*/ 202338 h 231035"/>
                <a:gd name="connsiteX66" fmla="*/ 187868 w 206715"/>
                <a:gd name="connsiteY66" fmla="*/ 204649 h 231035"/>
                <a:gd name="connsiteX67" fmla="*/ 185679 w 206715"/>
                <a:gd name="connsiteY67" fmla="*/ 205621 h 231035"/>
                <a:gd name="connsiteX68" fmla="*/ 134608 w 206715"/>
                <a:gd name="connsiteY68" fmla="*/ 205621 h 231035"/>
                <a:gd name="connsiteX69" fmla="*/ 132420 w 206715"/>
                <a:gd name="connsiteY69" fmla="*/ 204649 h 231035"/>
                <a:gd name="connsiteX70" fmla="*/ 131447 w 206715"/>
                <a:gd name="connsiteY70" fmla="*/ 202338 h 231035"/>
                <a:gd name="connsiteX71" fmla="*/ 131447 w 206715"/>
                <a:gd name="connsiteY71" fmla="*/ 113937 h 231035"/>
                <a:gd name="connsiteX72" fmla="*/ 132420 w 206715"/>
                <a:gd name="connsiteY72" fmla="*/ 111748 h 231035"/>
                <a:gd name="connsiteX73" fmla="*/ 134608 w 206715"/>
                <a:gd name="connsiteY73" fmla="*/ 110775 h 231035"/>
                <a:gd name="connsiteX74" fmla="*/ 185679 w 206715"/>
                <a:gd name="connsiteY74" fmla="*/ 110775 h 231035"/>
                <a:gd name="connsiteX75" fmla="*/ 187868 w 206715"/>
                <a:gd name="connsiteY75" fmla="*/ 111748 h 231035"/>
                <a:gd name="connsiteX76" fmla="*/ 188841 w 206715"/>
                <a:gd name="connsiteY76" fmla="*/ 113937 h 231035"/>
                <a:gd name="connsiteX77" fmla="*/ 188841 w 206715"/>
                <a:gd name="connsiteY77" fmla="*/ 202338 h 231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06715" h="231035">
                  <a:moveTo>
                    <a:pt x="194677" y="89009"/>
                  </a:moveTo>
                  <a:cubicBezTo>
                    <a:pt x="192124" y="86456"/>
                    <a:pt x="189206" y="85240"/>
                    <a:pt x="185679" y="85240"/>
                  </a:cubicBezTo>
                  <a:lnTo>
                    <a:pt x="154307" y="85240"/>
                  </a:lnTo>
                  <a:lnTo>
                    <a:pt x="154307" y="21888"/>
                  </a:lnTo>
                  <a:cubicBezTo>
                    <a:pt x="154307" y="18361"/>
                    <a:pt x="153091" y="15443"/>
                    <a:pt x="150538" y="12889"/>
                  </a:cubicBezTo>
                  <a:cubicBezTo>
                    <a:pt x="147984" y="10336"/>
                    <a:pt x="144944" y="9120"/>
                    <a:pt x="141539" y="9120"/>
                  </a:cubicBezTo>
                  <a:lnTo>
                    <a:pt x="21887" y="9120"/>
                  </a:lnTo>
                  <a:cubicBezTo>
                    <a:pt x="18361" y="9120"/>
                    <a:pt x="15443" y="10336"/>
                    <a:pt x="12889" y="12889"/>
                  </a:cubicBezTo>
                  <a:cubicBezTo>
                    <a:pt x="10336" y="15443"/>
                    <a:pt x="9120" y="18361"/>
                    <a:pt x="9120" y="21888"/>
                  </a:cubicBezTo>
                  <a:lnTo>
                    <a:pt x="9120" y="209756"/>
                  </a:lnTo>
                  <a:cubicBezTo>
                    <a:pt x="9120" y="213160"/>
                    <a:pt x="10336" y="216200"/>
                    <a:pt x="12889" y="218754"/>
                  </a:cubicBezTo>
                  <a:cubicBezTo>
                    <a:pt x="15443" y="221307"/>
                    <a:pt x="18361" y="222523"/>
                    <a:pt x="21887" y="222523"/>
                  </a:cubicBezTo>
                  <a:lnTo>
                    <a:pt x="122449" y="222523"/>
                  </a:lnTo>
                  <a:cubicBezTo>
                    <a:pt x="123057" y="224347"/>
                    <a:pt x="124151" y="225928"/>
                    <a:pt x="125610" y="227387"/>
                  </a:cubicBezTo>
                  <a:cubicBezTo>
                    <a:pt x="128164" y="229941"/>
                    <a:pt x="131082" y="231157"/>
                    <a:pt x="134608" y="231157"/>
                  </a:cubicBezTo>
                  <a:lnTo>
                    <a:pt x="185679" y="231157"/>
                  </a:lnTo>
                  <a:cubicBezTo>
                    <a:pt x="189084" y="231157"/>
                    <a:pt x="192124" y="229941"/>
                    <a:pt x="194677" y="227387"/>
                  </a:cubicBezTo>
                  <a:cubicBezTo>
                    <a:pt x="197231" y="224834"/>
                    <a:pt x="198447" y="221794"/>
                    <a:pt x="198447" y="218389"/>
                  </a:cubicBezTo>
                  <a:lnTo>
                    <a:pt x="198447" y="98008"/>
                  </a:lnTo>
                  <a:cubicBezTo>
                    <a:pt x="198447" y="94481"/>
                    <a:pt x="197109" y="91441"/>
                    <a:pt x="194677" y="89009"/>
                  </a:cubicBezTo>
                  <a:moveTo>
                    <a:pt x="169628" y="99588"/>
                  </a:moveTo>
                  <a:cubicBezTo>
                    <a:pt x="169628" y="100683"/>
                    <a:pt x="169142" y="101169"/>
                    <a:pt x="168048" y="101169"/>
                  </a:cubicBezTo>
                  <a:lnTo>
                    <a:pt x="152118" y="101169"/>
                  </a:lnTo>
                  <a:cubicBezTo>
                    <a:pt x="151024" y="101169"/>
                    <a:pt x="150538" y="100683"/>
                    <a:pt x="150538" y="99588"/>
                  </a:cubicBezTo>
                  <a:cubicBezTo>
                    <a:pt x="150538" y="98494"/>
                    <a:pt x="151024" y="98008"/>
                    <a:pt x="152118" y="98008"/>
                  </a:cubicBezTo>
                  <a:lnTo>
                    <a:pt x="168048" y="98008"/>
                  </a:lnTo>
                  <a:cubicBezTo>
                    <a:pt x="169142" y="97886"/>
                    <a:pt x="169628" y="98494"/>
                    <a:pt x="169628" y="99588"/>
                  </a:cubicBezTo>
                  <a:moveTo>
                    <a:pt x="81592" y="18848"/>
                  </a:moveTo>
                  <a:cubicBezTo>
                    <a:pt x="83173" y="18848"/>
                    <a:pt x="84510" y="20185"/>
                    <a:pt x="84510" y="21766"/>
                  </a:cubicBezTo>
                  <a:cubicBezTo>
                    <a:pt x="84510" y="23347"/>
                    <a:pt x="83173" y="24684"/>
                    <a:pt x="81592" y="24684"/>
                  </a:cubicBezTo>
                  <a:cubicBezTo>
                    <a:pt x="80011" y="24684"/>
                    <a:pt x="78674" y="23347"/>
                    <a:pt x="78674" y="21766"/>
                  </a:cubicBezTo>
                  <a:cubicBezTo>
                    <a:pt x="78674" y="20185"/>
                    <a:pt x="80011" y="18848"/>
                    <a:pt x="81592" y="18848"/>
                  </a:cubicBezTo>
                  <a:moveTo>
                    <a:pt x="19699" y="195893"/>
                  </a:moveTo>
                  <a:cubicBezTo>
                    <a:pt x="19091" y="195285"/>
                    <a:pt x="18726" y="194556"/>
                    <a:pt x="18726" y="193705"/>
                  </a:cubicBezTo>
                  <a:lnTo>
                    <a:pt x="18726" y="37817"/>
                  </a:lnTo>
                  <a:cubicBezTo>
                    <a:pt x="18726" y="36966"/>
                    <a:pt x="19091" y="36236"/>
                    <a:pt x="19699" y="35628"/>
                  </a:cubicBezTo>
                  <a:cubicBezTo>
                    <a:pt x="20307" y="35020"/>
                    <a:pt x="21036" y="34655"/>
                    <a:pt x="21887" y="34655"/>
                  </a:cubicBezTo>
                  <a:lnTo>
                    <a:pt x="141539" y="34655"/>
                  </a:lnTo>
                  <a:cubicBezTo>
                    <a:pt x="142391" y="34655"/>
                    <a:pt x="143120" y="34899"/>
                    <a:pt x="143728" y="35628"/>
                  </a:cubicBezTo>
                  <a:cubicBezTo>
                    <a:pt x="144336" y="36236"/>
                    <a:pt x="144701" y="36966"/>
                    <a:pt x="144701" y="37817"/>
                  </a:cubicBezTo>
                  <a:lnTo>
                    <a:pt x="144701" y="85240"/>
                  </a:lnTo>
                  <a:lnTo>
                    <a:pt x="134487" y="85240"/>
                  </a:lnTo>
                  <a:cubicBezTo>
                    <a:pt x="130960" y="85240"/>
                    <a:pt x="128042" y="86456"/>
                    <a:pt x="125489" y="89009"/>
                  </a:cubicBezTo>
                  <a:cubicBezTo>
                    <a:pt x="122935" y="91563"/>
                    <a:pt x="121719" y="94481"/>
                    <a:pt x="121719" y="98008"/>
                  </a:cubicBezTo>
                  <a:lnTo>
                    <a:pt x="121719" y="196988"/>
                  </a:lnTo>
                  <a:lnTo>
                    <a:pt x="21887" y="196988"/>
                  </a:lnTo>
                  <a:cubicBezTo>
                    <a:pt x="21036" y="196866"/>
                    <a:pt x="20307" y="196501"/>
                    <a:pt x="19699" y="195893"/>
                  </a:cubicBezTo>
                  <a:moveTo>
                    <a:pt x="87064" y="215349"/>
                  </a:moveTo>
                  <a:cubicBezTo>
                    <a:pt x="85483" y="216930"/>
                    <a:pt x="83659" y="217660"/>
                    <a:pt x="81470" y="217660"/>
                  </a:cubicBezTo>
                  <a:cubicBezTo>
                    <a:pt x="79281" y="217660"/>
                    <a:pt x="77336" y="216930"/>
                    <a:pt x="75877" y="215349"/>
                  </a:cubicBezTo>
                  <a:cubicBezTo>
                    <a:pt x="74296" y="213768"/>
                    <a:pt x="73566" y="211944"/>
                    <a:pt x="73566" y="209756"/>
                  </a:cubicBezTo>
                  <a:cubicBezTo>
                    <a:pt x="73566" y="207567"/>
                    <a:pt x="74296" y="205621"/>
                    <a:pt x="75877" y="204162"/>
                  </a:cubicBezTo>
                  <a:cubicBezTo>
                    <a:pt x="77458" y="202581"/>
                    <a:pt x="79281" y="201852"/>
                    <a:pt x="81470" y="201852"/>
                  </a:cubicBezTo>
                  <a:cubicBezTo>
                    <a:pt x="83659" y="201852"/>
                    <a:pt x="85483" y="202581"/>
                    <a:pt x="87064" y="204162"/>
                  </a:cubicBezTo>
                  <a:cubicBezTo>
                    <a:pt x="88645" y="205743"/>
                    <a:pt x="89374" y="207567"/>
                    <a:pt x="89374" y="209756"/>
                  </a:cubicBezTo>
                  <a:cubicBezTo>
                    <a:pt x="89496" y="211823"/>
                    <a:pt x="88645" y="213768"/>
                    <a:pt x="87064" y="215349"/>
                  </a:cubicBezTo>
                  <a:moveTo>
                    <a:pt x="165737" y="223982"/>
                  </a:moveTo>
                  <a:cubicBezTo>
                    <a:pt x="164157" y="225563"/>
                    <a:pt x="162333" y="226293"/>
                    <a:pt x="160144" y="226293"/>
                  </a:cubicBezTo>
                  <a:cubicBezTo>
                    <a:pt x="157955" y="226293"/>
                    <a:pt x="156009" y="225442"/>
                    <a:pt x="154550" y="223982"/>
                  </a:cubicBezTo>
                  <a:cubicBezTo>
                    <a:pt x="152970" y="222402"/>
                    <a:pt x="152240" y="220578"/>
                    <a:pt x="152240" y="218389"/>
                  </a:cubicBezTo>
                  <a:cubicBezTo>
                    <a:pt x="152240" y="216200"/>
                    <a:pt x="153091" y="214255"/>
                    <a:pt x="154550" y="212796"/>
                  </a:cubicBezTo>
                  <a:cubicBezTo>
                    <a:pt x="156131" y="211215"/>
                    <a:pt x="157955" y="210485"/>
                    <a:pt x="160144" y="210485"/>
                  </a:cubicBezTo>
                  <a:cubicBezTo>
                    <a:pt x="162333" y="210485"/>
                    <a:pt x="164157" y="211215"/>
                    <a:pt x="165737" y="212796"/>
                  </a:cubicBezTo>
                  <a:cubicBezTo>
                    <a:pt x="167318" y="214376"/>
                    <a:pt x="168048" y="216200"/>
                    <a:pt x="168048" y="218389"/>
                  </a:cubicBezTo>
                  <a:cubicBezTo>
                    <a:pt x="168048" y="220578"/>
                    <a:pt x="167318" y="222402"/>
                    <a:pt x="165737" y="223982"/>
                  </a:cubicBezTo>
                  <a:moveTo>
                    <a:pt x="188841" y="202338"/>
                  </a:moveTo>
                  <a:cubicBezTo>
                    <a:pt x="188841" y="203189"/>
                    <a:pt x="188476" y="203919"/>
                    <a:pt x="187868" y="204649"/>
                  </a:cubicBezTo>
                  <a:cubicBezTo>
                    <a:pt x="187260" y="205378"/>
                    <a:pt x="186530" y="205621"/>
                    <a:pt x="185679" y="205621"/>
                  </a:cubicBezTo>
                  <a:lnTo>
                    <a:pt x="134608" y="205621"/>
                  </a:lnTo>
                  <a:cubicBezTo>
                    <a:pt x="133757" y="205621"/>
                    <a:pt x="133028" y="205257"/>
                    <a:pt x="132420" y="204649"/>
                  </a:cubicBezTo>
                  <a:cubicBezTo>
                    <a:pt x="131812" y="204040"/>
                    <a:pt x="131447" y="203311"/>
                    <a:pt x="131447" y="202338"/>
                  </a:cubicBezTo>
                  <a:lnTo>
                    <a:pt x="131447" y="113937"/>
                  </a:lnTo>
                  <a:cubicBezTo>
                    <a:pt x="131447" y="113086"/>
                    <a:pt x="131812" y="112356"/>
                    <a:pt x="132420" y="111748"/>
                  </a:cubicBezTo>
                  <a:cubicBezTo>
                    <a:pt x="133028" y="111140"/>
                    <a:pt x="133757" y="110775"/>
                    <a:pt x="134608" y="110775"/>
                  </a:cubicBezTo>
                  <a:lnTo>
                    <a:pt x="185679" y="110775"/>
                  </a:lnTo>
                  <a:cubicBezTo>
                    <a:pt x="186530" y="110775"/>
                    <a:pt x="187260" y="111140"/>
                    <a:pt x="187868" y="111748"/>
                  </a:cubicBezTo>
                  <a:cubicBezTo>
                    <a:pt x="188476" y="112356"/>
                    <a:pt x="188841" y="113086"/>
                    <a:pt x="188841" y="113937"/>
                  </a:cubicBezTo>
                  <a:lnTo>
                    <a:pt x="188841" y="202338"/>
                  </a:lnTo>
                  <a:close/>
                </a:path>
              </a:pathLst>
            </a:custGeom>
            <a:grpFill/>
            <a:ln w="9525" cap="flat">
              <a:noFill/>
              <a:prstDash val="solid"/>
              <a:miter/>
            </a:ln>
          </p:spPr>
          <p:txBody>
            <a:bodyPr rtlCol="0" anchor="ctr"/>
            <a:lstStyle/>
            <a:p>
              <a:endParaRPr lang="en-GB"/>
            </a:p>
          </p:txBody>
        </p:sp>
        <p:sp>
          <p:nvSpPr>
            <p:cNvPr id="69" name="Freeform: Shape 889">
              <a:extLst>
                <a:ext uri="{FF2B5EF4-FFF2-40B4-BE49-F238E27FC236}">
                  <a16:creationId xmlns:a16="http://schemas.microsoft.com/office/drawing/2014/main" id="{B1D4B541-610E-B545-B8E1-268FDA68E934}"/>
                </a:ext>
              </a:extLst>
            </p:cNvPr>
            <p:cNvSpPr/>
            <p:nvPr/>
          </p:nvSpPr>
          <p:spPr>
            <a:xfrm>
              <a:off x="2234100" y="3632136"/>
              <a:ext cx="170236" cy="121597"/>
            </a:xfrm>
            <a:custGeom>
              <a:avLst/>
              <a:gdLst>
                <a:gd name="connsiteX0" fmla="*/ 152605 w 170236"/>
                <a:gd name="connsiteY0" fmla="*/ 115396 h 121597"/>
                <a:gd name="connsiteX1" fmla="*/ 26387 w 170236"/>
                <a:gd name="connsiteY1" fmla="*/ 115396 h 121597"/>
                <a:gd name="connsiteX2" fmla="*/ 9120 w 170236"/>
                <a:gd name="connsiteY2" fmla="*/ 98129 h 121597"/>
                <a:gd name="connsiteX3" fmla="*/ 9120 w 170236"/>
                <a:gd name="connsiteY3" fmla="*/ 69311 h 121597"/>
                <a:gd name="connsiteX4" fmla="*/ 22739 w 170236"/>
                <a:gd name="connsiteY4" fmla="*/ 52530 h 121597"/>
                <a:gd name="connsiteX5" fmla="*/ 49125 w 170236"/>
                <a:gd name="connsiteY5" fmla="*/ 33075 h 121597"/>
                <a:gd name="connsiteX6" fmla="*/ 49125 w 170236"/>
                <a:gd name="connsiteY6" fmla="*/ 18969 h 121597"/>
                <a:gd name="connsiteX7" fmla="*/ 58975 w 170236"/>
                <a:gd name="connsiteY7" fmla="*/ 9120 h 121597"/>
                <a:gd name="connsiteX8" fmla="*/ 68824 w 170236"/>
                <a:gd name="connsiteY8" fmla="*/ 18969 h 121597"/>
                <a:gd name="connsiteX9" fmla="*/ 68824 w 170236"/>
                <a:gd name="connsiteY9" fmla="*/ 33318 h 121597"/>
                <a:gd name="connsiteX10" fmla="*/ 68338 w 170236"/>
                <a:gd name="connsiteY10" fmla="*/ 37331 h 121597"/>
                <a:gd name="connsiteX11" fmla="*/ 28819 w 170236"/>
                <a:gd name="connsiteY11" fmla="*/ 71378 h 121597"/>
                <a:gd name="connsiteX12" fmla="*/ 28819 w 170236"/>
                <a:gd name="connsiteY12" fmla="*/ 95454 h 121597"/>
                <a:gd name="connsiteX13" fmla="*/ 149808 w 170236"/>
                <a:gd name="connsiteY13" fmla="*/ 95454 h 121597"/>
                <a:gd name="connsiteX14" fmla="*/ 149808 w 170236"/>
                <a:gd name="connsiteY14" fmla="*/ 71378 h 121597"/>
                <a:gd name="connsiteX15" fmla="*/ 110289 w 170236"/>
                <a:gd name="connsiteY15" fmla="*/ 37331 h 121597"/>
                <a:gd name="connsiteX16" fmla="*/ 109802 w 170236"/>
                <a:gd name="connsiteY16" fmla="*/ 33318 h 121597"/>
                <a:gd name="connsiteX17" fmla="*/ 109802 w 170236"/>
                <a:gd name="connsiteY17" fmla="*/ 18969 h 121597"/>
                <a:gd name="connsiteX18" fmla="*/ 119652 w 170236"/>
                <a:gd name="connsiteY18" fmla="*/ 9120 h 121597"/>
                <a:gd name="connsiteX19" fmla="*/ 129501 w 170236"/>
                <a:gd name="connsiteY19" fmla="*/ 18969 h 121597"/>
                <a:gd name="connsiteX20" fmla="*/ 129501 w 170236"/>
                <a:gd name="connsiteY20" fmla="*/ 33075 h 121597"/>
                <a:gd name="connsiteX21" fmla="*/ 155888 w 170236"/>
                <a:gd name="connsiteY21" fmla="*/ 52530 h 121597"/>
                <a:gd name="connsiteX22" fmla="*/ 169507 w 170236"/>
                <a:gd name="connsiteY22" fmla="*/ 69311 h 121597"/>
                <a:gd name="connsiteX23" fmla="*/ 169507 w 170236"/>
                <a:gd name="connsiteY23" fmla="*/ 98129 h 121597"/>
                <a:gd name="connsiteX24" fmla="*/ 152605 w 170236"/>
                <a:gd name="connsiteY24" fmla="*/ 115396 h 121597"/>
                <a:gd name="connsiteX25" fmla="*/ 49247 w 170236"/>
                <a:gd name="connsiteY25" fmla="*/ 32710 h 121597"/>
                <a:gd name="connsiteX26" fmla="*/ 49247 w 170236"/>
                <a:gd name="connsiteY26" fmla="*/ 32710 h 121597"/>
                <a:gd name="connsiteX27" fmla="*/ 49247 w 170236"/>
                <a:gd name="connsiteY27" fmla="*/ 32710 h 12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0236" h="121597">
                  <a:moveTo>
                    <a:pt x="152605" y="115396"/>
                  </a:moveTo>
                  <a:lnTo>
                    <a:pt x="26387" y="115396"/>
                  </a:lnTo>
                  <a:cubicBezTo>
                    <a:pt x="16902" y="115396"/>
                    <a:pt x="9120" y="107614"/>
                    <a:pt x="9120" y="98129"/>
                  </a:cubicBezTo>
                  <a:lnTo>
                    <a:pt x="9120" y="69311"/>
                  </a:lnTo>
                  <a:cubicBezTo>
                    <a:pt x="9120" y="61285"/>
                    <a:pt x="14835" y="54111"/>
                    <a:pt x="22739" y="52530"/>
                  </a:cubicBezTo>
                  <a:cubicBezTo>
                    <a:pt x="41222" y="48639"/>
                    <a:pt x="47301" y="39884"/>
                    <a:pt x="49125" y="33075"/>
                  </a:cubicBezTo>
                  <a:lnTo>
                    <a:pt x="49125" y="18969"/>
                  </a:lnTo>
                  <a:cubicBezTo>
                    <a:pt x="49125" y="13497"/>
                    <a:pt x="53624" y="9120"/>
                    <a:pt x="58975" y="9120"/>
                  </a:cubicBezTo>
                  <a:cubicBezTo>
                    <a:pt x="64446" y="9120"/>
                    <a:pt x="68824" y="13497"/>
                    <a:pt x="68824" y="18969"/>
                  </a:cubicBezTo>
                  <a:lnTo>
                    <a:pt x="68824" y="33318"/>
                  </a:lnTo>
                  <a:cubicBezTo>
                    <a:pt x="68824" y="34655"/>
                    <a:pt x="68702" y="36114"/>
                    <a:pt x="68338" y="37331"/>
                  </a:cubicBezTo>
                  <a:cubicBezTo>
                    <a:pt x="65906" y="47180"/>
                    <a:pt x="57516" y="64568"/>
                    <a:pt x="28819" y="71378"/>
                  </a:cubicBezTo>
                  <a:lnTo>
                    <a:pt x="28819" y="95454"/>
                  </a:lnTo>
                  <a:lnTo>
                    <a:pt x="149808" y="95454"/>
                  </a:lnTo>
                  <a:lnTo>
                    <a:pt x="149808" y="71378"/>
                  </a:lnTo>
                  <a:cubicBezTo>
                    <a:pt x="121111" y="64568"/>
                    <a:pt x="112721" y="47180"/>
                    <a:pt x="110289" y="37331"/>
                  </a:cubicBezTo>
                  <a:cubicBezTo>
                    <a:pt x="109924" y="35993"/>
                    <a:pt x="109802" y="34655"/>
                    <a:pt x="109802" y="33318"/>
                  </a:cubicBezTo>
                  <a:lnTo>
                    <a:pt x="109802" y="18969"/>
                  </a:lnTo>
                  <a:cubicBezTo>
                    <a:pt x="109802" y="13497"/>
                    <a:pt x="114180" y="9120"/>
                    <a:pt x="119652" y="9120"/>
                  </a:cubicBezTo>
                  <a:cubicBezTo>
                    <a:pt x="125124" y="9120"/>
                    <a:pt x="129501" y="13497"/>
                    <a:pt x="129501" y="18969"/>
                  </a:cubicBezTo>
                  <a:lnTo>
                    <a:pt x="129501" y="33075"/>
                  </a:lnTo>
                  <a:cubicBezTo>
                    <a:pt x="131325" y="39884"/>
                    <a:pt x="137405" y="48639"/>
                    <a:pt x="155888" y="52530"/>
                  </a:cubicBezTo>
                  <a:cubicBezTo>
                    <a:pt x="163792" y="54233"/>
                    <a:pt x="169507" y="61285"/>
                    <a:pt x="169507" y="69311"/>
                  </a:cubicBezTo>
                  <a:lnTo>
                    <a:pt x="169507" y="98129"/>
                  </a:lnTo>
                  <a:cubicBezTo>
                    <a:pt x="169750" y="107735"/>
                    <a:pt x="162089" y="115396"/>
                    <a:pt x="152605" y="115396"/>
                  </a:cubicBezTo>
                  <a:moveTo>
                    <a:pt x="49247" y="32710"/>
                  </a:moveTo>
                  <a:cubicBezTo>
                    <a:pt x="49247" y="32710"/>
                    <a:pt x="49247" y="32710"/>
                    <a:pt x="49247" y="32710"/>
                  </a:cubicBezTo>
                  <a:cubicBezTo>
                    <a:pt x="49247" y="32710"/>
                    <a:pt x="49247" y="32710"/>
                    <a:pt x="49247" y="32710"/>
                  </a:cubicBezTo>
                </a:path>
              </a:pathLst>
            </a:custGeom>
            <a:grpFill/>
            <a:ln w="9525" cap="flat">
              <a:noFill/>
              <a:prstDash val="solid"/>
              <a:miter/>
            </a:ln>
          </p:spPr>
          <p:txBody>
            <a:bodyPr rtlCol="0" anchor="ctr"/>
            <a:lstStyle/>
            <a:p>
              <a:endParaRPr lang="en-GB"/>
            </a:p>
          </p:txBody>
        </p:sp>
        <p:sp>
          <p:nvSpPr>
            <p:cNvPr id="70" name="Freeform: Shape 890">
              <a:extLst>
                <a:ext uri="{FF2B5EF4-FFF2-40B4-BE49-F238E27FC236}">
                  <a16:creationId xmlns:a16="http://schemas.microsoft.com/office/drawing/2014/main" id="{D7A9CB4E-CBB8-054A-A863-598A676050B1}"/>
                </a:ext>
              </a:extLst>
            </p:cNvPr>
            <p:cNvSpPr/>
            <p:nvPr/>
          </p:nvSpPr>
          <p:spPr>
            <a:xfrm>
              <a:off x="2208564" y="3589699"/>
              <a:ext cx="218875" cy="85118"/>
            </a:xfrm>
            <a:custGeom>
              <a:avLst/>
              <a:gdLst>
                <a:gd name="connsiteX0" fmla="*/ 203676 w 218875"/>
                <a:gd name="connsiteY0" fmla="*/ 86577 h 85118"/>
                <a:gd name="connsiteX1" fmla="*/ 180329 w 218875"/>
                <a:gd name="connsiteY1" fmla="*/ 86577 h 85118"/>
                <a:gd name="connsiteX2" fmla="*/ 163062 w 218875"/>
                <a:gd name="connsiteY2" fmla="*/ 69432 h 85118"/>
                <a:gd name="connsiteX3" fmla="*/ 163062 w 218875"/>
                <a:gd name="connsiteY3" fmla="*/ 61650 h 85118"/>
                <a:gd name="connsiteX4" fmla="*/ 172912 w 218875"/>
                <a:gd name="connsiteY4" fmla="*/ 51800 h 85118"/>
                <a:gd name="connsiteX5" fmla="*/ 182761 w 218875"/>
                <a:gd name="connsiteY5" fmla="*/ 61650 h 85118"/>
                <a:gd name="connsiteX6" fmla="*/ 182761 w 218875"/>
                <a:gd name="connsiteY6" fmla="*/ 66879 h 85118"/>
                <a:gd name="connsiteX7" fmla="*/ 200879 w 218875"/>
                <a:gd name="connsiteY7" fmla="*/ 66879 h 85118"/>
                <a:gd name="connsiteX8" fmla="*/ 200879 w 218875"/>
                <a:gd name="connsiteY8" fmla="*/ 45599 h 85118"/>
                <a:gd name="connsiteX9" fmla="*/ 114910 w 218875"/>
                <a:gd name="connsiteY9" fmla="*/ 29062 h 85118"/>
                <a:gd name="connsiteX10" fmla="*/ 28940 w 218875"/>
                <a:gd name="connsiteY10" fmla="*/ 45599 h 85118"/>
                <a:gd name="connsiteX11" fmla="*/ 28940 w 218875"/>
                <a:gd name="connsiteY11" fmla="*/ 66879 h 85118"/>
                <a:gd name="connsiteX12" fmla="*/ 47058 w 218875"/>
                <a:gd name="connsiteY12" fmla="*/ 66879 h 85118"/>
                <a:gd name="connsiteX13" fmla="*/ 47058 w 218875"/>
                <a:gd name="connsiteY13" fmla="*/ 61650 h 85118"/>
                <a:gd name="connsiteX14" fmla="*/ 56908 w 218875"/>
                <a:gd name="connsiteY14" fmla="*/ 51800 h 85118"/>
                <a:gd name="connsiteX15" fmla="*/ 66757 w 218875"/>
                <a:gd name="connsiteY15" fmla="*/ 61650 h 85118"/>
                <a:gd name="connsiteX16" fmla="*/ 66757 w 218875"/>
                <a:gd name="connsiteY16" fmla="*/ 69432 h 85118"/>
                <a:gd name="connsiteX17" fmla="*/ 49612 w 218875"/>
                <a:gd name="connsiteY17" fmla="*/ 86577 h 85118"/>
                <a:gd name="connsiteX18" fmla="*/ 26265 w 218875"/>
                <a:gd name="connsiteY18" fmla="*/ 86577 h 85118"/>
                <a:gd name="connsiteX19" fmla="*/ 9120 w 218875"/>
                <a:gd name="connsiteY19" fmla="*/ 69432 h 85118"/>
                <a:gd name="connsiteX20" fmla="*/ 9120 w 218875"/>
                <a:gd name="connsiteY20" fmla="*/ 44626 h 85118"/>
                <a:gd name="connsiteX21" fmla="*/ 12160 w 218875"/>
                <a:gd name="connsiteY21" fmla="*/ 34898 h 85118"/>
                <a:gd name="connsiteX22" fmla="*/ 114910 w 218875"/>
                <a:gd name="connsiteY22" fmla="*/ 9120 h 85118"/>
                <a:gd name="connsiteX23" fmla="*/ 217659 w 218875"/>
                <a:gd name="connsiteY23" fmla="*/ 34898 h 85118"/>
                <a:gd name="connsiteX24" fmla="*/ 220699 w 218875"/>
                <a:gd name="connsiteY24" fmla="*/ 44626 h 85118"/>
                <a:gd name="connsiteX25" fmla="*/ 220699 w 218875"/>
                <a:gd name="connsiteY25" fmla="*/ 69432 h 85118"/>
                <a:gd name="connsiteX26" fmla="*/ 203676 w 218875"/>
                <a:gd name="connsiteY26" fmla="*/ 86577 h 8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8875" h="85118">
                  <a:moveTo>
                    <a:pt x="203676" y="86577"/>
                  </a:moveTo>
                  <a:lnTo>
                    <a:pt x="180329" y="86577"/>
                  </a:lnTo>
                  <a:cubicBezTo>
                    <a:pt x="170844" y="86577"/>
                    <a:pt x="163062" y="78917"/>
                    <a:pt x="163062" y="69432"/>
                  </a:cubicBezTo>
                  <a:lnTo>
                    <a:pt x="163062" y="61650"/>
                  </a:lnTo>
                  <a:cubicBezTo>
                    <a:pt x="163062" y="56178"/>
                    <a:pt x="167440" y="51800"/>
                    <a:pt x="172912" y="51800"/>
                  </a:cubicBezTo>
                  <a:cubicBezTo>
                    <a:pt x="178383" y="51800"/>
                    <a:pt x="182761" y="56178"/>
                    <a:pt x="182761" y="61650"/>
                  </a:cubicBezTo>
                  <a:lnTo>
                    <a:pt x="182761" y="66879"/>
                  </a:lnTo>
                  <a:lnTo>
                    <a:pt x="200879" y="66879"/>
                  </a:lnTo>
                  <a:lnTo>
                    <a:pt x="200879" y="45599"/>
                  </a:lnTo>
                  <a:cubicBezTo>
                    <a:pt x="193583" y="37330"/>
                    <a:pt x="160265" y="29062"/>
                    <a:pt x="114910" y="29062"/>
                  </a:cubicBezTo>
                  <a:cubicBezTo>
                    <a:pt x="69675" y="29062"/>
                    <a:pt x="36236" y="37330"/>
                    <a:pt x="28940" y="45599"/>
                  </a:cubicBezTo>
                  <a:lnTo>
                    <a:pt x="28940" y="66879"/>
                  </a:lnTo>
                  <a:lnTo>
                    <a:pt x="47058" y="66879"/>
                  </a:lnTo>
                  <a:lnTo>
                    <a:pt x="47058" y="61650"/>
                  </a:lnTo>
                  <a:cubicBezTo>
                    <a:pt x="47058" y="56178"/>
                    <a:pt x="51436" y="51800"/>
                    <a:pt x="56908" y="51800"/>
                  </a:cubicBezTo>
                  <a:cubicBezTo>
                    <a:pt x="62380" y="51800"/>
                    <a:pt x="66757" y="56178"/>
                    <a:pt x="66757" y="61650"/>
                  </a:cubicBezTo>
                  <a:lnTo>
                    <a:pt x="66757" y="69432"/>
                  </a:lnTo>
                  <a:cubicBezTo>
                    <a:pt x="66757" y="78917"/>
                    <a:pt x="59096" y="86577"/>
                    <a:pt x="49612" y="86577"/>
                  </a:cubicBezTo>
                  <a:lnTo>
                    <a:pt x="26265" y="86577"/>
                  </a:lnTo>
                  <a:cubicBezTo>
                    <a:pt x="16781" y="86577"/>
                    <a:pt x="9120" y="78917"/>
                    <a:pt x="9120" y="69432"/>
                  </a:cubicBezTo>
                  <a:lnTo>
                    <a:pt x="9120" y="44626"/>
                  </a:lnTo>
                  <a:cubicBezTo>
                    <a:pt x="9120" y="41100"/>
                    <a:pt x="10093" y="37695"/>
                    <a:pt x="12160" y="34898"/>
                  </a:cubicBezTo>
                  <a:cubicBezTo>
                    <a:pt x="28819" y="11065"/>
                    <a:pt x="94968" y="9120"/>
                    <a:pt x="114910" y="9120"/>
                  </a:cubicBezTo>
                  <a:cubicBezTo>
                    <a:pt x="134852" y="9120"/>
                    <a:pt x="201001" y="10944"/>
                    <a:pt x="217659" y="34898"/>
                  </a:cubicBezTo>
                  <a:cubicBezTo>
                    <a:pt x="219605" y="37695"/>
                    <a:pt x="220699" y="41100"/>
                    <a:pt x="220699" y="44626"/>
                  </a:cubicBezTo>
                  <a:lnTo>
                    <a:pt x="220699" y="69432"/>
                  </a:lnTo>
                  <a:cubicBezTo>
                    <a:pt x="220821" y="78795"/>
                    <a:pt x="213160" y="86577"/>
                    <a:pt x="203676" y="86577"/>
                  </a:cubicBezTo>
                </a:path>
              </a:pathLst>
            </a:custGeom>
            <a:grpFill/>
            <a:ln w="9525" cap="flat">
              <a:noFill/>
              <a:prstDash val="solid"/>
              <a:miter/>
            </a:ln>
          </p:spPr>
          <p:txBody>
            <a:bodyPr rtlCol="0" anchor="ctr"/>
            <a:lstStyle/>
            <a:p>
              <a:endParaRPr lang="en-GB"/>
            </a:p>
          </p:txBody>
        </p:sp>
        <p:sp>
          <p:nvSpPr>
            <p:cNvPr id="71" name="Freeform: Shape 891">
              <a:extLst>
                <a:ext uri="{FF2B5EF4-FFF2-40B4-BE49-F238E27FC236}">
                  <a16:creationId xmlns:a16="http://schemas.microsoft.com/office/drawing/2014/main" id="{8AF1B045-7D4B-4041-859D-C70DF3475675}"/>
                </a:ext>
              </a:extLst>
            </p:cNvPr>
            <p:cNvSpPr/>
            <p:nvPr/>
          </p:nvSpPr>
          <p:spPr>
            <a:xfrm>
              <a:off x="1962330" y="3425511"/>
              <a:ext cx="364792" cy="170236"/>
            </a:xfrm>
            <a:custGeom>
              <a:avLst/>
              <a:gdLst>
                <a:gd name="connsiteX0" fmla="*/ 339014 w 364792"/>
                <a:gd name="connsiteY0" fmla="*/ 164066 h 170236"/>
                <a:gd name="connsiteX1" fmla="*/ 367103 w 364792"/>
                <a:gd name="connsiteY1" fmla="*/ 164066 h 170236"/>
                <a:gd name="connsiteX2" fmla="*/ 367103 w 364792"/>
                <a:gd name="connsiteY2" fmla="*/ 107645 h 170236"/>
                <a:gd name="connsiteX3" fmla="*/ 327462 w 364792"/>
                <a:gd name="connsiteY3" fmla="*/ 68004 h 170236"/>
                <a:gd name="connsiteX4" fmla="*/ 223374 w 364792"/>
                <a:gd name="connsiteY4" fmla="*/ 68004 h 170236"/>
                <a:gd name="connsiteX5" fmla="*/ 257908 w 364792"/>
                <a:gd name="connsiteY5" fmla="*/ 32984 h 170236"/>
                <a:gd name="connsiteX6" fmla="*/ 257787 w 364792"/>
                <a:gd name="connsiteY6" fmla="*/ 13164 h 170236"/>
                <a:gd name="connsiteX7" fmla="*/ 237966 w 364792"/>
                <a:gd name="connsiteY7" fmla="*/ 13285 h 170236"/>
                <a:gd name="connsiteX8" fmla="*/ 187503 w 364792"/>
                <a:gd name="connsiteY8" fmla="*/ 64478 h 170236"/>
                <a:gd name="connsiteX9" fmla="*/ 137040 w 364792"/>
                <a:gd name="connsiteY9" fmla="*/ 13285 h 170236"/>
                <a:gd name="connsiteX10" fmla="*/ 117220 w 364792"/>
                <a:gd name="connsiteY10" fmla="*/ 13164 h 170236"/>
                <a:gd name="connsiteX11" fmla="*/ 117098 w 364792"/>
                <a:gd name="connsiteY11" fmla="*/ 32984 h 170236"/>
                <a:gd name="connsiteX12" fmla="*/ 151632 w 364792"/>
                <a:gd name="connsiteY12" fmla="*/ 68004 h 170236"/>
                <a:gd name="connsiteX13" fmla="*/ 48761 w 364792"/>
                <a:gd name="connsiteY13" fmla="*/ 68004 h 170236"/>
                <a:gd name="connsiteX14" fmla="*/ 9120 w 364792"/>
                <a:gd name="connsiteY14" fmla="*/ 107645 h 170236"/>
                <a:gd name="connsiteX15" fmla="*/ 9120 w 364792"/>
                <a:gd name="connsiteY15" fmla="*/ 127222 h 170236"/>
                <a:gd name="connsiteX16" fmla="*/ 37209 w 364792"/>
                <a:gd name="connsiteY16" fmla="*/ 127343 h 170236"/>
                <a:gd name="connsiteX17" fmla="*/ 37209 w 364792"/>
                <a:gd name="connsiteY17" fmla="*/ 107766 h 170236"/>
                <a:gd name="connsiteX18" fmla="*/ 48761 w 364792"/>
                <a:gd name="connsiteY18" fmla="*/ 96215 h 170236"/>
                <a:gd name="connsiteX19" fmla="*/ 327462 w 364792"/>
                <a:gd name="connsiteY19" fmla="*/ 96215 h 170236"/>
                <a:gd name="connsiteX20" fmla="*/ 339014 w 364792"/>
                <a:gd name="connsiteY20" fmla="*/ 107766 h 170236"/>
                <a:gd name="connsiteX21" fmla="*/ 339014 w 364792"/>
                <a:gd name="connsiteY21" fmla="*/ 164066 h 17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4792" h="170236">
                  <a:moveTo>
                    <a:pt x="339014" y="164066"/>
                  </a:moveTo>
                  <a:lnTo>
                    <a:pt x="367103" y="164066"/>
                  </a:lnTo>
                  <a:lnTo>
                    <a:pt x="367103" y="107645"/>
                  </a:lnTo>
                  <a:cubicBezTo>
                    <a:pt x="367103" y="85757"/>
                    <a:pt x="349349" y="68004"/>
                    <a:pt x="327462" y="68004"/>
                  </a:cubicBezTo>
                  <a:lnTo>
                    <a:pt x="223374" y="68004"/>
                  </a:lnTo>
                  <a:lnTo>
                    <a:pt x="257908" y="32984"/>
                  </a:lnTo>
                  <a:cubicBezTo>
                    <a:pt x="263380" y="27512"/>
                    <a:pt x="263258" y="18635"/>
                    <a:pt x="257787" y="13164"/>
                  </a:cubicBezTo>
                  <a:cubicBezTo>
                    <a:pt x="252315" y="7691"/>
                    <a:pt x="243438" y="7813"/>
                    <a:pt x="237966" y="13285"/>
                  </a:cubicBezTo>
                  <a:lnTo>
                    <a:pt x="187503" y="64478"/>
                  </a:lnTo>
                  <a:lnTo>
                    <a:pt x="137040" y="13285"/>
                  </a:lnTo>
                  <a:cubicBezTo>
                    <a:pt x="131568" y="7813"/>
                    <a:pt x="122692" y="7691"/>
                    <a:pt x="117220" y="13164"/>
                  </a:cubicBezTo>
                  <a:cubicBezTo>
                    <a:pt x="111748" y="18635"/>
                    <a:pt x="111626" y="27512"/>
                    <a:pt x="117098" y="32984"/>
                  </a:cubicBezTo>
                  <a:lnTo>
                    <a:pt x="151632" y="68004"/>
                  </a:lnTo>
                  <a:lnTo>
                    <a:pt x="48761" y="68004"/>
                  </a:lnTo>
                  <a:cubicBezTo>
                    <a:pt x="26873" y="68004"/>
                    <a:pt x="9120" y="85757"/>
                    <a:pt x="9120" y="107645"/>
                  </a:cubicBezTo>
                  <a:lnTo>
                    <a:pt x="9120" y="127222"/>
                  </a:lnTo>
                  <a:lnTo>
                    <a:pt x="37209" y="127343"/>
                  </a:lnTo>
                  <a:lnTo>
                    <a:pt x="37209" y="107766"/>
                  </a:lnTo>
                  <a:cubicBezTo>
                    <a:pt x="37209" y="101443"/>
                    <a:pt x="42437" y="96215"/>
                    <a:pt x="48761" y="96215"/>
                  </a:cubicBezTo>
                  <a:lnTo>
                    <a:pt x="327462" y="96215"/>
                  </a:lnTo>
                  <a:cubicBezTo>
                    <a:pt x="333785" y="96215"/>
                    <a:pt x="339014" y="101443"/>
                    <a:pt x="339014" y="107766"/>
                  </a:cubicBezTo>
                  <a:lnTo>
                    <a:pt x="339014" y="164066"/>
                  </a:lnTo>
                  <a:close/>
                </a:path>
              </a:pathLst>
            </a:custGeom>
            <a:grpFill/>
            <a:ln w="9525" cap="flat">
              <a:noFill/>
              <a:prstDash val="solid"/>
              <a:miter/>
            </a:ln>
          </p:spPr>
          <p:txBody>
            <a:bodyPr rtlCol="0" anchor="ctr"/>
            <a:lstStyle/>
            <a:p>
              <a:endParaRPr lang="en-GB"/>
            </a:p>
          </p:txBody>
        </p:sp>
        <p:sp>
          <p:nvSpPr>
            <p:cNvPr id="72" name="Freeform: Shape 892">
              <a:extLst>
                <a:ext uri="{FF2B5EF4-FFF2-40B4-BE49-F238E27FC236}">
                  <a16:creationId xmlns:a16="http://schemas.microsoft.com/office/drawing/2014/main" id="{8211E873-E8C5-B14B-AB96-A5C8160C6B34}"/>
                </a:ext>
              </a:extLst>
            </p:cNvPr>
            <p:cNvSpPr/>
            <p:nvPr/>
          </p:nvSpPr>
          <p:spPr>
            <a:xfrm>
              <a:off x="2051825" y="3688071"/>
              <a:ext cx="182396" cy="36479"/>
            </a:xfrm>
            <a:custGeom>
              <a:avLst/>
              <a:gdLst>
                <a:gd name="connsiteX0" fmla="*/ 9120 w 182396"/>
                <a:gd name="connsiteY0" fmla="*/ 9120 h 36479"/>
                <a:gd name="connsiteX1" fmla="*/ 9120 w 182396"/>
                <a:gd name="connsiteY1" fmla="*/ 37209 h 36479"/>
                <a:gd name="connsiteX2" fmla="*/ 178262 w 182396"/>
                <a:gd name="connsiteY2" fmla="*/ 37209 h 36479"/>
                <a:gd name="connsiteX3" fmla="*/ 182518 w 182396"/>
                <a:gd name="connsiteY3" fmla="*/ 37209 h 36479"/>
                <a:gd name="connsiteX4" fmla="*/ 182518 w 182396"/>
                <a:gd name="connsiteY4" fmla="*/ 13619 h 36479"/>
                <a:gd name="connsiteX5" fmla="*/ 182882 w 182396"/>
                <a:gd name="connsiteY5" fmla="*/ 9241 h 36479"/>
                <a:gd name="connsiteX6" fmla="*/ 178262 w 182396"/>
                <a:gd name="connsiteY6" fmla="*/ 9241 h 36479"/>
                <a:gd name="connsiteX7" fmla="*/ 9120 w 182396"/>
                <a:gd name="connsiteY7" fmla="*/ 9241 h 3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396" h="36479">
                  <a:moveTo>
                    <a:pt x="9120" y="9120"/>
                  </a:moveTo>
                  <a:lnTo>
                    <a:pt x="9120" y="37209"/>
                  </a:lnTo>
                  <a:lnTo>
                    <a:pt x="178262" y="37209"/>
                  </a:lnTo>
                  <a:lnTo>
                    <a:pt x="182518" y="37209"/>
                  </a:lnTo>
                  <a:lnTo>
                    <a:pt x="182518" y="13619"/>
                  </a:lnTo>
                  <a:cubicBezTo>
                    <a:pt x="182518" y="12160"/>
                    <a:pt x="182639" y="10701"/>
                    <a:pt x="182882" y="9241"/>
                  </a:cubicBezTo>
                  <a:lnTo>
                    <a:pt x="178262" y="9241"/>
                  </a:lnTo>
                  <a:lnTo>
                    <a:pt x="9120" y="9241"/>
                  </a:lnTo>
                  <a:close/>
                </a:path>
              </a:pathLst>
            </a:custGeom>
            <a:grpFill/>
            <a:ln w="9525" cap="flat">
              <a:noFill/>
              <a:prstDash val="solid"/>
              <a:miter/>
            </a:ln>
          </p:spPr>
          <p:txBody>
            <a:bodyPr rtlCol="0" anchor="ctr"/>
            <a:lstStyle/>
            <a:p>
              <a:endParaRPr lang="en-GB"/>
            </a:p>
          </p:txBody>
        </p:sp>
      </p:grpSp>
      <p:grpSp>
        <p:nvGrpSpPr>
          <p:cNvPr id="73" name="Group 72">
            <a:extLst>
              <a:ext uri="{FF2B5EF4-FFF2-40B4-BE49-F238E27FC236}">
                <a16:creationId xmlns:a16="http://schemas.microsoft.com/office/drawing/2014/main" id="{0FEB8375-1E9F-084C-AFEE-E84476B3A0C1}"/>
              </a:ext>
            </a:extLst>
          </p:cNvPr>
          <p:cNvGrpSpPr/>
          <p:nvPr/>
        </p:nvGrpSpPr>
        <p:grpSpPr>
          <a:xfrm>
            <a:off x="3229908" y="2516988"/>
            <a:ext cx="764023" cy="628315"/>
            <a:chOff x="6822726" y="1730447"/>
            <a:chExt cx="363777" cy="299162"/>
          </a:xfrm>
          <a:solidFill>
            <a:schemeClr val="bg1"/>
          </a:solidFill>
        </p:grpSpPr>
        <p:sp>
          <p:nvSpPr>
            <p:cNvPr id="74" name="Freeform: Shape 280">
              <a:extLst>
                <a:ext uri="{FF2B5EF4-FFF2-40B4-BE49-F238E27FC236}">
                  <a16:creationId xmlns:a16="http://schemas.microsoft.com/office/drawing/2014/main" id="{9BDF2CF4-361F-4E43-A832-8CE53402EE2A}"/>
                </a:ext>
              </a:extLst>
            </p:cNvPr>
            <p:cNvSpPr/>
            <p:nvPr/>
          </p:nvSpPr>
          <p:spPr>
            <a:xfrm>
              <a:off x="6822726" y="1730677"/>
              <a:ext cx="114974" cy="298932"/>
            </a:xfrm>
            <a:custGeom>
              <a:avLst/>
              <a:gdLst>
                <a:gd name="connsiteX0" fmla="*/ 77262 w 114974"/>
                <a:gd name="connsiteY0" fmla="*/ 134175 h 298932"/>
                <a:gd name="connsiteX1" fmla="*/ 77262 w 114974"/>
                <a:gd name="connsiteY1" fmla="*/ 22880 h 298932"/>
                <a:gd name="connsiteX2" fmla="*/ 63006 w 114974"/>
                <a:gd name="connsiteY2" fmla="*/ 8623 h 298932"/>
                <a:gd name="connsiteX3" fmla="*/ 48749 w 114974"/>
                <a:gd name="connsiteY3" fmla="*/ 22880 h 298932"/>
                <a:gd name="connsiteX4" fmla="*/ 48749 w 114974"/>
                <a:gd name="connsiteY4" fmla="*/ 134175 h 298932"/>
                <a:gd name="connsiteX5" fmla="*/ 8623 w 114974"/>
                <a:gd name="connsiteY5" fmla="*/ 186603 h 298932"/>
                <a:gd name="connsiteX6" fmla="*/ 48749 w 114974"/>
                <a:gd name="connsiteY6" fmla="*/ 239031 h 298932"/>
                <a:gd name="connsiteX7" fmla="*/ 48749 w 114974"/>
                <a:gd name="connsiteY7" fmla="*/ 283411 h 298932"/>
                <a:gd name="connsiteX8" fmla="*/ 63006 w 114974"/>
                <a:gd name="connsiteY8" fmla="*/ 297668 h 298932"/>
                <a:gd name="connsiteX9" fmla="*/ 77262 w 114974"/>
                <a:gd name="connsiteY9" fmla="*/ 283411 h 298932"/>
                <a:gd name="connsiteX10" fmla="*/ 77262 w 114974"/>
                <a:gd name="connsiteY10" fmla="*/ 239031 h 298932"/>
                <a:gd name="connsiteX11" fmla="*/ 117388 w 114974"/>
                <a:gd name="connsiteY11" fmla="*/ 186603 h 298932"/>
                <a:gd name="connsiteX12" fmla="*/ 77262 w 114974"/>
                <a:gd name="connsiteY12" fmla="*/ 134175 h 298932"/>
                <a:gd name="connsiteX13" fmla="*/ 62890 w 114974"/>
                <a:gd name="connsiteY13" fmla="*/ 212357 h 298932"/>
                <a:gd name="connsiteX14" fmla="*/ 37136 w 114974"/>
                <a:gd name="connsiteY14" fmla="*/ 186603 h 298932"/>
                <a:gd name="connsiteX15" fmla="*/ 62890 w 114974"/>
                <a:gd name="connsiteY15" fmla="*/ 160849 h 298932"/>
                <a:gd name="connsiteX16" fmla="*/ 88645 w 114974"/>
                <a:gd name="connsiteY16" fmla="*/ 186603 h 298932"/>
                <a:gd name="connsiteX17" fmla="*/ 62890 w 114974"/>
                <a:gd name="connsiteY17" fmla="*/ 212357 h 29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974" h="298932">
                  <a:moveTo>
                    <a:pt x="77262" y="134175"/>
                  </a:moveTo>
                  <a:lnTo>
                    <a:pt x="77262" y="22880"/>
                  </a:lnTo>
                  <a:cubicBezTo>
                    <a:pt x="77262" y="14947"/>
                    <a:pt x="70824" y="8623"/>
                    <a:pt x="63006" y="8623"/>
                  </a:cubicBezTo>
                  <a:cubicBezTo>
                    <a:pt x="55072" y="8623"/>
                    <a:pt x="48749" y="15062"/>
                    <a:pt x="48749" y="22880"/>
                  </a:cubicBezTo>
                  <a:lnTo>
                    <a:pt x="48749" y="134175"/>
                  </a:lnTo>
                  <a:cubicBezTo>
                    <a:pt x="25639" y="140498"/>
                    <a:pt x="8623" y="161653"/>
                    <a:pt x="8623" y="186603"/>
                  </a:cubicBezTo>
                  <a:cubicBezTo>
                    <a:pt x="8623" y="211667"/>
                    <a:pt x="25639" y="232822"/>
                    <a:pt x="48749" y="239031"/>
                  </a:cubicBezTo>
                  <a:lnTo>
                    <a:pt x="48749" y="283411"/>
                  </a:lnTo>
                  <a:cubicBezTo>
                    <a:pt x="48749" y="291344"/>
                    <a:pt x="55187" y="297668"/>
                    <a:pt x="63006" y="297668"/>
                  </a:cubicBezTo>
                  <a:cubicBezTo>
                    <a:pt x="70939" y="297668"/>
                    <a:pt x="77262" y="291229"/>
                    <a:pt x="77262" y="283411"/>
                  </a:cubicBezTo>
                  <a:lnTo>
                    <a:pt x="77262" y="239031"/>
                  </a:lnTo>
                  <a:cubicBezTo>
                    <a:pt x="100372" y="232707"/>
                    <a:pt x="117388" y="211552"/>
                    <a:pt x="117388" y="186603"/>
                  </a:cubicBezTo>
                  <a:cubicBezTo>
                    <a:pt x="117274" y="161539"/>
                    <a:pt x="100257" y="140498"/>
                    <a:pt x="77262" y="134175"/>
                  </a:cubicBezTo>
                  <a:moveTo>
                    <a:pt x="62890" y="212357"/>
                  </a:moveTo>
                  <a:cubicBezTo>
                    <a:pt x="48634" y="212357"/>
                    <a:pt x="37136" y="200745"/>
                    <a:pt x="37136" y="186603"/>
                  </a:cubicBezTo>
                  <a:cubicBezTo>
                    <a:pt x="37136" y="172346"/>
                    <a:pt x="48749" y="160849"/>
                    <a:pt x="62890" y="160849"/>
                  </a:cubicBezTo>
                  <a:cubicBezTo>
                    <a:pt x="77147" y="160849"/>
                    <a:pt x="88645" y="172346"/>
                    <a:pt x="88645" y="186603"/>
                  </a:cubicBezTo>
                  <a:cubicBezTo>
                    <a:pt x="88645" y="200860"/>
                    <a:pt x="77147" y="212357"/>
                    <a:pt x="62890" y="212357"/>
                  </a:cubicBezTo>
                </a:path>
              </a:pathLst>
            </a:custGeom>
            <a:grpFill/>
            <a:ln w="9525" cap="flat">
              <a:noFill/>
              <a:prstDash val="solid"/>
              <a:miter/>
            </a:ln>
          </p:spPr>
          <p:txBody>
            <a:bodyPr rtlCol="0" anchor="ctr"/>
            <a:lstStyle/>
            <a:p>
              <a:endParaRPr lang="en-GB"/>
            </a:p>
          </p:txBody>
        </p:sp>
        <p:sp>
          <p:nvSpPr>
            <p:cNvPr id="75" name="Freeform: Shape 281">
              <a:extLst>
                <a:ext uri="{FF2B5EF4-FFF2-40B4-BE49-F238E27FC236}">
                  <a16:creationId xmlns:a16="http://schemas.microsoft.com/office/drawing/2014/main" id="{351CC4BD-0BDA-5842-A548-775B66406842}"/>
                </a:ext>
              </a:extLst>
            </p:cNvPr>
            <p:cNvSpPr/>
            <p:nvPr/>
          </p:nvSpPr>
          <p:spPr>
            <a:xfrm>
              <a:off x="6947128" y="1730447"/>
              <a:ext cx="114974" cy="298932"/>
            </a:xfrm>
            <a:custGeom>
              <a:avLst/>
              <a:gdLst>
                <a:gd name="connsiteX0" fmla="*/ 77262 w 114974"/>
                <a:gd name="connsiteY0" fmla="*/ 60016 h 298932"/>
                <a:gd name="connsiteX1" fmla="*/ 77262 w 114974"/>
                <a:gd name="connsiteY1" fmla="*/ 22995 h 298932"/>
                <a:gd name="connsiteX2" fmla="*/ 63006 w 114974"/>
                <a:gd name="connsiteY2" fmla="*/ 8623 h 298932"/>
                <a:gd name="connsiteX3" fmla="*/ 48749 w 114974"/>
                <a:gd name="connsiteY3" fmla="*/ 22995 h 298932"/>
                <a:gd name="connsiteX4" fmla="*/ 48749 w 114974"/>
                <a:gd name="connsiteY4" fmla="*/ 60016 h 298932"/>
                <a:gd name="connsiteX5" fmla="*/ 8623 w 114974"/>
                <a:gd name="connsiteY5" fmla="*/ 112445 h 298932"/>
                <a:gd name="connsiteX6" fmla="*/ 48749 w 114974"/>
                <a:gd name="connsiteY6" fmla="*/ 164873 h 298932"/>
                <a:gd name="connsiteX7" fmla="*/ 48749 w 114974"/>
                <a:gd name="connsiteY7" fmla="*/ 283641 h 298932"/>
                <a:gd name="connsiteX8" fmla="*/ 63006 w 114974"/>
                <a:gd name="connsiteY8" fmla="*/ 297898 h 298932"/>
                <a:gd name="connsiteX9" fmla="*/ 77262 w 114974"/>
                <a:gd name="connsiteY9" fmla="*/ 283641 h 298932"/>
                <a:gd name="connsiteX10" fmla="*/ 77262 w 114974"/>
                <a:gd name="connsiteY10" fmla="*/ 164988 h 298932"/>
                <a:gd name="connsiteX11" fmla="*/ 117388 w 114974"/>
                <a:gd name="connsiteY11" fmla="*/ 112560 h 298932"/>
                <a:gd name="connsiteX12" fmla="*/ 77262 w 114974"/>
                <a:gd name="connsiteY12" fmla="*/ 60016 h 298932"/>
                <a:gd name="connsiteX13" fmla="*/ 62890 w 114974"/>
                <a:gd name="connsiteY13" fmla="*/ 138314 h 298932"/>
                <a:gd name="connsiteX14" fmla="*/ 37136 w 114974"/>
                <a:gd name="connsiteY14" fmla="*/ 112560 h 298932"/>
                <a:gd name="connsiteX15" fmla="*/ 62890 w 114974"/>
                <a:gd name="connsiteY15" fmla="*/ 86805 h 298932"/>
                <a:gd name="connsiteX16" fmla="*/ 88645 w 114974"/>
                <a:gd name="connsiteY16" fmla="*/ 112560 h 298932"/>
                <a:gd name="connsiteX17" fmla="*/ 62890 w 114974"/>
                <a:gd name="connsiteY17" fmla="*/ 138314 h 29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974" h="298932">
                  <a:moveTo>
                    <a:pt x="77262" y="60016"/>
                  </a:moveTo>
                  <a:lnTo>
                    <a:pt x="77262" y="22995"/>
                  </a:lnTo>
                  <a:cubicBezTo>
                    <a:pt x="77262" y="15062"/>
                    <a:pt x="70824" y="8623"/>
                    <a:pt x="63006" y="8623"/>
                  </a:cubicBezTo>
                  <a:cubicBezTo>
                    <a:pt x="55072" y="8623"/>
                    <a:pt x="48749" y="15062"/>
                    <a:pt x="48749" y="22995"/>
                  </a:cubicBezTo>
                  <a:lnTo>
                    <a:pt x="48749" y="60016"/>
                  </a:lnTo>
                  <a:cubicBezTo>
                    <a:pt x="25639" y="66340"/>
                    <a:pt x="8623" y="87495"/>
                    <a:pt x="8623" y="112445"/>
                  </a:cubicBezTo>
                  <a:cubicBezTo>
                    <a:pt x="8623" y="137509"/>
                    <a:pt x="25639" y="158664"/>
                    <a:pt x="48749" y="164873"/>
                  </a:cubicBezTo>
                  <a:lnTo>
                    <a:pt x="48749" y="283641"/>
                  </a:lnTo>
                  <a:cubicBezTo>
                    <a:pt x="48749" y="291574"/>
                    <a:pt x="55187" y="297898"/>
                    <a:pt x="63006" y="297898"/>
                  </a:cubicBezTo>
                  <a:cubicBezTo>
                    <a:pt x="70939" y="297898"/>
                    <a:pt x="77262" y="291459"/>
                    <a:pt x="77262" y="283641"/>
                  </a:cubicBezTo>
                  <a:lnTo>
                    <a:pt x="77262" y="164988"/>
                  </a:lnTo>
                  <a:cubicBezTo>
                    <a:pt x="100372" y="158664"/>
                    <a:pt x="117388" y="137509"/>
                    <a:pt x="117388" y="112560"/>
                  </a:cubicBezTo>
                  <a:cubicBezTo>
                    <a:pt x="117273" y="87495"/>
                    <a:pt x="100372" y="66340"/>
                    <a:pt x="77262" y="60016"/>
                  </a:cubicBezTo>
                  <a:moveTo>
                    <a:pt x="62890" y="138314"/>
                  </a:moveTo>
                  <a:cubicBezTo>
                    <a:pt x="48634" y="138314"/>
                    <a:pt x="37136" y="126701"/>
                    <a:pt x="37136" y="112560"/>
                  </a:cubicBezTo>
                  <a:cubicBezTo>
                    <a:pt x="37136" y="98303"/>
                    <a:pt x="48749" y="86805"/>
                    <a:pt x="62890" y="86805"/>
                  </a:cubicBezTo>
                  <a:cubicBezTo>
                    <a:pt x="77147" y="86805"/>
                    <a:pt x="88645" y="98418"/>
                    <a:pt x="88645" y="112560"/>
                  </a:cubicBezTo>
                  <a:cubicBezTo>
                    <a:pt x="88760" y="126701"/>
                    <a:pt x="77147" y="138314"/>
                    <a:pt x="62890" y="138314"/>
                  </a:cubicBezTo>
                </a:path>
              </a:pathLst>
            </a:custGeom>
            <a:grpFill/>
            <a:ln w="9525" cap="flat">
              <a:noFill/>
              <a:prstDash val="solid"/>
              <a:miter/>
            </a:ln>
          </p:spPr>
          <p:txBody>
            <a:bodyPr rtlCol="0" anchor="ctr"/>
            <a:lstStyle/>
            <a:p>
              <a:endParaRPr lang="en-GB"/>
            </a:p>
          </p:txBody>
        </p:sp>
        <p:sp>
          <p:nvSpPr>
            <p:cNvPr id="76" name="Freeform: Shape 282">
              <a:extLst>
                <a:ext uri="{FF2B5EF4-FFF2-40B4-BE49-F238E27FC236}">
                  <a16:creationId xmlns:a16="http://schemas.microsoft.com/office/drawing/2014/main" id="{5A96EAB6-030E-3C4B-AA3C-62678E2C13FD}"/>
                </a:ext>
              </a:extLst>
            </p:cNvPr>
            <p:cNvSpPr/>
            <p:nvPr/>
          </p:nvSpPr>
          <p:spPr>
            <a:xfrm>
              <a:off x="7071529" y="1730562"/>
              <a:ext cx="114974" cy="298932"/>
            </a:xfrm>
            <a:custGeom>
              <a:avLst/>
              <a:gdLst>
                <a:gd name="connsiteX0" fmla="*/ 77263 w 114974"/>
                <a:gd name="connsiteY0" fmla="*/ 148891 h 298932"/>
                <a:gd name="connsiteX1" fmla="*/ 77263 w 114974"/>
                <a:gd name="connsiteY1" fmla="*/ 22880 h 298932"/>
                <a:gd name="connsiteX2" fmla="*/ 63006 w 114974"/>
                <a:gd name="connsiteY2" fmla="*/ 8623 h 298932"/>
                <a:gd name="connsiteX3" fmla="*/ 48750 w 114974"/>
                <a:gd name="connsiteY3" fmla="*/ 22880 h 298932"/>
                <a:gd name="connsiteX4" fmla="*/ 48750 w 114974"/>
                <a:gd name="connsiteY4" fmla="*/ 148891 h 298932"/>
                <a:gd name="connsiteX5" fmla="*/ 8623 w 114974"/>
                <a:gd name="connsiteY5" fmla="*/ 201320 h 298932"/>
                <a:gd name="connsiteX6" fmla="*/ 48750 w 114974"/>
                <a:gd name="connsiteY6" fmla="*/ 253748 h 298932"/>
                <a:gd name="connsiteX7" fmla="*/ 48750 w 114974"/>
                <a:gd name="connsiteY7" fmla="*/ 283526 h 298932"/>
                <a:gd name="connsiteX8" fmla="*/ 63006 w 114974"/>
                <a:gd name="connsiteY8" fmla="*/ 297783 h 298932"/>
                <a:gd name="connsiteX9" fmla="*/ 77263 w 114974"/>
                <a:gd name="connsiteY9" fmla="*/ 283526 h 298932"/>
                <a:gd name="connsiteX10" fmla="*/ 77263 w 114974"/>
                <a:gd name="connsiteY10" fmla="*/ 253748 h 298932"/>
                <a:gd name="connsiteX11" fmla="*/ 117389 w 114974"/>
                <a:gd name="connsiteY11" fmla="*/ 201320 h 298932"/>
                <a:gd name="connsiteX12" fmla="*/ 77263 w 114974"/>
                <a:gd name="connsiteY12" fmla="*/ 148891 h 298932"/>
                <a:gd name="connsiteX13" fmla="*/ 63006 w 114974"/>
                <a:gd name="connsiteY13" fmla="*/ 227189 h 298932"/>
                <a:gd name="connsiteX14" fmla="*/ 37252 w 114974"/>
                <a:gd name="connsiteY14" fmla="*/ 201435 h 298932"/>
                <a:gd name="connsiteX15" fmla="*/ 63006 w 114974"/>
                <a:gd name="connsiteY15" fmla="*/ 175680 h 298932"/>
                <a:gd name="connsiteX16" fmla="*/ 88760 w 114974"/>
                <a:gd name="connsiteY16" fmla="*/ 201435 h 298932"/>
                <a:gd name="connsiteX17" fmla="*/ 63006 w 114974"/>
                <a:gd name="connsiteY17" fmla="*/ 227189 h 29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974" h="298932">
                  <a:moveTo>
                    <a:pt x="77263" y="148891"/>
                  </a:moveTo>
                  <a:lnTo>
                    <a:pt x="77263" y="22880"/>
                  </a:lnTo>
                  <a:cubicBezTo>
                    <a:pt x="77263" y="14947"/>
                    <a:pt x="70824" y="8623"/>
                    <a:pt x="63006" y="8623"/>
                  </a:cubicBezTo>
                  <a:cubicBezTo>
                    <a:pt x="55073" y="8623"/>
                    <a:pt x="48750" y="15062"/>
                    <a:pt x="48750" y="22880"/>
                  </a:cubicBezTo>
                  <a:lnTo>
                    <a:pt x="48750" y="148891"/>
                  </a:lnTo>
                  <a:cubicBezTo>
                    <a:pt x="25640" y="155215"/>
                    <a:pt x="8623" y="176370"/>
                    <a:pt x="8623" y="201320"/>
                  </a:cubicBezTo>
                  <a:cubicBezTo>
                    <a:pt x="8623" y="226384"/>
                    <a:pt x="25640" y="247539"/>
                    <a:pt x="48750" y="253748"/>
                  </a:cubicBezTo>
                  <a:lnTo>
                    <a:pt x="48750" y="283526"/>
                  </a:lnTo>
                  <a:cubicBezTo>
                    <a:pt x="48750" y="291459"/>
                    <a:pt x="55188" y="297783"/>
                    <a:pt x="63006" y="297783"/>
                  </a:cubicBezTo>
                  <a:cubicBezTo>
                    <a:pt x="70939" y="297783"/>
                    <a:pt x="77263" y="291344"/>
                    <a:pt x="77263" y="283526"/>
                  </a:cubicBezTo>
                  <a:lnTo>
                    <a:pt x="77263" y="253748"/>
                  </a:lnTo>
                  <a:cubicBezTo>
                    <a:pt x="100373" y="247424"/>
                    <a:pt x="117389" y="226269"/>
                    <a:pt x="117389" y="201320"/>
                  </a:cubicBezTo>
                  <a:cubicBezTo>
                    <a:pt x="117389" y="176370"/>
                    <a:pt x="100373" y="155215"/>
                    <a:pt x="77263" y="148891"/>
                  </a:cubicBezTo>
                  <a:moveTo>
                    <a:pt x="63006" y="227189"/>
                  </a:moveTo>
                  <a:cubicBezTo>
                    <a:pt x="48750" y="227189"/>
                    <a:pt x="37252" y="215576"/>
                    <a:pt x="37252" y="201435"/>
                  </a:cubicBezTo>
                  <a:cubicBezTo>
                    <a:pt x="37252" y="187178"/>
                    <a:pt x="48864" y="175680"/>
                    <a:pt x="63006" y="175680"/>
                  </a:cubicBezTo>
                  <a:cubicBezTo>
                    <a:pt x="77263" y="175680"/>
                    <a:pt x="88760" y="187178"/>
                    <a:pt x="88760" y="201435"/>
                  </a:cubicBezTo>
                  <a:cubicBezTo>
                    <a:pt x="88760" y="215576"/>
                    <a:pt x="77148" y="227189"/>
                    <a:pt x="63006" y="227189"/>
                  </a:cubicBezTo>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286864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F01D-8948-4042-B2C5-3D73001EEE64}"/>
              </a:ext>
            </a:extLst>
          </p:cNvPr>
          <p:cNvSpPr>
            <a:spLocks noGrp="1"/>
          </p:cNvSpPr>
          <p:nvPr>
            <p:ph type="ctrTitle"/>
          </p:nvPr>
        </p:nvSpPr>
        <p:spPr>
          <a:xfrm>
            <a:off x="1258888" y="2709724"/>
            <a:ext cx="9185275" cy="664797"/>
          </a:xfrm>
        </p:spPr>
        <p:txBody>
          <a:bodyPr/>
          <a:lstStyle/>
          <a:p>
            <a:r>
              <a:rPr lang="en-US" dirty="0"/>
              <a:t>Using images</a:t>
            </a:r>
          </a:p>
        </p:txBody>
      </p:sp>
      <p:sp>
        <p:nvSpPr>
          <p:cNvPr id="3" name="Subtitle 2">
            <a:extLst>
              <a:ext uri="{FF2B5EF4-FFF2-40B4-BE49-F238E27FC236}">
                <a16:creationId xmlns:a16="http://schemas.microsoft.com/office/drawing/2014/main" id="{AACD2371-805C-164E-8F79-234BC54E07E9}"/>
              </a:ext>
            </a:extLst>
          </p:cNvPr>
          <p:cNvSpPr>
            <a:spLocks noGrp="1"/>
          </p:cNvSpPr>
          <p:nvPr>
            <p:ph type="subTitle" idx="1"/>
          </p:nvPr>
        </p:nvSpPr>
        <p:spPr>
          <a:xfrm>
            <a:off x="1258888" y="3398031"/>
            <a:ext cx="9185275" cy="430887"/>
          </a:xfrm>
        </p:spPr>
        <p:txBody>
          <a:bodyPr/>
          <a:lstStyle/>
          <a:p>
            <a:r>
              <a:rPr lang="en-US" dirty="0"/>
              <a:t>Bring your story to life with visuals.</a:t>
            </a:r>
          </a:p>
        </p:txBody>
      </p:sp>
      <p:sp>
        <p:nvSpPr>
          <p:cNvPr id="7" name="Text Placeholder 6">
            <a:extLst>
              <a:ext uri="{FF2B5EF4-FFF2-40B4-BE49-F238E27FC236}">
                <a16:creationId xmlns:a16="http://schemas.microsoft.com/office/drawing/2014/main" id="{BD9F0118-FE31-6643-8A83-529BAD7B196A}"/>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9702672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a:extLst>
              <a:ext uri="{FF2B5EF4-FFF2-40B4-BE49-F238E27FC236}">
                <a16:creationId xmlns:a16="http://schemas.microsoft.com/office/drawing/2014/main" id="{5E75A74A-4462-7145-8F5D-C00F85B77C3C}"/>
              </a:ext>
            </a:extLst>
          </p:cNvPr>
          <p:cNvPicPr>
            <a:picLocks noGrp="1" noChangeAspect="1"/>
          </p:cNvPicPr>
          <p:nvPr>
            <p:ph type="pic" sz="quarter" idx="10"/>
          </p:nvPr>
        </p:nvPicPr>
        <p:blipFill>
          <a:blip r:embed="rId2"/>
          <a:srcRect l="23" r="23"/>
          <a:stretch>
            <a:fillRect/>
          </a:stretch>
        </p:blipFill>
        <p:spPr>
          <a:xfrm>
            <a:off x="5834439" y="0"/>
            <a:ext cx="5868611" cy="6584950"/>
          </a:xfrm>
        </p:spPr>
      </p:pic>
      <p:sp>
        <p:nvSpPr>
          <p:cNvPr id="7" name="Text Placeholder 6">
            <a:extLst>
              <a:ext uri="{FF2B5EF4-FFF2-40B4-BE49-F238E27FC236}">
                <a16:creationId xmlns:a16="http://schemas.microsoft.com/office/drawing/2014/main" id="{0657A4A7-3633-7447-9A4E-DF55A0280E43}"/>
              </a:ext>
            </a:extLst>
          </p:cNvPr>
          <p:cNvSpPr>
            <a:spLocks noGrp="1"/>
          </p:cNvSpPr>
          <p:nvPr>
            <p:ph type="body" sz="half" idx="2"/>
          </p:nvPr>
        </p:nvSpPr>
        <p:spPr/>
        <p:txBody>
          <a:bodyPr/>
          <a:lstStyle/>
          <a:p>
            <a:r>
              <a:rPr lang="en-US" dirty="0"/>
              <a:t>…so you don’t have to!</a:t>
            </a:r>
          </a:p>
        </p:txBody>
      </p:sp>
      <p:sp>
        <p:nvSpPr>
          <p:cNvPr id="6" name="Content Placeholder 5">
            <a:extLst>
              <a:ext uri="{FF2B5EF4-FFF2-40B4-BE49-F238E27FC236}">
                <a16:creationId xmlns:a16="http://schemas.microsoft.com/office/drawing/2014/main" id="{7A05907F-B7F6-9A4F-8A6C-F78FEC9E5E57}"/>
              </a:ext>
            </a:extLst>
          </p:cNvPr>
          <p:cNvSpPr>
            <a:spLocks noGrp="1"/>
          </p:cNvSpPr>
          <p:nvPr>
            <p:ph idx="1"/>
          </p:nvPr>
        </p:nvSpPr>
        <p:spPr>
          <a:xfrm>
            <a:off x="570944" y="2341014"/>
            <a:ext cx="4705249" cy="3467616"/>
          </a:xfrm>
        </p:spPr>
        <p:txBody>
          <a:bodyPr/>
          <a:lstStyle/>
          <a:p>
            <a:r>
              <a:rPr lang="en-US" dirty="0"/>
              <a:t>Use the different layouts we’ve given you to add photos to slides. Clever use of images will really bring your story to life, and</a:t>
            </a:r>
            <a:r>
              <a:rPr lang="en-GB" dirty="0"/>
              <a:t> if you have a splash of red in your photos it’s an extra thumbs up.</a:t>
            </a:r>
          </a:p>
          <a:p>
            <a:endParaRPr lang="en-GB" dirty="0"/>
          </a:p>
          <a:p>
            <a:r>
              <a:rPr lang="en-GB" dirty="0"/>
              <a:t>Remember, if you’re talking about our products, you’ll find a variety of product shots in the PowerPoint toolkit – simply copy and paste them into your presentation.</a:t>
            </a:r>
          </a:p>
          <a:p>
            <a:endParaRPr lang="en-US" dirty="0"/>
          </a:p>
          <a:p>
            <a:endParaRPr lang="en-US" dirty="0"/>
          </a:p>
          <a:p>
            <a:endParaRPr lang="en-US" dirty="0"/>
          </a:p>
        </p:txBody>
      </p:sp>
      <p:sp>
        <p:nvSpPr>
          <p:cNvPr id="8" name="Title 7">
            <a:extLst>
              <a:ext uri="{FF2B5EF4-FFF2-40B4-BE49-F238E27FC236}">
                <a16:creationId xmlns:a16="http://schemas.microsoft.com/office/drawing/2014/main" id="{E40B8102-FEFF-B14C-9857-DB4CAFDBA8D9}"/>
              </a:ext>
            </a:extLst>
          </p:cNvPr>
          <p:cNvSpPr>
            <a:spLocks noGrp="1"/>
          </p:cNvSpPr>
          <p:nvPr>
            <p:ph type="title"/>
          </p:nvPr>
        </p:nvSpPr>
        <p:spPr/>
        <p:txBody>
          <a:bodyPr/>
          <a:lstStyle/>
          <a:p>
            <a:r>
              <a:rPr lang="en-US" dirty="0"/>
              <a:t>A picture says a thousand words…</a:t>
            </a:r>
          </a:p>
        </p:txBody>
      </p:sp>
      <p:sp>
        <p:nvSpPr>
          <p:cNvPr id="10" name="Text Placeholder 9">
            <a:extLst>
              <a:ext uri="{FF2B5EF4-FFF2-40B4-BE49-F238E27FC236}">
                <a16:creationId xmlns:a16="http://schemas.microsoft.com/office/drawing/2014/main" id="{DC57B5A3-1295-F646-8FEC-1C266E8644E9}"/>
              </a:ext>
            </a:extLst>
          </p:cNvPr>
          <p:cNvSpPr>
            <a:spLocks noGrp="1"/>
          </p:cNvSpPr>
          <p:nvPr>
            <p:ph type="body" sz="quarter" idx="11"/>
          </p:nvPr>
        </p:nvSpPr>
        <p:spPr/>
        <p:txBody>
          <a:bodyPr/>
          <a:lstStyle/>
          <a:p>
            <a:endParaRPr lang="en-US" dirty="0"/>
          </a:p>
        </p:txBody>
      </p:sp>
      <p:grpSp>
        <p:nvGrpSpPr>
          <p:cNvPr id="67" name="Group 66">
            <a:extLst>
              <a:ext uri="{FF2B5EF4-FFF2-40B4-BE49-F238E27FC236}">
                <a16:creationId xmlns:a16="http://schemas.microsoft.com/office/drawing/2014/main" id="{BFF76A61-98E4-FB4B-9112-B25C3E797F2D}"/>
              </a:ext>
            </a:extLst>
          </p:cNvPr>
          <p:cNvGrpSpPr>
            <a:grpSpLocks noChangeAspect="1"/>
          </p:cNvGrpSpPr>
          <p:nvPr/>
        </p:nvGrpSpPr>
        <p:grpSpPr bwMode="auto">
          <a:xfrm>
            <a:off x="10495695" y="6027261"/>
            <a:ext cx="667773" cy="395031"/>
            <a:chOff x="2036" y="1094"/>
            <a:chExt cx="3604" cy="2132"/>
          </a:xfrm>
          <a:solidFill>
            <a:schemeClr val="accent1"/>
          </a:solidFill>
        </p:grpSpPr>
        <p:sp>
          <p:nvSpPr>
            <p:cNvPr id="68" name="Freeform 5">
              <a:extLst>
                <a:ext uri="{FF2B5EF4-FFF2-40B4-BE49-F238E27FC236}">
                  <a16:creationId xmlns:a16="http://schemas.microsoft.com/office/drawing/2014/main" id="{E44FF20F-407F-6E4E-821A-CD1BE2B5133D}"/>
                </a:ext>
              </a:extLst>
            </p:cNvPr>
            <p:cNvSpPr>
              <a:spLocks noEditPoints="1"/>
            </p:cNvSpPr>
            <p:nvPr/>
          </p:nvSpPr>
          <p:spPr bwMode="auto">
            <a:xfrm>
              <a:off x="2036" y="1094"/>
              <a:ext cx="3604" cy="2132"/>
            </a:xfrm>
            <a:custGeom>
              <a:avLst/>
              <a:gdLst>
                <a:gd name="T0" fmla="*/ 571 w 843"/>
                <a:gd name="T1" fmla="*/ 290 h 509"/>
                <a:gd name="T2" fmla="*/ 580 w 843"/>
                <a:gd name="T3" fmla="*/ 301 h 509"/>
                <a:gd name="T4" fmla="*/ 606 w 843"/>
                <a:gd name="T5" fmla="*/ 328 h 509"/>
                <a:gd name="T6" fmla="*/ 736 w 843"/>
                <a:gd name="T7" fmla="*/ 389 h 509"/>
                <a:gd name="T8" fmla="*/ 786 w 843"/>
                <a:gd name="T9" fmla="*/ 140 h 509"/>
                <a:gd name="T10" fmla="*/ 645 w 843"/>
                <a:gd name="T11" fmla="*/ 150 h 509"/>
                <a:gd name="T12" fmla="*/ 577 w 843"/>
                <a:gd name="T13" fmla="*/ 211 h 509"/>
                <a:gd name="T14" fmla="*/ 546 w 843"/>
                <a:gd name="T15" fmla="*/ 252 h 509"/>
                <a:gd name="T16" fmla="*/ 491 w 843"/>
                <a:gd name="T17" fmla="*/ 209 h 509"/>
                <a:gd name="T18" fmla="*/ 481 w 843"/>
                <a:gd name="T19" fmla="*/ 196 h 509"/>
                <a:gd name="T20" fmla="*/ 391 w 843"/>
                <a:gd name="T21" fmla="*/ 103 h 509"/>
                <a:gd name="T22" fmla="*/ 378 w 843"/>
                <a:gd name="T23" fmla="*/ 92 h 509"/>
                <a:gd name="T24" fmla="*/ 288 w 843"/>
                <a:gd name="T25" fmla="*/ 37 h 509"/>
                <a:gd name="T26" fmla="*/ 188 w 843"/>
                <a:gd name="T27" fmla="*/ 15 h 509"/>
                <a:gd name="T28" fmla="*/ 29 w 843"/>
                <a:gd name="T29" fmla="*/ 160 h 509"/>
                <a:gd name="T30" fmla="*/ 57 w 843"/>
                <a:gd name="T31" fmla="*/ 415 h 509"/>
                <a:gd name="T32" fmla="*/ 80 w 843"/>
                <a:gd name="T33" fmla="*/ 446 h 509"/>
                <a:gd name="T34" fmla="*/ 324 w 843"/>
                <a:gd name="T35" fmla="*/ 454 h 509"/>
                <a:gd name="T36" fmla="*/ 360 w 843"/>
                <a:gd name="T37" fmla="*/ 430 h 509"/>
                <a:gd name="T38" fmla="*/ 388 w 843"/>
                <a:gd name="T39" fmla="*/ 409 h 509"/>
                <a:gd name="T40" fmla="*/ 486 w 843"/>
                <a:gd name="T41" fmla="*/ 307 h 509"/>
                <a:gd name="T42" fmla="*/ 496 w 843"/>
                <a:gd name="T43" fmla="*/ 294 h 509"/>
                <a:gd name="T44" fmla="*/ 533 w 843"/>
                <a:gd name="T45" fmla="*/ 270 h 509"/>
                <a:gd name="T46" fmla="*/ 508 w 843"/>
                <a:gd name="T47" fmla="*/ 303 h 509"/>
                <a:gd name="T48" fmla="*/ 489 w 843"/>
                <a:gd name="T49" fmla="*/ 326 h 509"/>
                <a:gd name="T50" fmla="*/ 472 w 843"/>
                <a:gd name="T51" fmla="*/ 347 h 509"/>
                <a:gd name="T52" fmla="*/ 429 w 843"/>
                <a:gd name="T53" fmla="*/ 391 h 509"/>
                <a:gd name="T54" fmla="*/ 396 w 843"/>
                <a:gd name="T55" fmla="*/ 421 h 509"/>
                <a:gd name="T56" fmla="*/ 341 w 843"/>
                <a:gd name="T57" fmla="*/ 461 h 509"/>
                <a:gd name="T58" fmla="*/ 282 w 843"/>
                <a:gd name="T59" fmla="*/ 491 h 509"/>
                <a:gd name="T60" fmla="*/ 180 w 843"/>
                <a:gd name="T61" fmla="*/ 508 h 509"/>
                <a:gd name="T62" fmla="*/ 66 w 843"/>
                <a:gd name="T63" fmla="*/ 452 h 509"/>
                <a:gd name="T64" fmla="*/ 48 w 843"/>
                <a:gd name="T65" fmla="*/ 428 h 509"/>
                <a:gd name="T66" fmla="*/ 9 w 843"/>
                <a:gd name="T67" fmla="*/ 334 h 509"/>
                <a:gd name="T68" fmla="*/ 21 w 843"/>
                <a:gd name="T69" fmla="*/ 135 h 509"/>
                <a:gd name="T70" fmla="*/ 37 w 843"/>
                <a:gd name="T71" fmla="*/ 98 h 509"/>
                <a:gd name="T72" fmla="*/ 63 w 843"/>
                <a:gd name="T73" fmla="*/ 60 h 509"/>
                <a:gd name="T74" fmla="*/ 82 w 843"/>
                <a:gd name="T75" fmla="*/ 42 h 509"/>
                <a:gd name="T76" fmla="*/ 110 w 843"/>
                <a:gd name="T77" fmla="*/ 21 h 509"/>
                <a:gd name="T78" fmla="*/ 253 w 843"/>
                <a:gd name="T79" fmla="*/ 8 h 509"/>
                <a:gd name="T80" fmla="*/ 339 w 843"/>
                <a:gd name="T81" fmla="*/ 46 h 509"/>
                <a:gd name="T82" fmla="*/ 419 w 843"/>
                <a:gd name="T83" fmla="*/ 108 h 509"/>
                <a:gd name="T84" fmla="*/ 471 w 843"/>
                <a:gd name="T85" fmla="*/ 162 h 509"/>
                <a:gd name="T86" fmla="*/ 495 w 843"/>
                <a:gd name="T87" fmla="*/ 190 h 509"/>
                <a:gd name="T88" fmla="*/ 504 w 843"/>
                <a:gd name="T89" fmla="*/ 202 h 509"/>
                <a:gd name="T90" fmla="*/ 527 w 843"/>
                <a:gd name="T91" fmla="*/ 232 h 509"/>
                <a:gd name="T92" fmla="*/ 537 w 843"/>
                <a:gd name="T93" fmla="*/ 238 h 509"/>
                <a:gd name="T94" fmla="*/ 545 w 843"/>
                <a:gd name="T95" fmla="*/ 228 h 509"/>
                <a:gd name="T96" fmla="*/ 553 w 843"/>
                <a:gd name="T97" fmla="*/ 218 h 509"/>
                <a:gd name="T98" fmla="*/ 566 w 843"/>
                <a:gd name="T99" fmla="*/ 202 h 509"/>
                <a:gd name="T100" fmla="*/ 597 w 843"/>
                <a:gd name="T101" fmla="*/ 169 h 509"/>
                <a:gd name="T102" fmla="*/ 651 w 843"/>
                <a:gd name="T103" fmla="*/ 129 h 509"/>
                <a:gd name="T104" fmla="*/ 784 w 843"/>
                <a:gd name="T105" fmla="*/ 120 h 509"/>
                <a:gd name="T106" fmla="*/ 810 w 843"/>
                <a:gd name="T107" fmla="*/ 365 h 509"/>
                <a:gd name="T108" fmla="*/ 767 w 843"/>
                <a:gd name="T109" fmla="*/ 398 h 509"/>
                <a:gd name="T110" fmla="*/ 656 w 843"/>
                <a:gd name="T111" fmla="*/ 383 h 509"/>
                <a:gd name="T112" fmla="*/ 626 w 843"/>
                <a:gd name="T113" fmla="*/ 364 h 509"/>
                <a:gd name="T114" fmla="*/ 620 w 843"/>
                <a:gd name="T115" fmla="*/ 360 h 509"/>
                <a:gd name="T116" fmla="*/ 585 w 843"/>
                <a:gd name="T117" fmla="*/ 328 h 509"/>
                <a:gd name="T118" fmla="*/ 559 w 843"/>
                <a:gd name="T119" fmla="*/ 298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3" h="509">
                  <a:moveTo>
                    <a:pt x="565" y="283"/>
                  </a:moveTo>
                  <a:cubicBezTo>
                    <a:pt x="566" y="283"/>
                    <a:pt x="566" y="284"/>
                    <a:pt x="567" y="284"/>
                  </a:cubicBezTo>
                  <a:cubicBezTo>
                    <a:pt x="567" y="284"/>
                    <a:pt x="567" y="285"/>
                    <a:pt x="567" y="285"/>
                  </a:cubicBezTo>
                  <a:cubicBezTo>
                    <a:pt x="567" y="285"/>
                    <a:pt x="567" y="285"/>
                    <a:pt x="567" y="285"/>
                  </a:cubicBezTo>
                  <a:cubicBezTo>
                    <a:pt x="568" y="285"/>
                    <a:pt x="568" y="285"/>
                    <a:pt x="568" y="286"/>
                  </a:cubicBezTo>
                  <a:cubicBezTo>
                    <a:pt x="568" y="286"/>
                    <a:pt x="568" y="286"/>
                    <a:pt x="568" y="286"/>
                  </a:cubicBezTo>
                  <a:cubicBezTo>
                    <a:pt x="568" y="286"/>
                    <a:pt x="568" y="286"/>
                    <a:pt x="568" y="286"/>
                  </a:cubicBezTo>
                  <a:cubicBezTo>
                    <a:pt x="568" y="287"/>
                    <a:pt x="569" y="287"/>
                    <a:pt x="569" y="287"/>
                  </a:cubicBezTo>
                  <a:cubicBezTo>
                    <a:pt x="569" y="287"/>
                    <a:pt x="569" y="287"/>
                    <a:pt x="569" y="287"/>
                  </a:cubicBezTo>
                  <a:cubicBezTo>
                    <a:pt x="569" y="287"/>
                    <a:pt x="569" y="287"/>
                    <a:pt x="569" y="288"/>
                  </a:cubicBezTo>
                  <a:cubicBezTo>
                    <a:pt x="570" y="288"/>
                    <a:pt x="570" y="288"/>
                    <a:pt x="570" y="288"/>
                  </a:cubicBezTo>
                  <a:cubicBezTo>
                    <a:pt x="570" y="288"/>
                    <a:pt x="570" y="288"/>
                    <a:pt x="570" y="288"/>
                  </a:cubicBezTo>
                  <a:cubicBezTo>
                    <a:pt x="570" y="289"/>
                    <a:pt x="570" y="289"/>
                    <a:pt x="570" y="289"/>
                  </a:cubicBezTo>
                  <a:cubicBezTo>
                    <a:pt x="571" y="289"/>
                    <a:pt x="571" y="290"/>
                    <a:pt x="571" y="290"/>
                  </a:cubicBezTo>
                  <a:cubicBezTo>
                    <a:pt x="571" y="290"/>
                    <a:pt x="571" y="290"/>
                    <a:pt x="572" y="291"/>
                  </a:cubicBezTo>
                  <a:cubicBezTo>
                    <a:pt x="572" y="291"/>
                    <a:pt x="572" y="291"/>
                    <a:pt x="572" y="292"/>
                  </a:cubicBezTo>
                  <a:cubicBezTo>
                    <a:pt x="573" y="293"/>
                    <a:pt x="574" y="294"/>
                    <a:pt x="575" y="295"/>
                  </a:cubicBezTo>
                  <a:cubicBezTo>
                    <a:pt x="575" y="295"/>
                    <a:pt x="576" y="296"/>
                    <a:pt x="576" y="296"/>
                  </a:cubicBezTo>
                  <a:cubicBezTo>
                    <a:pt x="576" y="296"/>
                    <a:pt x="576" y="297"/>
                    <a:pt x="576" y="297"/>
                  </a:cubicBezTo>
                  <a:cubicBezTo>
                    <a:pt x="577" y="297"/>
                    <a:pt x="577" y="297"/>
                    <a:pt x="577" y="297"/>
                  </a:cubicBezTo>
                  <a:cubicBezTo>
                    <a:pt x="577" y="297"/>
                    <a:pt x="577" y="297"/>
                    <a:pt x="577" y="298"/>
                  </a:cubicBezTo>
                  <a:cubicBezTo>
                    <a:pt x="577" y="298"/>
                    <a:pt x="578" y="298"/>
                    <a:pt x="578" y="298"/>
                  </a:cubicBezTo>
                  <a:cubicBezTo>
                    <a:pt x="578" y="298"/>
                    <a:pt x="578" y="298"/>
                    <a:pt x="578" y="298"/>
                  </a:cubicBezTo>
                  <a:cubicBezTo>
                    <a:pt x="578" y="299"/>
                    <a:pt x="578" y="299"/>
                    <a:pt x="578" y="299"/>
                  </a:cubicBezTo>
                  <a:cubicBezTo>
                    <a:pt x="578" y="299"/>
                    <a:pt x="578" y="299"/>
                    <a:pt x="578" y="299"/>
                  </a:cubicBezTo>
                  <a:cubicBezTo>
                    <a:pt x="579" y="299"/>
                    <a:pt x="579" y="300"/>
                    <a:pt x="579" y="300"/>
                  </a:cubicBezTo>
                  <a:cubicBezTo>
                    <a:pt x="579" y="300"/>
                    <a:pt x="579" y="300"/>
                    <a:pt x="579" y="300"/>
                  </a:cubicBezTo>
                  <a:cubicBezTo>
                    <a:pt x="579" y="300"/>
                    <a:pt x="580" y="300"/>
                    <a:pt x="580" y="301"/>
                  </a:cubicBezTo>
                  <a:cubicBezTo>
                    <a:pt x="580" y="301"/>
                    <a:pt x="580" y="301"/>
                    <a:pt x="580" y="301"/>
                  </a:cubicBezTo>
                  <a:cubicBezTo>
                    <a:pt x="580" y="301"/>
                    <a:pt x="581" y="302"/>
                    <a:pt x="581" y="302"/>
                  </a:cubicBezTo>
                  <a:cubicBezTo>
                    <a:pt x="581" y="303"/>
                    <a:pt x="581" y="303"/>
                    <a:pt x="582" y="303"/>
                  </a:cubicBezTo>
                  <a:cubicBezTo>
                    <a:pt x="582" y="304"/>
                    <a:pt x="583" y="304"/>
                    <a:pt x="583" y="305"/>
                  </a:cubicBezTo>
                  <a:cubicBezTo>
                    <a:pt x="584" y="305"/>
                    <a:pt x="584" y="306"/>
                    <a:pt x="585" y="306"/>
                  </a:cubicBezTo>
                  <a:cubicBezTo>
                    <a:pt x="585" y="307"/>
                    <a:pt x="586" y="308"/>
                    <a:pt x="587" y="309"/>
                  </a:cubicBezTo>
                  <a:cubicBezTo>
                    <a:pt x="587" y="309"/>
                    <a:pt x="587" y="310"/>
                    <a:pt x="587" y="310"/>
                  </a:cubicBezTo>
                  <a:cubicBezTo>
                    <a:pt x="588" y="311"/>
                    <a:pt x="590" y="312"/>
                    <a:pt x="591" y="313"/>
                  </a:cubicBezTo>
                  <a:cubicBezTo>
                    <a:pt x="591" y="313"/>
                    <a:pt x="591" y="314"/>
                    <a:pt x="592" y="315"/>
                  </a:cubicBezTo>
                  <a:cubicBezTo>
                    <a:pt x="592" y="315"/>
                    <a:pt x="593" y="316"/>
                    <a:pt x="593" y="316"/>
                  </a:cubicBezTo>
                  <a:cubicBezTo>
                    <a:pt x="596" y="319"/>
                    <a:pt x="599" y="322"/>
                    <a:pt x="601" y="324"/>
                  </a:cubicBezTo>
                  <a:cubicBezTo>
                    <a:pt x="602" y="324"/>
                    <a:pt x="602" y="325"/>
                    <a:pt x="603" y="325"/>
                  </a:cubicBezTo>
                  <a:cubicBezTo>
                    <a:pt x="604" y="326"/>
                    <a:pt x="604" y="327"/>
                    <a:pt x="605" y="328"/>
                  </a:cubicBezTo>
                  <a:cubicBezTo>
                    <a:pt x="605" y="328"/>
                    <a:pt x="606" y="328"/>
                    <a:pt x="606" y="328"/>
                  </a:cubicBezTo>
                  <a:cubicBezTo>
                    <a:pt x="607" y="330"/>
                    <a:pt x="609" y="331"/>
                    <a:pt x="610" y="332"/>
                  </a:cubicBezTo>
                  <a:cubicBezTo>
                    <a:pt x="610" y="332"/>
                    <a:pt x="610" y="333"/>
                    <a:pt x="611" y="333"/>
                  </a:cubicBezTo>
                  <a:cubicBezTo>
                    <a:pt x="618" y="339"/>
                    <a:pt x="627" y="346"/>
                    <a:pt x="635" y="352"/>
                  </a:cubicBezTo>
                  <a:cubicBezTo>
                    <a:pt x="635" y="352"/>
                    <a:pt x="635" y="353"/>
                    <a:pt x="636" y="353"/>
                  </a:cubicBezTo>
                  <a:cubicBezTo>
                    <a:pt x="636" y="353"/>
                    <a:pt x="636" y="353"/>
                    <a:pt x="637" y="353"/>
                  </a:cubicBezTo>
                  <a:cubicBezTo>
                    <a:pt x="637" y="353"/>
                    <a:pt x="637" y="354"/>
                    <a:pt x="637" y="354"/>
                  </a:cubicBezTo>
                  <a:cubicBezTo>
                    <a:pt x="638" y="354"/>
                    <a:pt x="638" y="354"/>
                    <a:pt x="638" y="355"/>
                  </a:cubicBezTo>
                  <a:cubicBezTo>
                    <a:pt x="639" y="355"/>
                    <a:pt x="639" y="355"/>
                    <a:pt x="639" y="355"/>
                  </a:cubicBezTo>
                  <a:cubicBezTo>
                    <a:pt x="640" y="355"/>
                    <a:pt x="640" y="356"/>
                    <a:pt x="640" y="356"/>
                  </a:cubicBezTo>
                  <a:cubicBezTo>
                    <a:pt x="640" y="356"/>
                    <a:pt x="641" y="356"/>
                    <a:pt x="641" y="357"/>
                  </a:cubicBezTo>
                  <a:cubicBezTo>
                    <a:pt x="641" y="357"/>
                    <a:pt x="642" y="357"/>
                    <a:pt x="642" y="357"/>
                  </a:cubicBezTo>
                  <a:cubicBezTo>
                    <a:pt x="649" y="362"/>
                    <a:pt x="656" y="366"/>
                    <a:pt x="663" y="370"/>
                  </a:cubicBezTo>
                  <a:cubicBezTo>
                    <a:pt x="677" y="377"/>
                    <a:pt x="691" y="383"/>
                    <a:pt x="708" y="387"/>
                  </a:cubicBezTo>
                  <a:cubicBezTo>
                    <a:pt x="717" y="389"/>
                    <a:pt x="726" y="390"/>
                    <a:pt x="736" y="389"/>
                  </a:cubicBezTo>
                  <a:cubicBezTo>
                    <a:pt x="738" y="389"/>
                    <a:pt x="740" y="389"/>
                    <a:pt x="742" y="389"/>
                  </a:cubicBezTo>
                  <a:cubicBezTo>
                    <a:pt x="745" y="388"/>
                    <a:pt x="749" y="388"/>
                    <a:pt x="752" y="387"/>
                  </a:cubicBezTo>
                  <a:cubicBezTo>
                    <a:pt x="765" y="384"/>
                    <a:pt x="776" y="378"/>
                    <a:pt x="785" y="370"/>
                  </a:cubicBezTo>
                  <a:cubicBezTo>
                    <a:pt x="803" y="355"/>
                    <a:pt x="816" y="332"/>
                    <a:pt x="822" y="305"/>
                  </a:cubicBezTo>
                  <a:cubicBezTo>
                    <a:pt x="822" y="304"/>
                    <a:pt x="822" y="304"/>
                    <a:pt x="823" y="303"/>
                  </a:cubicBezTo>
                  <a:cubicBezTo>
                    <a:pt x="824" y="298"/>
                    <a:pt x="825" y="293"/>
                    <a:pt x="826" y="287"/>
                  </a:cubicBezTo>
                  <a:cubicBezTo>
                    <a:pt x="829" y="266"/>
                    <a:pt x="829" y="241"/>
                    <a:pt x="825" y="218"/>
                  </a:cubicBezTo>
                  <a:cubicBezTo>
                    <a:pt x="822" y="198"/>
                    <a:pt x="815" y="179"/>
                    <a:pt x="806" y="164"/>
                  </a:cubicBezTo>
                  <a:cubicBezTo>
                    <a:pt x="803" y="158"/>
                    <a:pt x="799" y="154"/>
                    <a:pt x="796" y="149"/>
                  </a:cubicBezTo>
                  <a:cubicBezTo>
                    <a:pt x="795" y="149"/>
                    <a:pt x="794" y="148"/>
                    <a:pt x="794" y="148"/>
                  </a:cubicBezTo>
                  <a:cubicBezTo>
                    <a:pt x="794" y="147"/>
                    <a:pt x="793" y="146"/>
                    <a:pt x="793" y="146"/>
                  </a:cubicBezTo>
                  <a:cubicBezTo>
                    <a:pt x="792" y="145"/>
                    <a:pt x="791" y="144"/>
                    <a:pt x="790" y="143"/>
                  </a:cubicBezTo>
                  <a:cubicBezTo>
                    <a:pt x="789" y="142"/>
                    <a:pt x="788" y="142"/>
                    <a:pt x="788" y="142"/>
                  </a:cubicBezTo>
                  <a:cubicBezTo>
                    <a:pt x="787" y="141"/>
                    <a:pt x="787" y="140"/>
                    <a:pt x="786" y="140"/>
                  </a:cubicBezTo>
                  <a:cubicBezTo>
                    <a:pt x="785" y="139"/>
                    <a:pt x="784" y="138"/>
                    <a:pt x="782" y="137"/>
                  </a:cubicBezTo>
                  <a:cubicBezTo>
                    <a:pt x="782" y="137"/>
                    <a:pt x="782" y="136"/>
                    <a:pt x="781" y="136"/>
                  </a:cubicBezTo>
                  <a:cubicBezTo>
                    <a:pt x="780" y="135"/>
                    <a:pt x="779" y="135"/>
                    <a:pt x="778" y="134"/>
                  </a:cubicBezTo>
                  <a:cubicBezTo>
                    <a:pt x="777" y="133"/>
                    <a:pt x="775" y="132"/>
                    <a:pt x="774" y="131"/>
                  </a:cubicBezTo>
                  <a:cubicBezTo>
                    <a:pt x="773" y="131"/>
                    <a:pt x="772" y="130"/>
                    <a:pt x="772" y="130"/>
                  </a:cubicBezTo>
                  <a:cubicBezTo>
                    <a:pt x="770" y="129"/>
                    <a:pt x="769" y="128"/>
                    <a:pt x="768" y="128"/>
                  </a:cubicBezTo>
                  <a:cubicBezTo>
                    <a:pt x="756" y="123"/>
                    <a:pt x="742" y="119"/>
                    <a:pt x="726" y="120"/>
                  </a:cubicBezTo>
                  <a:cubicBezTo>
                    <a:pt x="726" y="120"/>
                    <a:pt x="726" y="120"/>
                    <a:pt x="725" y="120"/>
                  </a:cubicBezTo>
                  <a:cubicBezTo>
                    <a:pt x="713" y="121"/>
                    <a:pt x="702" y="123"/>
                    <a:pt x="692" y="127"/>
                  </a:cubicBezTo>
                  <a:cubicBezTo>
                    <a:pt x="676" y="132"/>
                    <a:pt x="662" y="140"/>
                    <a:pt x="648" y="148"/>
                  </a:cubicBezTo>
                  <a:cubicBezTo>
                    <a:pt x="648" y="148"/>
                    <a:pt x="648" y="148"/>
                    <a:pt x="648" y="148"/>
                  </a:cubicBezTo>
                  <a:cubicBezTo>
                    <a:pt x="647" y="149"/>
                    <a:pt x="647" y="149"/>
                    <a:pt x="647" y="149"/>
                  </a:cubicBezTo>
                  <a:cubicBezTo>
                    <a:pt x="647" y="149"/>
                    <a:pt x="646" y="149"/>
                    <a:pt x="646" y="149"/>
                  </a:cubicBezTo>
                  <a:cubicBezTo>
                    <a:pt x="646" y="150"/>
                    <a:pt x="646" y="150"/>
                    <a:pt x="645" y="150"/>
                  </a:cubicBezTo>
                  <a:cubicBezTo>
                    <a:pt x="645" y="150"/>
                    <a:pt x="645" y="150"/>
                    <a:pt x="645" y="150"/>
                  </a:cubicBezTo>
                  <a:cubicBezTo>
                    <a:pt x="627" y="162"/>
                    <a:pt x="611" y="175"/>
                    <a:pt x="597" y="189"/>
                  </a:cubicBezTo>
                  <a:cubicBezTo>
                    <a:pt x="596" y="191"/>
                    <a:pt x="594" y="193"/>
                    <a:pt x="592" y="194"/>
                  </a:cubicBezTo>
                  <a:cubicBezTo>
                    <a:pt x="592" y="194"/>
                    <a:pt x="592" y="195"/>
                    <a:pt x="592" y="195"/>
                  </a:cubicBezTo>
                  <a:cubicBezTo>
                    <a:pt x="591" y="196"/>
                    <a:pt x="590" y="197"/>
                    <a:pt x="589" y="197"/>
                  </a:cubicBezTo>
                  <a:cubicBezTo>
                    <a:pt x="589" y="198"/>
                    <a:pt x="588" y="198"/>
                    <a:pt x="588" y="199"/>
                  </a:cubicBezTo>
                  <a:cubicBezTo>
                    <a:pt x="588" y="199"/>
                    <a:pt x="588" y="199"/>
                    <a:pt x="588" y="200"/>
                  </a:cubicBezTo>
                  <a:cubicBezTo>
                    <a:pt x="587" y="200"/>
                    <a:pt x="587" y="200"/>
                    <a:pt x="586" y="201"/>
                  </a:cubicBezTo>
                  <a:cubicBezTo>
                    <a:pt x="585" y="202"/>
                    <a:pt x="584" y="203"/>
                    <a:pt x="584" y="204"/>
                  </a:cubicBezTo>
                  <a:cubicBezTo>
                    <a:pt x="583" y="204"/>
                    <a:pt x="583" y="205"/>
                    <a:pt x="583" y="205"/>
                  </a:cubicBezTo>
                  <a:cubicBezTo>
                    <a:pt x="582" y="206"/>
                    <a:pt x="581" y="207"/>
                    <a:pt x="580" y="208"/>
                  </a:cubicBezTo>
                  <a:cubicBezTo>
                    <a:pt x="580" y="208"/>
                    <a:pt x="580" y="208"/>
                    <a:pt x="580" y="209"/>
                  </a:cubicBezTo>
                  <a:cubicBezTo>
                    <a:pt x="579" y="209"/>
                    <a:pt x="579" y="210"/>
                    <a:pt x="578" y="210"/>
                  </a:cubicBezTo>
                  <a:cubicBezTo>
                    <a:pt x="578" y="211"/>
                    <a:pt x="578" y="211"/>
                    <a:pt x="577" y="211"/>
                  </a:cubicBezTo>
                  <a:cubicBezTo>
                    <a:pt x="577" y="212"/>
                    <a:pt x="577" y="212"/>
                    <a:pt x="576" y="213"/>
                  </a:cubicBezTo>
                  <a:cubicBezTo>
                    <a:pt x="575" y="215"/>
                    <a:pt x="573" y="218"/>
                    <a:pt x="571" y="220"/>
                  </a:cubicBezTo>
                  <a:cubicBezTo>
                    <a:pt x="570" y="220"/>
                    <a:pt x="570" y="221"/>
                    <a:pt x="569" y="221"/>
                  </a:cubicBezTo>
                  <a:cubicBezTo>
                    <a:pt x="569" y="222"/>
                    <a:pt x="569" y="222"/>
                    <a:pt x="569" y="222"/>
                  </a:cubicBezTo>
                  <a:cubicBezTo>
                    <a:pt x="569" y="222"/>
                    <a:pt x="569" y="222"/>
                    <a:pt x="569" y="222"/>
                  </a:cubicBezTo>
                  <a:cubicBezTo>
                    <a:pt x="568" y="223"/>
                    <a:pt x="568" y="223"/>
                    <a:pt x="568" y="224"/>
                  </a:cubicBezTo>
                  <a:cubicBezTo>
                    <a:pt x="567" y="225"/>
                    <a:pt x="566" y="226"/>
                    <a:pt x="565" y="227"/>
                  </a:cubicBezTo>
                  <a:cubicBezTo>
                    <a:pt x="561" y="232"/>
                    <a:pt x="557" y="237"/>
                    <a:pt x="553" y="243"/>
                  </a:cubicBezTo>
                  <a:cubicBezTo>
                    <a:pt x="553" y="243"/>
                    <a:pt x="553" y="243"/>
                    <a:pt x="553" y="243"/>
                  </a:cubicBezTo>
                  <a:cubicBezTo>
                    <a:pt x="553" y="243"/>
                    <a:pt x="553" y="243"/>
                    <a:pt x="553" y="243"/>
                  </a:cubicBezTo>
                  <a:cubicBezTo>
                    <a:pt x="552" y="244"/>
                    <a:pt x="551" y="245"/>
                    <a:pt x="551" y="245"/>
                  </a:cubicBezTo>
                  <a:cubicBezTo>
                    <a:pt x="551" y="245"/>
                    <a:pt x="551" y="246"/>
                    <a:pt x="551" y="246"/>
                  </a:cubicBezTo>
                  <a:cubicBezTo>
                    <a:pt x="550" y="247"/>
                    <a:pt x="549" y="248"/>
                    <a:pt x="548" y="249"/>
                  </a:cubicBezTo>
                  <a:cubicBezTo>
                    <a:pt x="547" y="250"/>
                    <a:pt x="547" y="251"/>
                    <a:pt x="546" y="252"/>
                  </a:cubicBezTo>
                  <a:cubicBezTo>
                    <a:pt x="545" y="253"/>
                    <a:pt x="544" y="254"/>
                    <a:pt x="544" y="255"/>
                  </a:cubicBezTo>
                  <a:cubicBezTo>
                    <a:pt x="551" y="264"/>
                    <a:pt x="558" y="273"/>
                    <a:pt x="565" y="283"/>
                  </a:cubicBezTo>
                  <a:moveTo>
                    <a:pt x="506" y="229"/>
                  </a:moveTo>
                  <a:cubicBezTo>
                    <a:pt x="504" y="225"/>
                    <a:pt x="501" y="222"/>
                    <a:pt x="499" y="219"/>
                  </a:cubicBezTo>
                  <a:cubicBezTo>
                    <a:pt x="498" y="218"/>
                    <a:pt x="498" y="218"/>
                    <a:pt x="498" y="218"/>
                  </a:cubicBezTo>
                  <a:cubicBezTo>
                    <a:pt x="498" y="217"/>
                    <a:pt x="498" y="217"/>
                    <a:pt x="497" y="217"/>
                  </a:cubicBezTo>
                  <a:cubicBezTo>
                    <a:pt x="497" y="217"/>
                    <a:pt x="497" y="217"/>
                    <a:pt x="497" y="216"/>
                  </a:cubicBezTo>
                  <a:cubicBezTo>
                    <a:pt x="497" y="216"/>
                    <a:pt x="496" y="216"/>
                    <a:pt x="496" y="216"/>
                  </a:cubicBezTo>
                  <a:cubicBezTo>
                    <a:pt x="496" y="215"/>
                    <a:pt x="495" y="214"/>
                    <a:pt x="495" y="214"/>
                  </a:cubicBezTo>
                  <a:cubicBezTo>
                    <a:pt x="495" y="214"/>
                    <a:pt x="495" y="214"/>
                    <a:pt x="495" y="214"/>
                  </a:cubicBezTo>
                  <a:cubicBezTo>
                    <a:pt x="495" y="213"/>
                    <a:pt x="494" y="213"/>
                    <a:pt x="494" y="213"/>
                  </a:cubicBezTo>
                  <a:cubicBezTo>
                    <a:pt x="494" y="212"/>
                    <a:pt x="493" y="211"/>
                    <a:pt x="492" y="211"/>
                  </a:cubicBezTo>
                  <a:cubicBezTo>
                    <a:pt x="492" y="210"/>
                    <a:pt x="492" y="210"/>
                    <a:pt x="492" y="210"/>
                  </a:cubicBezTo>
                  <a:cubicBezTo>
                    <a:pt x="492" y="210"/>
                    <a:pt x="492" y="210"/>
                    <a:pt x="491" y="209"/>
                  </a:cubicBezTo>
                  <a:cubicBezTo>
                    <a:pt x="491" y="209"/>
                    <a:pt x="490" y="208"/>
                    <a:pt x="490" y="208"/>
                  </a:cubicBezTo>
                  <a:cubicBezTo>
                    <a:pt x="489" y="207"/>
                    <a:pt x="489" y="206"/>
                    <a:pt x="489" y="206"/>
                  </a:cubicBezTo>
                  <a:cubicBezTo>
                    <a:pt x="488" y="206"/>
                    <a:pt x="488" y="206"/>
                    <a:pt x="488" y="205"/>
                  </a:cubicBezTo>
                  <a:cubicBezTo>
                    <a:pt x="488" y="205"/>
                    <a:pt x="488" y="205"/>
                    <a:pt x="488" y="205"/>
                  </a:cubicBezTo>
                  <a:cubicBezTo>
                    <a:pt x="488" y="204"/>
                    <a:pt x="487" y="204"/>
                    <a:pt x="487" y="204"/>
                  </a:cubicBezTo>
                  <a:cubicBezTo>
                    <a:pt x="487" y="204"/>
                    <a:pt x="487" y="203"/>
                    <a:pt x="487" y="203"/>
                  </a:cubicBezTo>
                  <a:cubicBezTo>
                    <a:pt x="486" y="203"/>
                    <a:pt x="486" y="203"/>
                    <a:pt x="486" y="203"/>
                  </a:cubicBezTo>
                  <a:cubicBezTo>
                    <a:pt x="486" y="203"/>
                    <a:pt x="486" y="202"/>
                    <a:pt x="485" y="202"/>
                  </a:cubicBezTo>
                  <a:cubicBezTo>
                    <a:pt x="485" y="201"/>
                    <a:pt x="484" y="200"/>
                    <a:pt x="483" y="199"/>
                  </a:cubicBezTo>
                  <a:cubicBezTo>
                    <a:pt x="483" y="199"/>
                    <a:pt x="483" y="198"/>
                    <a:pt x="483" y="198"/>
                  </a:cubicBezTo>
                  <a:cubicBezTo>
                    <a:pt x="482" y="198"/>
                    <a:pt x="482" y="198"/>
                    <a:pt x="482" y="198"/>
                  </a:cubicBezTo>
                  <a:cubicBezTo>
                    <a:pt x="482" y="197"/>
                    <a:pt x="482" y="197"/>
                    <a:pt x="482" y="197"/>
                  </a:cubicBezTo>
                  <a:cubicBezTo>
                    <a:pt x="482" y="197"/>
                    <a:pt x="481" y="197"/>
                    <a:pt x="481" y="197"/>
                  </a:cubicBezTo>
                  <a:cubicBezTo>
                    <a:pt x="481" y="196"/>
                    <a:pt x="481" y="196"/>
                    <a:pt x="481" y="196"/>
                  </a:cubicBezTo>
                  <a:cubicBezTo>
                    <a:pt x="480" y="196"/>
                    <a:pt x="480" y="195"/>
                    <a:pt x="480" y="195"/>
                  </a:cubicBezTo>
                  <a:cubicBezTo>
                    <a:pt x="480" y="195"/>
                    <a:pt x="479" y="194"/>
                    <a:pt x="479" y="194"/>
                  </a:cubicBezTo>
                  <a:cubicBezTo>
                    <a:pt x="479" y="194"/>
                    <a:pt x="479" y="193"/>
                    <a:pt x="479" y="193"/>
                  </a:cubicBezTo>
                  <a:cubicBezTo>
                    <a:pt x="478" y="193"/>
                    <a:pt x="478" y="193"/>
                    <a:pt x="478" y="193"/>
                  </a:cubicBezTo>
                  <a:cubicBezTo>
                    <a:pt x="478" y="193"/>
                    <a:pt x="478" y="192"/>
                    <a:pt x="478" y="192"/>
                  </a:cubicBezTo>
                  <a:cubicBezTo>
                    <a:pt x="477" y="192"/>
                    <a:pt x="477" y="191"/>
                    <a:pt x="477" y="191"/>
                  </a:cubicBezTo>
                  <a:cubicBezTo>
                    <a:pt x="476" y="190"/>
                    <a:pt x="475" y="190"/>
                    <a:pt x="475" y="189"/>
                  </a:cubicBezTo>
                  <a:cubicBezTo>
                    <a:pt x="473" y="187"/>
                    <a:pt x="471" y="184"/>
                    <a:pt x="469" y="182"/>
                  </a:cubicBezTo>
                  <a:cubicBezTo>
                    <a:pt x="469" y="182"/>
                    <a:pt x="468" y="181"/>
                    <a:pt x="467" y="180"/>
                  </a:cubicBezTo>
                  <a:cubicBezTo>
                    <a:pt x="467" y="179"/>
                    <a:pt x="466" y="178"/>
                    <a:pt x="465" y="178"/>
                  </a:cubicBezTo>
                  <a:cubicBezTo>
                    <a:pt x="464" y="177"/>
                    <a:pt x="463" y="176"/>
                    <a:pt x="463" y="175"/>
                  </a:cubicBezTo>
                  <a:cubicBezTo>
                    <a:pt x="442" y="151"/>
                    <a:pt x="420" y="128"/>
                    <a:pt x="396" y="107"/>
                  </a:cubicBezTo>
                  <a:cubicBezTo>
                    <a:pt x="395" y="107"/>
                    <a:pt x="394" y="106"/>
                    <a:pt x="394" y="105"/>
                  </a:cubicBezTo>
                  <a:cubicBezTo>
                    <a:pt x="393" y="105"/>
                    <a:pt x="392" y="104"/>
                    <a:pt x="391" y="103"/>
                  </a:cubicBezTo>
                  <a:cubicBezTo>
                    <a:pt x="391" y="103"/>
                    <a:pt x="391" y="103"/>
                    <a:pt x="391" y="103"/>
                  </a:cubicBezTo>
                  <a:cubicBezTo>
                    <a:pt x="390" y="103"/>
                    <a:pt x="390" y="102"/>
                    <a:pt x="390" y="102"/>
                  </a:cubicBezTo>
                  <a:cubicBezTo>
                    <a:pt x="390" y="102"/>
                    <a:pt x="390" y="102"/>
                    <a:pt x="389" y="102"/>
                  </a:cubicBezTo>
                  <a:cubicBezTo>
                    <a:pt x="389" y="102"/>
                    <a:pt x="389" y="101"/>
                    <a:pt x="389" y="101"/>
                  </a:cubicBezTo>
                  <a:cubicBezTo>
                    <a:pt x="389" y="101"/>
                    <a:pt x="388" y="101"/>
                    <a:pt x="388" y="101"/>
                  </a:cubicBezTo>
                  <a:cubicBezTo>
                    <a:pt x="388" y="101"/>
                    <a:pt x="388" y="101"/>
                    <a:pt x="388" y="100"/>
                  </a:cubicBezTo>
                  <a:cubicBezTo>
                    <a:pt x="388" y="100"/>
                    <a:pt x="387" y="100"/>
                    <a:pt x="387" y="100"/>
                  </a:cubicBezTo>
                  <a:cubicBezTo>
                    <a:pt x="387" y="99"/>
                    <a:pt x="386" y="99"/>
                    <a:pt x="386" y="99"/>
                  </a:cubicBezTo>
                  <a:cubicBezTo>
                    <a:pt x="385" y="98"/>
                    <a:pt x="385" y="98"/>
                    <a:pt x="384" y="97"/>
                  </a:cubicBezTo>
                  <a:cubicBezTo>
                    <a:pt x="384" y="97"/>
                    <a:pt x="383" y="96"/>
                    <a:pt x="383" y="96"/>
                  </a:cubicBezTo>
                  <a:cubicBezTo>
                    <a:pt x="382" y="96"/>
                    <a:pt x="382" y="95"/>
                    <a:pt x="382" y="95"/>
                  </a:cubicBezTo>
                  <a:cubicBezTo>
                    <a:pt x="382" y="95"/>
                    <a:pt x="382" y="95"/>
                    <a:pt x="381" y="95"/>
                  </a:cubicBezTo>
                  <a:cubicBezTo>
                    <a:pt x="381" y="95"/>
                    <a:pt x="381" y="94"/>
                    <a:pt x="380" y="94"/>
                  </a:cubicBezTo>
                  <a:cubicBezTo>
                    <a:pt x="379" y="93"/>
                    <a:pt x="379" y="93"/>
                    <a:pt x="378" y="92"/>
                  </a:cubicBezTo>
                  <a:cubicBezTo>
                    <a:pt x="378" y="92"/>
                    <a:pt x="377" y="92"/>
                    <a:pt x="377" y="92"/>
                  </a:cubicBezTo>
                  <a:cubicBezTo>
                    <a:pt x="377" y="92"/>
                    <a:pt x="377" y="91"/>
                    <a:pt x="377" y="91"/>
                  </a:cubicBezTo>
                  <a:cubicBezTo>
                    <a:pt x="377" y="91"/>
                    <a:pt x="376" y="91"/>
                    <a:pt x="376" y="91"/>
                  </a:cubicBezTo>
                  <a:cubicBezTo>
                    <a:pt x="376" y="91"/>
                    <a:pt x="376" y="90"/>
                    <a:pt x="376" y="90"/>
                  </a:cubicBezTo>
                  <a:cubicBezTo>
                    <a:pt x="376" y="90"/>
                    <a:pt x="375" y="90"/>
                    <a:pt x="375" y="90"/>
                  </a:cubicBezTo>
                  <a:cubicBezTo>
                    <a:pt x="375" y="90"/>
                    <a:pt x="375" y="90"/>
                    <a:pt x="374" y="89"/>
                  </a:cubicBezTo>
                  <a:cubicBezTo>
                    <a:pt x="367" y="84"/>
                    <a:pt x="360" y="78"/>
                    <a:pt x="353" y="74"/>
                  </a:cubicBezTo>
                  <a:cubicBezTo>
                    <a:pt x="352" y="73"/>
                    <a:pt x="351" y="72"/>
                    <a:pt x="350" y="72"/>
                  </a:cubicBezTo>
                  <a:cubicBezTo>
                    <a:pt x="349" y="71"/>
                    <a:pt x="347" y="70"/>
                    <a:pt x="346" y="69"/>
                  </a:cubicBezTo>
                  <a:cubicBezTo>
                    <a:pt x="344" y="67"/>
                    <a:pt x="342" y="66"/>
                    <a:pt x="340" y="65"/>
                  </a:cubicBezTo>
                  <a:cubicBezTo>
                    <a:pt x="339" y="64"/>
                    <a:pt x="337" y="63"/>
                    <a:pt x="335" y="62"/>
                  </a:cubicBezTo>
                  <a:cubicBezTo>
                    <a:pt x="329" y="58"/>
                    <a:pt x="324" y="55"/>
                    <a:pt x="318" y="52"/>
                  </a:cubicBezTo>
                  <a:cubicBezTo>
                    <a:pt x="314" y="49"/>
                    <a:pt x="310" y="47"/>
                    <a:pt x="306" y="45"/>
                  </a:cubicBezTo>
                  <a:cubicBezTo>
                    <a:pt x="301" y="42"/>
                    <a:pt x="295" y="39"/>
                    <a:pt x="288" y="37"/>
                  </a:cubicBezTo>
                  <a:cubicBezTo>
                    <a:pt x="287" y="36"/>
                    <a:pt x="286" y="36"/>
                    <a:pt x="285" y="35"/>
                  </a:cubicBezTo>
                  <a:cubicBezTo>
                    <a:pt x="285" y="35"/>
                    <a:pt x="285" y="35"/>
                    <a:pt x="285" y="35"/>
                  </a:cubicBezTo>
                  <a:cubicBezTo>
                    <a:pt x="284" y="35"/>
                    <a:pt x="284" y="35"/>
                    <a:pt x="284" y="35"/>
                  </a:cubicBezTo>
                  <a:cubicBezTo>
                    <a:pt x="284" y="35"/>
                    <a:pt x="284" y="35"/>
                    <a:pt x="283" y="35"/>
                  </a:cubicBezTo>
                  <a:cubicBezTo>
                    <a:pt x="283" y="35"/>
                    <a:pt x="283" y="34"/>
                    <a:pt x="283" y="34"/>
                  </a:cubicBezTo>
                  <a:cubicBezTo>
                    <a:pt x="283" y="34"/>
                    <a:pt x="283" y="34"/>
                    <a:pt x="283" y="34"/>
                  </a:cubicBezTo>
                  <a:cubicBezTo>
                    <a:pt x="282" y="34"/>
                    <a:pt x="282" y="34"/>
                    <a:pt x="282" y="34"/>
                  </a:cubicBezTo>
                  <a:cubicBezTo>
                    <a:pt x="276" y="32"/>
                    <a:pt x="269" y="29"/>
                    <a:pt x="263" y="27"/>
                  </a:cubicBezTo>
                  <a:cubicBezTo>
                    <a:pt x="260" y="26"/>
                    <a:pt x="257" y="25"/>
                    <a:pt x="255" y="25"/>
                  </a:cubicBezTo>
                  <a:cubicBezTo>
                    <a:pt x="255" y="24"/>
                    <a:pt x="254" y="24"/>
                    <a:pt x="254" y="24"/>
                  </a:cubicBezTo>
                  <a:cubicBezTo>
                    <a:pt x="254" y="24"/>
                    <a:pt x="253" y="24"/>
                    <a:pt x="252" y="24"/>
                  </a:cubicBezTo>
                  <a:cubicBezTo>
                    <a:pt x="252" y="24"/>
                    <a:pt x="252" y="24"/>
                    <a:pt x="252" y="24"/>
                  </a:cubicBezTo>
                  <a:cubicBezTo>
                    <a:pt x="251" y="23"/>
                    <a:pt x="251" y="23"/>
                    <a:pt x="251" y="23"/>
                  </a:cubicBezTo>
                  <a:cubicBezTo>
                    <a:pt x="232" y="18"/>
                    <a:pt x="211" y="15"/>
                    <a:pt x="188" y="15"/>
                  </a:cubicBezTo>
                  <a:cubicBezTo>
                    <a:pt x="183" y="16"/>
                    <a:pt x="178" y="16"/>
                    <a:pt x="173" y="17"/>
                  </a:cubicBezTo>
                  <a:cubicBezTo>
                    <a:pt x="168" y="17"/>
                    <a:pt x="163" y="18"/>
                    <a:pt x="159" y="19"/>
                  </a:cubicBezTo>
                  <a:cubicBezTo>
                    <a:pt x="158" y="19"/>
                    <a:pt x="157" y="19"/>
                    <a:pt x="156" y="19"/>
                  </a:cubicBezTo>
                  <a:cubicBezTo>
                    <a:pt x="156" y="19"/>
                    <a:pt x="155" y="20"/>
                    <a:pt x="154" y="20"/>
                  </a:cubicBezTo>
                  <a:cubicBezTo>
                    <a:pt x="147" y="22"/>
                    <a:pt x="141" y="24"/>
                    <a:pt x="135" y="26"/>
                  </a:cubicBezTo>
                  <a:cubicBezTo>
                    <a:pt x="134" y="26"/>
                    <a:pt x="133" y="27"/>
                    <a:pt x="133" y="27"/>
                  </a:cubicBezTo>
                  <a:cubicBezTo>
                    <a:pt x="118" y="33"/>
                    <a:pt x="107" y="40"/>
                    <a:pt x="96" y="49"/>
                  </a:cubicBezTo>
                  <a:cubicBezTo>
                    <a:pt x="92" y="52"/>
                    <a:pt x="88" y="56"/>
                    <a:pt x="84" y="60"/>
                  </a:cubicBezTo>
                  <a:cubicBezTo>
                    <a:pt x="68" y="76"/>
                    <a:pt x="54" y="96"/>
                    <a:pt x="44" y="118"/>
                  </a:cubicBezTo>
                  <a:cubicBezTo>
                    <a:pt x="43" y="121"/>
                    <a:pt x="41" y="124"/>
                    <a:pt x="40" y="127"/>
                  </a:cubicBezTo>
                  <a:cubicBezTo>
                    <a:pt x="37" y="134"/>
                    <a:pt x="34" y="142"/>
                    <a:pt x="32" y="150"/>
                  </a:cubicBezTo>
                  <a:cubicBezTo>
                    <a:pt x="31" y="152"/>
                    <a:pt x="30" y="155"/>
                    <a:pt x="29" y="158"/>
                  </a:cubicBezTo>
                  <a:cubicBezTo>
                    <a:pt x="29" y="158"/>
                    <a:pt x="29" y="158"/>
                    <a:pt x="29" y="158"/>
                  </a:cubicBezTo>
                  <a:cubicBezTo>
                    <a:pt x="29" y="159"/>
                    <a:pt x="29" y="160"/>
                    <a:pt x="29" y="160"/>
                  </a:cubicBezTo>
                  <a:cubicBezTo>
                    <a:pt x="27" y="165"/>
                    <a:pt x="26" y="171"/>
                    <a:pt x="25" y="176"/>
                  </a:cubicBezTo>
                  <a:cubicBezTo>
                    <a:pt x="19" y="199"/>
                    <a:pt x="16" y="226"/>
                    <a:pt x="16" y="255"/>
                  </a:cubicBezTo>
                  <a:cubicBezTo>
                    <a:pt x="16" y="291"/>
                    <a:pt x="21" y="323"/>
                    <a:pt x="29" y="351"/>
                  </a:cubicBezTo>
                  <a:cubicBezTo>
                    <a:pt x="32" y="362"/>
                    <a:pt x="36" y="373"/>
                    <a:pt x="41" y="383"/>
                  </a:cubicBezTo>
                  <a:cubicBezTo>
                    <a:pt x="44" y="390"/>
                    <a:pt x="47" y="396"/>
                    <a:pt x="50" y="402"/>
                  </a:cubicBezTo>
                  <a:cubicBezTo>
                    <a:pt x="50" y="403"/>
                    <a:pt x="50" y="404"/>
                    <a:pt x="51" y="405"/>
                  </a:cubicBezTo>
                  <a:cubicBezTo>
                    <a:pt x="51" y="405"/>
                    <a:pt x="51" y="405"/>
                    <a:pt x="52" y="406"/>
                  </a:cubicBezTo>
                  <a:cubicBezTo>
                    <a:pt x="52" y="406"/>
                    <a:pt x="52" y="407"/>
                    <a:pt x="52" y="407"/>
                  </a:cubicBezTo>
                  <a:cubicBezTo>
                    <a:pt x="52" y="408"/>
                    <a:pt x="53" y="408"/>
                    <a:pt x="53" y="408"/>
                  </a:cubicBezTo>
                  <a:cubicBezTo>
                    <a:pt x="53" y="408"/>
                    <a:pt x="53" y="408"/>
                    <a:pt x="53" y="408"/>
                  </a:cubicBezTo>
                  <a:cubicBezTo>
                    <a:pt x="54" y="410"/>
                    <a:pt x="55" y="412"/>
                    <a:pt x="56" y="413"/>
                  </a:cubicBezTo>
                  <a:cubicBezTo>
                    <a:pt x="56" y="413"/>
                    <a:pt x="56" y="414"/>
                    <a:pt x="56" y="414"/>
                  </a:cubicBezTo>
                  <a:cubicBezTo>
                    <a:pt x="56" y="414"/>
                    <a:pt x="56" y="414"/>
                    <a:pt x="57" y="414"/>
                  </a:cubicBezTo>
                  <a:cubicBezTo>
                    <a:pt x="57" y="415"/>
                    <a:pt x="57" y="415"/>
                    <a:pt x="57" y="415"/>
                  </a:cubicBezTo>
                  <a:cubicBezTo>
                    <a:pt x="57" y="415"/>
                    <a:pt x="57" y="415"/>
                    <a:pt x="57" y="416"/>
                  </a:cubicBezTo>
                  <a:cubicBezTo>
                    <a:pt x="58" y="416"/>
                    <a:pt x="58" y="416"/>
                    <a:pt x="58" y="416"/>
                  </a:cubicBezTo>
                  <a:cubicBezTo>
                    <a:pt x="58" y="417"/>
                    <a:pt x="58" y="417"/>
                    <a:pt x="58" y="417"/>
                  </a:cubicBezTo>
                  <a:cubicBezTo>
                    <a:pt x="60" y="419"/>
                    <a:pt x="61" y="421"/>
                    <a:pt x="62" y="423"/>
                  </a:cubicBezTo>
                  <a:cubicBezTo>
                    <a:pt x="63" y="424"/>
                    <a:pt x="63" y="425"/>
                    <a:pt x="64" y="426"/>
                  </a:cubicBezTo>
                  <a:cubicBezTo>
                    <a:pt x="64" y="426"/>
                    <a:pt x="65" y="426"/>
                    <a:pt x="65" y="427"/>
                  </a:cubicBezTo>
                  <a:cubicBezTo>
                    <a:pt x="65" y="427"/>
                    <a:pt x="65" y="427"/>
                    <a:pt x="65" y="427"/>
                  </a:cubicBezTo>
                  <a:cubicBezTo>
                    <a:pt x="66" y="429"/>
                    <a:pt x="68" y="431"/>
                    <a:pt x="69" y="432"/>
                  </a:cubicBezTo>
                  <a:cubicBezTo>
                    <a:pt x="71" y="435"/>
                    <a:pt x="73" y="437"/>
                    <a:pt x="75" y="440"/>
                  </a:cubicBezTo>
                  <a:cubicBezTo>
                    <a:pt x="75" y="440"/>
                    <a:pt x="76" y="441"/>
                    <a:pt x="76" y="441"/>
                  </a:cubicBezTo>
                  <a:cubicBezTo>
                    <a:pt x="76" y="441"/>
                    <a:pt x="76" y="441"/>
                    <a:pt x="76" y="441"/>
                  </a:cubicBezTo>
                  <a:cubicBezTo>
                    <a:pt x="77" y="442"/>
                    <a:pt x="78" y="443"/>
                    <a:pt x="79" y="444"/>
                  </a:cubicBezTo>
                  <a:cubicBezTo>
                    <a:pt x="79" y="444"/>
                    <a:pt x="79" y="444"/>
                    <a:pt x="79" y="445"/>
                  </a:cubicBezTo>
                  <a:cubicBezTo>
                    <a:pt x="79" y="445"/>
                    <a:pt x="80" y="445"/>
                    <a:pt x="80" y="446"/>
                  </a:cubicBezTo>
                  <a:cubicBezTo>
                    <a:pt x="85" y="451"/>
                    <a:pt x="90" y="456"/>
                    <a:pt x="96" y="460"/>
                  </a:cubicBezTo>
                  <a:cubicBezTo>
                    <a:pt x="111" y="473"/>
                    <a:pt x="129" y="483"/>
                    <a:pt x="150" y="488"/>
                  </a:cubicBezTo>
                  <a:cubicBezTo>
                    <a:pt x="151" y="489"/>
                    <a:pt x="153" y="489"/>
                    <a:pt x="154" y="489"/>
                  </a:cubicBezTo>
                  <a:cubicBezTo>
                    <a:pt x="156" y="490"/>
                    <a:pt x="157" y="490"/>
                    <a:pt x="159" y="490"/>
                  </a:cubicBezTo>
                  <a:cubicBezTo>
                    <a:pt x="161" y="491"/>
                    <a:pt x="164" y="491"/>
                    <a:pt x="166" y="492"/>
                  </a:cubicBezTo>
                  <a:cubicBezTo>
                    <a:pt x="168" y="492"/>
                    <a:pt x="171" y="492"/>
                    <a:pt x="173" y="493"/>
                  </a:cubicBezTo>
                  <a:cubicBezTo>
                    <a:pt x="194" y="495"/>
                    <a:pt x="215" y="493"/>
                    <a:pt x="234" y="490"/>
                  </a:cubicBezTo>
                  <a:cubicBezTo>
                    <a:pt x="261" y="484"/>
                    <a:pt x="285" y="475"/>
                    <a:pt x="306" y="464"/>
                  </a:cubicBezTo>
                  <a:cubicBezTo>
                    <a:pt x="309" y="463"/>
                    <a:pt x="311" y="461"/>
                    <a:pt x="314" y="460"/>
                  </a:cubicBezTo>
                  <a:cubicBezTo>
                    <a:pt x="314" y="460"/>
                    <a:pt x="315" y="459"/>
                    <a:pt x="315" y="459"/>
                  </a:cubicBezTo>
                  <a:cubicBezTo>
                    <a:pt x="316" y="459"/>
                    <a:pt x="317" y="458"/>
                    <a:pt x="317" y="458"/>
                  </a:cubicBezTo>
                  <a:cubicBezTo>
                    <a:pt x="319" y="457"/>
                    <a:pt x="321" y="456"/>
                    <a:pt x="322" y="455"/>
                  </a:cubicBezTo>
                  <a:cubicBezTo>
                    <a:pt x="322" y="455"/>
                    <a:pt x="322" y="455"/>
                    <a:pt x="322" y="455"/>
                  </a:cubicBezTo>
                  <a:cubicBezTo>
                    <a:pt x="323" y="455"/>
                    <a:pt x="324" y="455"/>
                    <a:pt x="324" y="454"/>
                  </a:cubicBezTo>
                  <a:cubicBezTo>
                    <a:pt x="324" y="454"/>
                    <a:pt x="324" y="454"/>
                    <a:pt x="325" y="454"/>
                  </a:cubicBezTo>
                  <a:cubicBezTo>
                    <a:pt x="325" y="454"/>
                    <a:pt x="325" y="454"/>
                    <a:pt x="325" y="453"/>
                  </a:cubicBezTo>
                  <a:cubicBezTo>
                    <a:pt x="326" y="453"/>
                    <a:pt x="326" y="453"/>
                    <a:pt x="326" y="453"/>
                  </a:cubicBezTo>
                  <a:cubicBezTo>
                    <a:pt x="327" y="453"/>
                    <a:pt x="327" y="452"/>
                    <a:pt x="328" y="452"/>
                  </a:cubicBezTo>
                  <a:cubicBezTo>
                    <a:pt x="328" y="452"/>
                    <a:pt x="329" y="452"/>
                    <a:pt x="329" y="451"/>
                  </a:cubicBezTo>
                  <a:cubicBezTo>
                    <a:pt x="330" y="451"/>
                    <a:pt x="330" y="451"/>
                    <a:pt x="331" y="450"/>
                  </a:cubicBezTo>
                  <a:cubicBezTo>
                    <a:pt x="332" y="450"/>
                    <a:pt x="333" y="449"/>
                    <a:pt x="334" y="448"/>
                  </a:cubicBezTo>
                  <a:cubicBezTo>
                    <a:pt x="339" y="445"/>
                    <a:pt x="344" y="442"/>
                    <a:pt x="348" y="439"/>
                  </a:cubicBezTo>
                  <a:cubicBezTo>
                    <a:pt x="349" y="439"/>
                    <a:pt x="350" y="437"/>
                    <a:pt x="351" y="437"/>
                  </a:cubicBezTo>
                  <a:cubicBezTo>
                    <a:pt x="352" y="437"/>
                    <a:pt x="352" y="437"/>
                    <a:pt x="352" y="437"/>
                  </a:cubicBezTo>
                  <a:cubicBezTo>
                    <a:pt x="352" y="436"/>
                    <a:pt x="352" y="436"/>
                    <a:pt x="353" y="436"/>
                  </a:cubicBezTo>
                  <a:cubicBezTo>
                    <a:pt x="354" y="435"/>
                    <a:pt x="356" y="434"/>
                    <a:pt x="358" y="433"/>
                  </a:cubicBezTo>
                  <a:cubicBezTo>
                    <a:pt x="358" y="432"/>
                    <a:pt x="359" y="431"/>
                    <a:pt x="360" y="431"/>
                  </a:cubicBezTo>
                  <a:cubicBezTo>
                    <a:pt x="360" y="431"/>
                    <a:pt x="360" y="431"/>
                    <a:pt x="360" y="430"/>
                  </a:cubicBezTo>
                  <a:cubicBezTo>
                    <a:pt x="360" y="430"/>
                    <a:pt x="361" y="430"/>
                    <a:pt x="361" y="430"/>
                  </a:cubicBezTo>
                  <a:cubicBezTo>
                    <a:pt x="361" y="430"/>
                    <a:pt x="361" y="430"/>
                    <a:pt x="361" y="430"/>
                  </a:cubicBezTo>
                  <a:cubicBezTo>
                    <a:pt x="362" y="429"/>
                    <a:pt x="362" y="429"/>
                    <a:pt x="362" y="429"/>
                  </a:cubicBezTo>
                  <a:cubicBezTo>
                    <a:pt x="367" y="425"/>
                    <a:pt x="373" y="421"/>
                    <a:pt x="378" y="417"/>
                  </a:cubicBezTo>
                  <a:cubicBezTo>
                    <a:pt x="378" y="417"/>
                    <a:pt x="379" y="417"/>
                    <a:pt x="379" y="416"/>
                  </a:cubicBezTo>
                  <a:cubicBezTo>
                    <a:pt x="379" y="416"/>
                    <a:pt x="379" y="416"/>
                    <a:pt x="379" y="416"/>
                  </a:cubicBezTo>
                  <a:cubicBezTo>
                    <a:pt x="379" y="416"/>
                    <a:pt x="380" y="416"/>
                    <a:pt x="380" y="416"/>
                  </a:cubicBezTo>
                  <a:cubicBezTo>
                    <a:pt x="380" y="416"/>
                    <a:pt x="380" y="415"/>
                    <a:pt x="380" y="415"/>
                  </a:cubicBezTo>
                  <a:cubicBezTo>
                    <a:pt x="381" y="415"/>
                    <a:pt x="381" y="415"/>
                    <a:pt x="382" y="414"/>
                  </a:cubicBezTo>
                  <a:cubicBezTo>
                    <a:pt x="382" y="414"/>
                    <a:pt x="382" y="414"/>
                    <a:pt x="382" y="414"/>
                  </a:cubicBezTo>
                  <a:cubicBezTo>
                    <a:pt x="383" y="413"/>
                    <a:pt x="383" y="413"/>
                    <a:pt x="384" y="412"/>
                  </a:cubicBezTo>
                  <a:cubicBezTo>
                    <a:pt x="384" y="412"/>
                    <a:pt x="384" y="412"/>
                    <a:pt x="385" y="412"/>
                  </a:cubicBezTo>
                  <a:cubicBezTo>
                    <a:pt x="385" y="411"/>
                    <a:pt x="385" y="411"/>
                    <a:pt x="385" y="411"/>
                  </a:cubicBezTo>
                  <a:cubicBezTo>
                    <a:pt x="386" y="410"/>
                    <a:pt x="387" y="409"/>
                    <a:pt x="388" y="409"/>
                  </a:cubicBezTo>
                  <a:cubicBezTo>
                    <a:pt x="392" y="405"/>
                    <a:pt x="396" y="402"/>
                    <a:pt x="400" y="398"/>
                  </a:cubicBezTo>
                  <a:cubicBezTo>
                    <a:pt x="401" y="398"/>
                    <a:pt x="402" y="397"/>
                    <a:pt x="403" y="396"/>
                  </a:cubicBezTo>
                  <a:cubicBezTo>
                    <a:pt x="419" y="382"/>
                    <a:pt x="433" y="367"/>
                    <a:pt x="447" y="352"/>
                  </a:cubicBezTo>
                  <a:cubicBezTo>
                    <a:pt x="458" y="341"/>
                    <a:pt x="468" y="329"/>
                    <a:pt x="478" y="317"/>
                  </a:cubicBezTo>
                  <a:cubicBezTo>
                    <a:pt x="478" y="317"/>
                    <a:pt x="478" y="317"/>
                    <a:pt x="478" y="316"/>
                  </a:cubicBezTo>
                  <a:cubicBezTo>
                    <a:pt x="479" y="316"/>
                    <a:pt x="479" y="316"/>
                    <a:pt x="479" y="315"/>
                  </a:cubicBezTo>
                  <a:cubicBezTo>
                    <a:pt x="479" y="315"/>
                    <a:pt x="480" y="315"/>
                    <a:pt x="480" y="314"/>
                  </a:cubicBezTo>
                  <a:cubicBezTo>
                    <a:pt x="480" y="314"/>
                    <a:pt x="480" y="314"/>
                    <a:pt x="480" y="314"/>
                  </a:cubicBezTo>
                  <a:cubicBezTo>
                    <a:pt x="481" y="313"/>
                    <a:pt x="481" y="313"/>
                    <a:pt x="481" y="313"/>
                  </a:cubicBezTo>
                  <a:cubicBezTo>
                    <a:pt x="482" y="312"/>
                    <a:pt x="482" y="311"/>
                    <a:pt x="483" y="311"/>
                  </a:cubicBezTo>
                  <a:cubicBezTo>
                    <a:pt x="483" y="310"/>
                    <a:pt x="483" y="310"/>
                    <a:pt x="484" y="310"/>
                  </a:cubicBezTo>
                  <a:cubicBezTo>
                    <a:pt x="484" y="310"/>
                    <a:pt x="484" y="309"/>
                    <a:pt x="484" y="309"/>
                  </a:cubicBezTo>
                  <a:cubicBezTo>
                    <a:pt x="484" y="309"/>
                    <a:pt x="485" y="308"/>
                    <a:pt x="485" y="308"/>
                  </a:cubicBezTo>
                  <a:cubicBezTo>
                    <a:pt x="485" y="308"/>
                    <a:pt x="485" y="307"/>
                    <a:pt x="486" y="307"/>
                  </a:cubicBezTo>
                  <a:cubicBezTo>
                    <a:pt x="486" y="306"/>
                    <a:pt x="488" y="305"/>
                    <a:pt x="488" y="304"/>
                  </a:cubicBezTo>
                  <a:cubicBezTo>
                    <a:pt x="488" y="304"/>
                    <a:pt x="489" y="303"/>
                    <a:pt x="489" y="303"/>
                  </a:cubicBezTo>
                  <a:cubicBezTo>
                    <a:pt x="489" y="303"/>
                    <a:pt x="490" y="302"/>
                    <a:pt x="490" y="302"/>
                  </a:cubicBezTo>
                  <a:cubicBezTo>
                    <a:pt x="490" y="302"/>
                    <a:pt x="490" y="302"/>
                    <a:pt x="490" y="302"/>
                  </a:cubicBezTo>
                  <a:cubicBezTo>
                    <a:pt x="490" y="301"/>
                    <a:pt x="491" y="301"/>
                    <a:pt x="491" y="300"/>
                  </a:cubicBezTo>
                  <a:cubicBezTo>
                    <a:pt x="491" y="300"/>
                    <a:pt x="491" y="300"/>
                    <a:pt x="491" y="300"/>
                  </a:cubicBezTo>
                  <a:cubicBezTo>
                    <a:pt x="492" y="300"/>
                    <a:pt x="492" y="300"/>
                    <a:pt x="492" y="299"/>
                  </a:cubicBezTo>
                  <a:cubicBezTo>
                    <a:pt x="492" y="299"/>
                    <a:pt x="492" y="299"/>
                    <a:pt x="493" y="298"/>
                  </a:cubicBezTo>
                  <a:cubicBezTo>
                    <a:pt x="493" y="298"/>
                    <a:pt x="493" y="298"/>
                    <a:pt x="493" y="298"/>
                  </a:cubicBezTo>
                  <a:cubicBezTo>
                    <a:pt x="493" y="298"/>
                    <a:pt x="494" y="297"/>
                    <a:pt x="494" y="297"/>
                  </a:cubicBezTo>
                  <a:cubicBezTo>
                    <a:pt x="494" y="297"/>
                    <a:pt x="494" y="297"/>
                    <a:pt x="494" y="296"/>
                  </a:cubicBezTo>
                  <a:cubicBezTo>
                    <a:pt x="494" y="296"/>
                    <a:pt x="495" y="296"/>
                    <a:pt x="495" y="295"/>
                  </a:cubicBezTo>
                  <a:cubicBezTo>
                    <a:pt x="495" y="295"/>
                    <a:pt x="495" y="295"/>
                    <a:pt x="495" y="295"/>
                  </a:cubicBezTo>
                  <a:cubicBezTo>
                    <a:pt x="496" y="294"/>
                    <a:pt x="496" y="294"/>
                    <a:pt x="496" y="294"/>
                  </a:cubicBezTo>
                  <a:cubicBezTo>
                    <a:pt x="496" y="294"/>
                    <a:pt x="496" y="294"/>
                    <a:pt x="497" y="293"/>
                  </a:cubicBezTo>
                  <a:cubicBezTo>
                    <a:pt x="502" y="286"/>
                    <a:pt x="507" y="279"/>
                    <a:pt x="512" y="272"/>
                  </a:cubicBezTo>
                  <a:cubicBezTo>
                    <a:pt x="513" y="271"/>
                    <a:pt x="514" y="270"/>
                    <a:pt x="515" y="269"/>
                  </a:cubicBezTo>
                  <a:cubicBezTo>
                    <a:pt x="517" y="266"/>
                    <a:pt x="519" y="263"/>
                    <a:pt x="521" y="261"/>
                  </a:cubicBezTo>
                  <a:cubicBezTo>
                    <a:pt x="521" y="260"/>
                    <a:pt x="521" y="260"/>
                    <a:pt x="521" y="260"/>
                  </a:cubicBezTo>
                  <a:cubicBezTo>
                    <a:pt x="521" y="260"/>
                    <a:pt x="522" y="260"/>
                    <a:pt x="522" y="259"/>
                  </a:cubicBezTo>
                  <a:cubicBezTo>
                    <a:pt x="522" y="259"/>
                    <a:pt x="523" y="258"/>
                    <a:pt x="524" y="257"/>
                  </a:cubicBezTo>
                  <a:cubicBezTo>
                    <a:pt x="524" y="257"/>
                    <a:pt x="524" y="256"/>
                    <a:pt x="524" y="256"/>
                  </a:cubicBezTo>
                  <a:cubicBezTo>
                    <a:pt x="524" y="256"/>
                    <a:pt x="525" y="255"/>
                    <a:pt x="525" y="255"/>
                  </a:cubicBezTo>
                  <a:cubicBezTo>
                    <a:pt x="519" y="246"/>
                    <a:pt x="513" y="237"/>
                    <a:pt x="506" y="229"/>
                  </a:cubicBezTo>
                  <a:moveTo>
                    <a:pt x="535" y="267"/>
                  </a:moveTo>
                  <a:cubicBezTo>
                    <a:pt x="534" y="267"/>
                    <a:pt x="534" y="268"/>
                    <a:pt x="534" y="268"/>
                  </a:cubicBezTo>
                  <a:cubicBezTo>
                    <a:pt x="534" y="268"/>
                    <a:pt x="534" y="268"/>
                    <a:pt x="533" y="269"/>
                  </a:cubicBezTo>
                  <a:cubicBezTo>
                    <a:pt x="533" y="269"/>
                    <a:pt x="533" y="269"/>
                    <a:pt x="533" y="270"/>
                  </a:cubicBezTo>
                  <a:cubicBezTo>
                    <a:pt x="533" y="270"/>
                    <a:pt x="532" y="270"/>
                    <a:pt x="532" y="270"/>
                  </a:cubicBezTo>
                  <a:cubicBezTo>
                    <a:pt x="531" y="272"/>
                    <a:pt x="530" y="274"/>
                    <a:pt x="529" y="275"/>
                  </a:cubicBezTo>
                  <a:cubicBezTo>
                    <a:pt x="528" y="276"/>
                    <a:pt x="527" y="277"/>
                    <a:pt x="527" y="278"/>
                  </a:cubicBezTo>
                  <a:cubicBezTo>
                    <a:pt x="527" y="278"/>
                    <a:pt x="526" y="278"/>
                    <a:pt x="526" y="278"/>
                  </a:cubicBezTo>
                  <a:cubicBezTo>
                    <a:pt x="526" y="278"/>
                    <a:pt x="526" y="279"/>
                    <a:pt x="526" y="279"/>
                  </a:cubicBezTo>
                  <a:cubicBezTo>
                    <a:pt x="526" y="279"/>
                    <a:pt x="526" y="279"/>
                    <a:pt x="526" y="279"/>
                  </a:cubicBezTo>
                  <a:cubicBezTo>
                    <a:pt x="526" y="279"/>
                    <a:pt x="526" y="279"/>
                    <a:pt x="526" y="280"/>
                  </a:cubicBezTo>
                  <a:cubicBezTo>
                    <a:pt x="525" y="281"/>
                    <a:pt x="523" y="282"/>
                    <a:pt x="522" y="284"/>
                  </a:cubicBezTo>
                  <a:cubicBezTo>
                    <a:pt x="522" y="285"/>
                    <a:pt x="521" y="285"/>
                    <a:pt x="521" y="286"/>
                  </a:cubicBezTo>
                  <a:cubicBezTo>
                    <a:pt x="520" y="287"/>
                    <a:pt x="520" y="287"/>
                    <a:pt x="520" y="287"/>
                  </a:cubicBezTo>
                  <a:cubicBezTo>
                    <a:pt x="519" y="288"/>
                    <a:pt x="518" y="289"/>
                    <a:pt x="518" y="290"/>
                  </a:cubicBezTo>
                  <a:cubicBezTo>
                    <a:pt x="516" y="292"/>
                    <a:pt x="514" y="295"/>
                    <a:pt x="513" y="297"/>
                  </a:cubicBezTo>
                  <a:cubicBezTo>
                    <a:pt x="512" y="297"/>
                    <a:pt x="512" y="298"/>
                    <a:pt x="511" y="298"/>
                  </a:cubicBezTo>
                  <a:cubicBezTo>
                    <a:pt x="510" y="300"/>
                    <a:pt x="509" y="301"/>
                    <a:pt x="508" y="303"/>
                  </a:cubicBezTo>
                  <a:cubicBezTo>
                    <a:pt x="508" y="303"/>
                    <a:pt x="508" y="303"/>
                    <a:pt x="508" y="303"/>
                  </a:cubicBezTo>
                  <a:cubicBezTo>
                    <a:pt x="508" y="304"/>
                    <a:pt x="507" y="304"/>
                    <a:pt x="507" y="304"/>
                  </a:cubicBezTo>
                  <a:cubicBezTo>
                    <a:pt x="507" y="304"/>
                    <a:pt x="506" y="306"/>
                    <a:pt x="505" y="307"/>
                  </a:cubicBezTo>
                  <a:cubicBezTo>
                    <a:pt x="505" y="307"/>
                    <a:pt x="504" y="308"/>
                    <a:pt x="504" y="308"/>
                  </a:cubicBezTo>
                  <a:cubicBezTo>
                    <a:pt x="503" y="309"/>
                    <a:pt x="502" y="310"/>
                    <a:pt x="501" y="311"/>
                  </a:cubicBezTo>
                  <a:cubicBezTo>
                    <a:pt x="500" y="313"/>
                    <a:pt x="499" y="314"/>
                    <a:pt x="498" y="315"/>
                  </a:cubicBezTo>
                  <a:cubicBezTo>
                    <a:pt x="498" y="316"/>
                    <a:pt x="498" y="316"/>
                    <a:pt x="498" y="316"/>
                  </a:cubicBezTo>
                  <a:cubicBezTo>
                    <a:pt x="498" y="316"/>
                    <a:pt x="498" y="316"/>
                    <a:pt x="498" y="316"/>
                  </a:cubicBezTo>
                  <a:cubicBezTo>
                    <a:pt x="497" y="316"/>
                    <a:pt x="497" y="316"/>
                    <a:pt x="497" y="317"/>
                  </a:cubicBezTo>
                  <a:cubicBezTo>
                    <a:pt x="497" y="317"/>
                    <a:pt x="497" y="317"/>
                    <a:pt x="496" y="318"/>
                  </a:cubicBezTo>
                  <a:cubicBezTo>
                    <a:pt x="496" y="318"/>
                    <a:pt x="495" y="319"/>
                    <a:pt x="495" y="319"/>
                  </a:cubicBezTo>
                  <a:cubicBezTo>
                    <a:pt x="495" y="320"/>
                    <a:pt x="494" y="320"/>
                    <a:pt x="494" y="321"/>
                  </a:cubicBezTo>
                  <a:cubicBezTo>
                    <a:pt x="493" y="322"/>
                    <a:pt x="492" y="323"/>
                    <a:pt x="491" y="324"/>
                  </a:cubicBezTo>
                  <a:cubicBezTo>
                    <a:pt x="491" y="325"/>
                    <a:pt x="490" y="325"/>
                    <a:pt x="489" y="326"/>
                  </a:cubicBezTo>
                  <a:cubicBezTo>
                    <a:pt x="489" y="326"/>
                    <a:pt x="489" y="327"/>
                    <a:pt x="489" y="327"/>
                  </a:cubicBezTo>
                  <a:cubicBezTo>
                    <a:pt x="488" y="327"/>
                    <a:pt x="488" y="328"/>
                    <a:pt x="488" y="328"/>
                  </a:cubicBezTo>
                  <a:cubicBezTo>
                    <a:pt x="488" y="328"/>
                    <a:pt x="488" y="328"/>
                    <a:pt x="487" y="329"/>
                  </a:cubicBezTo>
                  <a:cubicBezTo>
                    <a:pt x="487" y="330"/>
                    <a:pt x="486" y="330"/>
                    <a:pt x="485" y="331"/>
                  </a:cubicBezTo>
                  <a:cubicBezTo>
                    <a:pt x="485" y="332"/>
                    <a:pt x="485" y="332"/>
                    <a:pt x="484" y="332"/>
                  </a:cubicBezTo>
                  <a:cubicBezTo>
                    <a:pt x="483" y="333"/>
                    <a:pt x="483" y="334"/>
                    <a:pt x="482" y="335"/>
                  </a:cubicBezTo>
                  <a:cubicBezTo>
                    <a:pt x="481" y="336"/>
                    <a:pt x="481" y="336"/>
                    <a:pt x="481" y="337"/>
                  </a:cubicBezTo>
                  <a:cubicBezTo>
                    <a:pt x="480" y="337"/>
                    <a:pt x="479" y="338"/>
                    <a:pt x="479" y="339"/>
                  </a:cubicBezTo>
                  <a:cubicBezTo>
                    <a:pt x="478" y="339"/>
                    <a:pt x="478" y="340"/>
                    <a:pt x="478" y="340"/>
                  </a:cubicBezTo>
                  <a:cubicBezTo>
                    <a:pt x="477" y="340"/>
                    <a:pt x="477" y="340"/>
                    <a:pt x="477" y="341"/>
                  </a:cubicBezTo>
                  <a:cubicBezTo>
                    <a:pt x="477" y="341"/>
                    <a:pt x="477" y="341"/>
                    <a:pt x="477" y="341"/>
                  </a:cubicBezTo>
                  <a:cubicBezTo>
                    <a:pt x="476" y="342"/>
                    <a:pt x="475" y="343"/>
                    <a:pt x="474" y="344"/>
                  </a:cubicBezTo>
                  <a:cubicBezTo>
                    <a:pt x="474" y="345"/>
                    <a:pt x="474" y="345"/>
                    <a:pt x="473" y="345"/>
                  </a:cubicBezTo>
                  <a:cubicBezTo>
                    <a:pt x="473" y="346"/>
                    <a:pt x="472" y="346"/>
                    <a:pt x="472" y="347"/>
                  </a:cubicBezTo>
                  <a:cubicBezTo>
                    <a:pt x="472" y="347"/>
                    <a:pt x="471" y="348"/>
                    <a:pt x="471" y="348"/>
                  </a:cubicBezTo>
                  <a:cubicBezTo>
                    <a:pt x="470" y="349"/>
                    <a:pt x="470" y="349"/>
                    <a:pt x="469" y="350"/>
                  </a:cubicBezTo>
                  <a:cubicBezTo>
                    <a:pt x="469" y="350"/>
                    <a:pt x="468" y="351"/>
                    <a:pt x="468" y="351"/>
                  </a:cubicBezTo>
                  <a:cubicBezTo>
                    <a:pt x="467" y="352"/>
                    <a:pt x="467" y="352"/>
                    <a:pt x="466" y="353"/>
                  </a:cubicBezTo>
                  <a:cubicBezTo>
                    <a:pt x="466" y="353"/>
                    <a:pt x="466" y="354"/>
                    <a:pt x="465" y="354"/>
                  </a:cubicBezTo>
                  <a:cubicBezTo>
                    <a:pt x="465" y="355"/>
                    <a:pt x="464" y="356"/>
                    <a:pt x="463" y="357"/>
                  </a:cubicBezTo>
                  <a:cubicBezTo>
                    <a:pt x="463" y="357"/>
                    <a:pt x="463" y="357"/>
                    <a:pt x="462" y="357"/>
                  </a:cubicBezTo>
                  <a:cubicBezTo>
                    <a:pt x="462" y="357"/>
                    <a:pt x="462" y="358"/>
                    <a:pt x="462" y="358"/>
                  </a:cubicBezTo>
                  <a:cubicBezTo>
                    <a:pt x="462" y="358"/>
                    <a:pt x="461" y="359"/>
                    <a:pt x="461" y="359"/>
                  </a:cubicBezTo>
                  <a:cubicBezTo>
                    <a:pt x="461" y="359"/>
                    <a:pt x="461" y="359"/>
                    <a:pt x="461" y="360"/>
                  </a:cubicBezTo>
                  <a:cubicBezTo>
                    <a:pt x="460" y="361"/>
                    <a:pt x="459" y="361"/>
                    <a:pt x="458" y="362"/>
                  </a:cubicBezTo>
                  <a:cubicBezTo>
                    <a:pt x="456" y="364"/>
                    <a:pt x="454" y="366"/>
                    <a:pt x="452" y="368"/>
                  </a:cubicBezTo>
                  <a:cubicBezTo>
                    <a:pt x="448" y="372"/>
                    <a:pt x="445" y="376"/>
                    <a:pt x="441" y="380"/>
                  </a:cubicBezTo>
                  <a:cubicBezTo>
                    <a:pt x="437" y="384"/>
                    <a:pt x="433" y="388"/>
                    <a:pt x="429" y="391"/>
                  </a:cubicBezTo>
                  <a:cubicBezTo>
                    <a:pt x="428" y="392"/>
                    <a:pt x="427" y="393"/>
                    <a:pt x="426" y="394"/>
                  </a:cubicBezTo>
                  <a:cubicBezTo>
                    <a:pt x="425" y="395"/>
                    <a:pt x="424" y="396"/>
                    <a:pt x="423" y="397"/>
                  </a:cubicBezTo>
                  <a:cubicBezTo>
                    <a:pt x="422" y="398"/>
                    <a:pt x="421" y="400"/>
                    <a:pt x="419" y="401"/>
                  </a:cubicBezTo>
                  <a:cubicBezTo>
                    <a:pt x="418" y="402"/>
                    <a:pt x="418" y="403"/>
                    <a:pt x="417" y="403"/>
                  </a:cubicBezTo>
                  <a:cubicBezTo>
                    <a:pt x="414" y="406"/>
                    <a:pt x="410" y="409"/>
                    <a:pt x="407" y="412"/>
                  </a:cubicBezTo>
                  <a:cubicBezTo>
                    <a:pt x="406" y="413"/>
                    <a:pt x="406" y="413"/>
                    <a:pt x="405" y="413"/>
                  </a:cubicBezTo>
                  <a:cubicBezTo>
                    <a:pt x="405" y="414"/>
                    <a:pt x="405" y="414"/>
                    <a:pt x="405" y="414"/>
                  </a:cubicBezTo>
                  <a:cubicBezTo>
                    <a:pt x="405" y="414"/>
                    <a:pt x="404" y="414"/>
                    <a:pt x="404" y="414"/>
                  </a:cubicBezTo>
                  <a:cubicBezTo>
                    <a:pt x="404" y="414"/>
                    <a:pt x="404" y="415"/>
                    <a:pt x="404" y="415"/>
                  </a:cubicBezTo>
                  <a:cubicBezTo>
                    <a:pt x="402" y="416"/>
                    <a:pt x="400" y="418"/>
                    <a:pt x="398" y="419"/>
                  </a:cubicBezTo>
                  <a:cubicBezTo>
                    <a:pt x="398" y="420"/>
                    <a:pt x="398" y="420"/>
                    <a:pt x="398" y="420"/>
                  </a:cubicBezTo>
                  <a:cubicBezTo>
                    <a:pt x="398" y="420"/>
                    <a:pt x="398" y="420"/>
                    <a:pt x="398" y="420"/>
                  </a:cubicBezTo>
                  <a:cubicBezTo>
                    <a:pt x="397" y="420"/>
                    <a:pt x="397" y="421"/>
                    <a:pt x="397" y="421"/>
                  </a:cubicBezTo>
                  <a:cubicBezTo>
                    <a:pt x="397" y="421"/>
                    <a:pt x="396" y="421"/>
                    <a:pt x="396" y="421"/>
                  </a:cubicBezTo>
                  <a:cubicBezTo>
                    <a:pt x="396" y="422"/>
                    <a:pt x="395" y="422"/>
                    <a:pt x="395" y="423"/>
                  </a:cubicBezTo>
                  <a:cubicBezTo>
                    <a:pt x="394" y="423"/>
                    <a:pt x="394" y="423"/>
                    <a:pt x="394" y="423"/>
                  </a:cubicBezTo>
                  <a:cubicBezTo>
                    <a:pt x="390" y="426"/>
                    <a:pt x="386" y="429"/>
                    <a:pt x="382" y="432"/>
                  </a:cubicBezTo>
                  <a:cubicBezTo>
                    <a:pt x="382" y="432"/>
                    <a:pt x="382" y="433"/>
                    <a:pt x="382" y="433"/>
                  </a:cubicBezTo>
                  <a:cubicBezTo>
                    <a:pt x="382" y="433"/>
                    <a:pt x="381" y="433"/>
                    <a:pt x="381" y="434"/>
                  </a:cubicBezTo>
                  <a:cubicBezTo>
                    <a:pt x="381" y="434"/>
                    <a:pt x="381" y="434"/>
                    <a:pt x="381" y="434"/>
                  </a:cubicBezTo>
                  <a:cubicBezTo>
                    <a:pt x="380" y="434"/>
                    <a:pt x="380" y="434"/>
                    <a:pt x="380" y="434"/>
                  </a:cubicBezTo>
                  <a:cubicBezTo>
                    <a:pt x="380" y="434"/>
                    <a:pt x="379" y="435"/>
                    <a:pt x="379" y="435"/>
                  </a:cubicBezTo>
                  <a:cubicBezTo>
                    <a:pt x="373" y="440"/>
                    <a:pt x="366" y="444"/>
                    <a:pt x="360" y="449"/>
                  </a:cubicBezTo>
                  <a:cubicBezTo>
                    <a:pt x="358" y="450"/>
                    <a:pt x="356" y="451"/>
                    <a:pt x="354" y="453"/>
                  </a:cubicBezTo>
                  <a:cubicBezTo>
                    <a:pt x="354" y="453"/>
                    <a:pt x="354" y="453"/>
                    <a:pt x="354" y="453"/>
                  </a:cubicBezTo>
                  <a:cubicBezTo>
                    <a:pt x="351" y="455"/>
                    <a:pt x="348" y="457"/>
                    <a:pt x="345" y="459"/>
                  </a:cubicBezTo>
                  <a:cubicBezTo>
                    <a:pt x="344" y="459"/>
                    <a:pt x="344" y="460"/>
                    <a:pt x="343" y="460"/>
                  </a:cubicBezTo>
                  <a:cubicBezTo>
                    <a:pt x="343" y="460"/>
                    <a:pt x="342" y="461"/>
                    <a:pt x="341" y="461"/>
                  </a:cubicBezTo>
                  <a:cubicBezTo>
                    <a:pt x="341" y="461"/>
                    <a:pt x="340" y="462"/>
                    <a:pt x="340" y="462"/>
                  </a:cubicBezTo>
                  <a:cubicBezTo>
                    <a:pt x="335" y="465"/>
                    <a:pt x="330" y="468"/>
                    <a:pt x="325" y="471"/>
                  </a:cubicBezTo>
                  <a:cubicBezTo>
                    <a:pt x="319" y="474"/>
                    <a:pt x="313" y="477"/>
                    <a:pt x="306" y="481"/>
                  </a:cubicBezTo>
                  <a:cubicBezTo>
                    <a:pt x="304" y="482"/>
                    <a:pt x="302" y="483"/>
                    <a:pt x="299" y="484"/>
                  </a:cubicBezTo>
                  <a:cubicBezTo>
                    <a:pt x="299" y="484"/>
                    <a:pt x="298" y="484"/>
                    <a:pt x="298" y="484"/>
                  </a:cubicBezTo>
                  <a:cubicBezTo>
                    <a:pt x="298" y="484"/>
                    <a:pt x="297" y="485"/>
                    <a:pt x="296" y="485"/>
                  </a:cubicBezTo>
                  <a:cubicBezTo>
                    <a:pt x="296" y="485"/>
                    <a:pt x="296" y="485"/>
                    <a:pt x="295" y="485"/>
                  </a:cubicBezTo>
                  <a:cubicBezTo>
                    <a:pt x="295" y="486"/>
                    <a:pt x="294" y="486"/>
                    <a:pt x="293" y="486"/>
                  </a:cubicBezTo>
                  <a:cubicBezTo>
                    <a:pt x="293" y="486"/>
                    <a:pt x="293" y="487"/>
                    <a:pt x="292" y="487"/>
                  </a:cubicBezTo>
                  <a:cubicBezTo>
                    <a:pt x="292" y="487"/>
                    <a:pt x="292" y="487"/>
                    <a:pt x="291" y="487"/>
                  </a:cubicBezTo>
                  <a:cubicBezTo>
                    <a:pt x="291" y="487"/>
                    <a:pt x="291" y="488"/>
                    <a:pt x="290" y="488"/>
                  </a:cubicBezTo>
                  <a:cubicBezTo>
                    <a:pt x="289" y="488"/>
                    <a:pt x="288" y="488"/>
                    <a:pt x="287" y="489"/>
                  </a:cubicBezTo>
                  <a:cubicBezTo>
                    <a:pt x="287" y="489"/>
                    <a:pt x="287" y="489"/>
                    <a:pt x="286" y="489"/>
                  </a:cubicBezTo>
                  <a:cubicBezTo>
                    <a:pt x="285" y="490"/>
                    <a:pt x="283" y="490"/>
                    <a:pt x="282" y="491"/>
                  </a:cubicBezTo>
                  <a:cubicBezTo>
                    <a:pt x="280" y="492"/>
                    <a:pt x="278" y="492"/>
                    <a:pt x="276" y="493"/>
                  </a:cubicBezTo>
                  <a:cubicBezTo>
                    <a:pt x="272" y="495"/>
                    <a:pt x="267" y="496"/>
                    <a:pt x="263" y="498"/>
                  </a:cubicBezTo>
                  <a:cubicBezTo>
                    <a:pt x="262" y="498"/>
                    <a:pt x="261" y="498"/>
                    <a:pt x="261" y="498"/>
                  </a:cubicBezTo>
                  <a:cubicBezTo>
                    <a:pt x="260" y="498"/>
                    <a:pt x="260" y="499"/>
                    <a:pt x="260" y="499"/>
                  </a:cubicBezTo>
                  <a:cubicBezTo>
                    <a:pt x="259" y="499"/>
                    <a:pt x="259" y="499"/>
                    <a:pt x="258" y="499"/>
                  </a:cubicBezTo>
                  <a:cubicBezTo>
                    <a:pt x="257" y="499"/>
                    <a:pt x="256" y="500"/>
                    <a:pt x="254" y="500"/>
                  </a:cubicBezTo>
                  <a:cubicBezTo>
                    <a:pt x="252" y="501"/>
                    <a:pt x="250" y="501"/>
                    <a:pt x="247" y="502"/>
                  </a:cubicBezTo>
                  <a:cubicBezTo>
                    <a:pt x="246" y="502"/>
                    <a:pt x="245" y="503"/>
                    <a:pt x="244" y="503"/>
                  </a:cubicBezTo>
                  <a:cubicBezTo>
                    <a:pt x="243" y="503"/>
                    <a:pt x="243" y="503"/>
                    <a:pt x="243" y="503"/>
                  </a:cubicBezTo>
                  <a:cubicBezTo>
                    <a:pt x="236" y="504"/>
                    <a:pt x="230" y="506"/>
                    <a:pt x="223" y="507"/>
                  </a:cubicBezTo>
                  <a:cubicBezTo>
                    <a:pt x="223" y="507"/>
                    <a:pt x="222" y="507"/>
                    <a:pt x="222" y="507"/>
                  </a:cubicBezTo>
                  <a:cubicBezTo>
                    <a:pt x="219" y="507"/>
                    <a:pt x="216" y="507"/>
                    <a:pt x="213" y="508"/>
                  </a:cubicBezTo>
                  <a:cubicBezTo>
                    <a:pt x="210" y="508"/>
                    <a:pt x="206" y="508"/>
                    <a:pt x="202" y="509"/>
                  </a:cubicBezTo>
                  <a:cubicBezTo>
                    <a:pt x="195" y="509"/>
                    <a:pt x="187" y="509"/>
                    <a:pt x="180" y="508"/>
                  </a:cubicBezTo>
                  <a:cubicBezTo>
                    <a:pt x="179" y="508"/>
                    <a:pt x="178" y="508"/>
                    <a:pt x="177" y="508"/>
                  </a:cubicBezTo>
                  <a:cubicBezTo>
                    <a:pt x="165" y="507"/>
                    <a:pt x="154" y="505"/>
                    <a:pt x="143" y="502"/>
                  </a:cubicBezTo>
                  <a:cubicBezTo>
                    <a:pt x="141" y="501"/>
                    <a:pt x="139" y="500"/>
                    <a:pt x="137" y="500"/>
                  </a:cubicBezTo>
                  <a:cubicBezTo>
                    <a:pt x="135" y="499"/>
                    <a:pt x="134" y="499"/>
                    <a:pt x="133" y="498"/>
                  </a:cubicBezTo>
                  <a:cubicBezTo>
                    <a:pt x="131" y="498"/>
                    <a:pt x="129" y="497"/>
                    <a:pt x="127" y="496"/>
                  </a:cubicBezTo>
                  <a:cubicBezTo>
                    <a:pt x="127" y="496"/>
                    <a:pt x="126" y="496"/>
                    <a:pt x="125" y="495"/>
                  </a:cubicBezTo>
                  <a:cubicBezTo>
                    <a:pt x="125" y="495"/>
                    <a:pt x="125" y="495"/>
                    <a:pt x="124" y="495"/>
                  </a:cubicBezTo>
                  <a:cubicBezTo>
                    <a:pt x="124" y="495"/>
                    <a:pt x="123" y="494"/>
                    <a:pt x="122" y="494"/>
                  </a:cubicBezTo>
                  <a:cubicBezTo>
                    <a:pt x="122" y="494"/>
                    <a:pt x="122" y="494"/>
                    <a:pt x="121" y="494"/>
                  </a:cubicBezTo>
                  <a:cubicBezTo>
                    <a:pt x="119" y="492"/>
                    <a:pt x="115" y="491"/>
                    <a:pt x="113" y="489"/>
                  </a:cubicBezTo>
                  <a:cubicBezTo>
                    <a:pt x="102" y="484"/>
                    <a:pt x="91" y="476"/>
                    <a:pt x="82" y="468"/>
                  </a:cubicBezTo>
                  <a:cubicBezTo>
                    <a:pt x="78" y="465"/>
                    <a:pt x="74" y="461"/>
                    <a:pt x="70" y="457"/>
                  </a:cubicBezTo>
                  <a:cubicBezTo>
                    <a:pt x="69" y="456"/>
                    <a:pt x="68" y="455"/>
                    <a:pt x="67" y="453"/>
                  </a:cubicBezTo>
                  <a:cubicBezTo>
                    <a:pt x="66" y="453"/>
                    <a:pt x="66" y="452"/>
                    <a:pt x="66" y="452"/>
                  </a:cubicBezTo>
                  <a:cubicBezTo>
                    <a:pt x="65" y="451"/>
                    <a:pt x="65" y="451"/>
                    <a:pt x="64" y="450"/>
                  </a:cubicBezTo>
                  <a:cubicBezTo>
                    <a:pt x="64" y="450"/>
                    <a:pt x="63" y="449"/>
                    <a:pt x="63" y="449"/>
                  </a:cubicBezTo>
                  <a:cubicBezTo>
                    <a:pt x="62" y="448"/>
                    <a:pt x="62" y="447"/>
                    <a:pt x="61" y="446"/>
                  </a:cubicBezTo>
                  <a:cubicBezTo>
                    <a:pt x="61" y="446"/>
                    <a:pt x="60" y="446"/>
                    <a:pt x="60" y="446"/>
                  </a:cubicBezTo>
                  <a:cubicBezTo>
                    <a:pt x="60" y="445"/>
                    <a:pt x="59" y="444"/>
                    <a:pt x="58" y="443"/>
                  </a:cubicBezTo>
                  <a:cubicBezTo>
                    <a:pt x="56" y="441"/>
                    <a:pt x="54" y="438"/>
                    <a:pt x="52" y="435"/>
                  </a:cubicBezTo>
                  <a:cubicBezTo>
                    <a:pt x="52" y="435"/>
                    <a:pt x="52" y="434"/>
                    <a:pt x="52" y="434"/>
                  </a:cubicBezTo>
                  <a:cubicBezTo>
                    <a:pt x="52" y="434"/>
                    <a:pt x="51" y="434"/>
                    <a:pt x="51" y="434"/>
                  </a:cubicBezTo>
                  <a:cubicBezTo>
                    <a:pt x="51" y="434"/>
                    <a:pt x="51" y="433"/>
                    <a:pt x="51" y="433"/>
                  </a:cubicBezTo>
                  <a:cubicBezTo>
                    <a:pt x="51" y="433"/>
                    <a:pt x="51" y="433"/>
                    <a:pt x="51" y="433"/>
                  </a:cubicBezTo>
                  <a:cubicBezTo>
                    <a:pt x="50" y="433"/>
                    <a:pt x="51" y="433"/>
                    <a:pt x="50" y="432"/>
                  </a:cubicBezTo>
                  <a:cubicBezTo>
                    <a:pt x="50" y="432"/>
                    <a:pt x="50" y="432"/>
                    <a:pt x="50" y="432"/>
                  </a:cubicBezTo>
                  <a:cubicBezTo>
                    <a:pt x="50" y="432"/>
                    <a:pt x="49" y="431"/>
                    <a:pt x="49" y="430"/>
                  </a:cubicBezTo>
                  <a:cubicBezTo>
                    <a:pt x="48" y="430"/>
                    <a:pt x="48" y="429"/>
                    <a:pt x="48" y="428"/>
                  </a:cubicBezTo>
                  <a:cubicBezTo>
                    <a:pt x="47" y="428"/>
                    <a:pt x="47" y="427"/>
                    <a:pt x="46" y="426"/>
                  </a:cubicBezTo>
                  <a:cubicBezTo>
                    <a:pt x="46" y="426"/>
                    <a:pt x="46" y="426"/>
                    <a:pt x="46" y="425"/>
                  </a:cubicBezTo>
                  <a:cubicBezTo>
                    <a:pt x="46" y="425"/>
                    <a:pt x="45" y="425"/>
                    <a:pt x="45" y="425"/>
                  </a:cubicBezTo>
                  <a:cubicBezTo>
                    <a:pt x="45" y="424"/>
                    <a:pt x="45" y="424"/>
                    <a:pt x="45" y="424"/>
                  </a:cubicBezTo>
                  <a:cubicBezTo>
                    <a:pt x="44" y="423"/>
                    <a:pt x="44" y="423"/>
                    <a:pt x="44" y="423"/>
                  </a:cubicBezTo>
                  <a:cubicBezTo>
                    <a:pt x="44" y="422"/>
                    <a:pt x="44" y="422"/>
                    <a:pt x="43" y="421"/>
                  </a:cubicBezTo>
                  <a:cubicBezTo>
                    <a:pt x="43" y="420"/>
                    <a:pt x="42" y="419"/>
                    <a:pt x="41" y="418"/>
                  </a:cubicBezTo>
                  <a:cubicBezTo>
                    <a:pt x="35" y="408"/>
                    <a:pt x="30" y="398"/>
                    <a:pt x="26" y="387"/>
                  </a:cubicBezTo>
                  <a:cubicBezTo>
                    <a:pt x="21" y="377"/>
                    <a:pt x="18" y="366"/>
                    <a:pt x="14" y="355"/>
                  </a:cubicBezTo>
                  <a:cubicBezTo>
                    <a:pt x="14" y="354"/>
                    <a:pt x="14" y="354"/>
                    <a:pt x="14" y="353"/>
                  </a:cubicBezTo>
                  <a:cubicBezTo>
                    <a:pt x="14" y="353"/>
                    <a:pt x="14" y="352"/>
                    <a:pt x="14" y="352"/>
                  </a:cubicBezTo>
                  <a:cubicBezTo>
                    <a:pt x="13" y="348"/>
                    <a:pt x="11" y="343"/>
                    <a:pt x="10" y="338"/>
                  </a:cubicBezTo>
                  <a:cubicBezTo>
                    <a:pt x="10" y="337"/>
                    <a:pt x="10" y="337"/>
                    <a:pt x="10" y="337"/>
                  </a:cubicBezTo>
                  <a:cubicBezTo>
                    <a:pt x="10" y="336"/>
                    <a:pt x="9" y="335"/>
                    <a:pt x="9" y="334"/>
                  </a:cubicBezTo>
                  <a:cubicBezTo>
                    <a:pt x="9" y="333"/>
                    <a:pt x="9" y="331"/>
                    <a:pt x="8" y="330"/>
                  </a:cubicBezTo>
                  <a:cubicBezTo>
                    <a:pt x="7" y="325"/>
                    <a:pt x="6" y="320"/>
                    <a:pt x="6" y="315"/>
                  </a:cubicBezTo>
                  <a:cubicBezTo>
                    <a:pt x="3" y="302"/>
                    <a:pt x="2" y="288"/>
                    <a:pt x="1" y="274"/>
                  </a:cubicBezTo>
                  <a:cubicBezTo>
                    <a:pt x="0" y="247"/>
                    <a:pt x="2" y="221"/>
                    <a:pt x="5" y="197"/>
                  </a:cubicBezTo>
                  <a:cubicBezTo>
                    <a:pt x="5" y="195"/>
                    <a:pt x="6" y="193"/>
                    <a:pt x="6" y="190"/>
                  </a:cubicBezTo>
                  <a:cubicBezTo>
                    <a:pt x="7" y="187"/>
                    <a:pt x="8" y="183"/>
                    <a:pt x="8" y="179"/>
                  </a:cubicBezTo>
                  <a:cubicBezTo>
                    <a:pt x="9" y="178"/>
                    <a:pt x="9" y="177"/>
                    <a:pt x="9" y="176"/>
                  </a:cubicBezTo>
                  <a:cubicBezTo>
                    <a:pt x="9" y="175"/>
                    <a:pt x="10" y="174"/>
                    <a:pt x="10" y="173"/>
                  </a:cubicBezTo>
                  <a:cubicBezTo>
                    <a:pt x="10" y="173"/>
                    <a:pt x="10" y="172"/>
                    <a:pt x="10" y="172"/>
                  </a:cubicBezTo>
                  <a:cubicBezTo>
                    <a:pt x="11" y="166"/>
                    <a:pt x="13" y="159"/>
                    <a:pt x="15" y="153"/>
                  </a:cubicBezTo>
                  <a:cubicBezTo>
                    <a:pt x="15" y="152"/>
                    <a:pt x="16" y="151"/>
                    <a:pt x="16" y="149"/>
                  </a:cubicBezTo>
                  <a:cubicBezTo>
                    <a:pt x="16" y="149"/>
                    <a:pt x="16" y="148"/>
                    <a:pt x="16" y="148"/>
                  </a:cubicBezTo>
                  <a:cubicBezTo>
                    <a:pt x="17" y="146"/>
                    <a:pt x="18" y="144"/>
                    <a:pt x="18" y="142"/>
                  </a:cubicBezTo>
                  <a:cubicBezTo>
                    <a:pt x="19" y="140"/>
                    <a:pt x="20" y="138"/>
                    <a:pt x="21" y="135"/>
                  </a:cubicBezTo>
                  <a:cubicBezTo>
                    <a:pt x="21" y="133"/>
                    <a:pt x="22" y="131"/>
                    <a:pt x="23" y="128"/>
                  </a:cubicBezTo>
                  <a:cubicBezTo>
                    <a:pt x="23" y="128"/>
                    <a:pt x="24" y="128"/>
                    <a:pt x="24" y="127"/>
                  </a:cubicBezTo>
                  <a:cubicBezTo>
                    <a:pt x="24" y="127"/>
                    <a:pt x="24" y="126"/>
                    <a:pt x="24" y="125"/>
                  </a:cubicBezTo>
                  <a:cubicBezTo>
                    <a:pt x="25" y="125"/>
                    <a:pt x="25" y="124"/>
                    <a:pt x="25" y="124"/>
                  </a:cubicBezTo>
                  <a:cubicBezTo>
                    <a:pt x="25" y="123"/>
                    <a:pt x="26" y="121"/>
                    <a:pt x="27" y="120"/>
                  </a:cubicBezTo>
                  <a:cubicBezTo>
                    <a:pt x="27" y="119"/>
                    <a:pt x="27" y="119"/>
                    <a:pt x="27" y="118"/>
                  </a:cubicBezTo>
                  <a:cubicBezTo>
                    <a:pt x="28" y="118"/>
                    <a:pt x="28" y="117"/>
                    <a:pt x="28" y="117"/>
                  </a:cubicBezTo>
                  <a:cubicBezTo>
                    <a:pt x="28" y="116"/>
                    <a:pt x="29" y="116"/>
                    <a:pt x="29" y="115"/>
                  </a:cubicBezTo>
                  <a:cubicBezTo>
                    <a:pt x="29" y="115"/>
                    <a:pt x="29" y="114"/>
                    <a:pt x="29" y="114"/>
                  </a:cubicBezTo>
                  <a:cubicBezTo>
                    <a:pt x="30" y="113"/>
                    <a:pt x="31" y="111"/>
                    <a:pt x="32" y="109"/>
                  </a:cubicBezTo>
                  <a:cubicBezTo>
                    <a:pt x="32" y="108"/>
                    <a:pt x="33" y="107"/>
                    <a:pt x="33" y="105"/>
                  </a:cubicBezTo>
                  <a:cubicBezTo>
                    <a:pt x="34" y="104"/>
                    <a:pt x="35" y="102"/>
                    <a:pt x="36" y="101"/>
                  </a:cubicBezTo>
                  <a:cubicBezTo>
                    <a:pt x="36" y="100"/>
                    <a:pt x="36" y="100"/>
                    <a:pt x="36" y="100"/>
                  </a:cubicBezTo>
                  <a:cubicBezTo>
                    <a:pt x="36" y="100"/>
                    <a:pt x="37" y="99"/>
                    <a:pt x="37" y="98"/>
                  </a:cubicBezTo>
                  <a:cubicBezTo>
                    <a:pt x="37" y="98"/>
                    <a:pt x="38" y="97"/>
                    <a:pt x="38" y="96"/>
                  </a:cubicBezTo>
                  <a:cubicBezTo>
                    <a:pt x="39" y="96"/>
                    <a:pt x="39" y="95"/>
                    <a:pt x="40" y="94"/>
                  </a:cubicBezTo>
                  <a:cubicBezTo>
                    <a:pt x="42" y="91"/>
                    <a:pt x="44" y="87"/>
                    <a:pt x="46" y="83"/>
                  </a:cubicBezTo>
                  <a:cubicBezTo>
                    <a:pt x="46" y="83"/>
                    <a:pt x="46" y="83"/>
                    <a:pt x="47" y="82"/>
                  </a:cubicBezTo>
                  <a:cubicBezTo>
                    <a:pt x="47" y="82"/>
                    <a:pt x="47" y="82"/>
                    <a:pt x="47" y="82"/>
                  </a:cubicBezTo>
                  <a:cubicBezTo>
                    <a:pt x="47" y="81"/>
                    <a:pt x="47" y="81"/>
                    <a:pt x="48" y="81"/>
                  </a:cubicBezTo>
                  <a:cubicBezTo>
                    <a:pt x="48" y="81"/>
                    <a:pt x="48" y="81"/>
                    <a:pt x="48" y="80"/>
                  </a:cubicBezTo>
                  <a:cubicBezTo>
                    <a:pt x="49" y="78"/>
                    <a:pt x="51" y="76"/>
                    <a:pt x="53" y="73"/>
                  </a:cubicBezTo>
                  <a:cubicBezTo>
                    <a:pt x="55" y="71"/>
                    <a:pt x="57" y="68"/>
                    <a:pt x="59" y="65"/>
                  </a:cubicBezTo>
                  <a:cubicBezTo>
                    <a:pt x="60" y="65"/>
                    <a:pt x="60" y="64"/>
                    <a:pt x="60" y="63"/>
                  </a:cubicBezTo>
                  <a:cubicBezTo>
                    <a:pt x="61" y="63"/>
                    <a:pt x="61" y="63"/>
                    <a:pt x="61" y="63"/>
                  </a:cubicBezTo>
                  <a:cubicBezTo>
                    <a:pt x="61" y="63"/>
                    <a:pt x="61" y="62"/>
                    <a:pt x="62" y="62"/>
                  </a:cubicBezTo>
                  <a:cubicBezTo>
                    <a:pt x="62" y="62"/>
                    <a:pt x="62" y="62"/>
                    <a:pt x="62" y="61"/>
                  </a:cubicBezTo>
                  <a:cubicBezTo>
                    <a:pt x="63" y="61"/>
                    <a:pt x="63" y="61"/>
                    <a:pt x="63" y="60"/>
                  </a:cubicBezTo>
                  <a:cubicBezTo>
                    <a:pt x="63" y="60"/>
                    <a:pt x="64" y="60"/>
                    <a:pt x="64" y="60"/>
                  </a:cubicBezTo>
                  <a:cubicBezTo>
                    <a:pt x="64" y="60"/>
                    <a:pt x="64" y="59"/>
                    <a:pt x="64" y="59"/>
                  </a:cubicBezTo>
                  <a:cubicBezTo>
                    <a:pt x="64" y="59"/>
                    <a:pt x="65" y="59"/>
                    <a:pt x="65" y="59"/>
                  </a:cubicBezTo>
                  <a:cubicBezTo>
                    <a:pt x="65" y="58"/>
                    <a:pt x="65" y="58"/>
                    <a:pt x="66" y="57"/>
                  </a:cubicBezTo>
                  <a:cubicBezTo>
                    <a:pt x="66" y="57"/>
                    <a:pt x="66" y="57"/>
                    <a:pt x="66" y="57"/>
                  </a:cubicBezTo>
                  <a:cubicBezTo>
                    <a:pt x="66" y="57"/>
                    <a:pt x="67" y="56"/>
                    <a:pt x="67" y="56"/>
                  </a:cubicBezTo>
                  <a:cubicBezTo>
                    <a:pt x="67" y="56"/>
                    <a:pt x="68" y="55"/>
                    <a:pt x="68" y="55"/>
                  </a:cubicBezTo>
                  <a:cubicBezTo>
                    <a:pt x="68" y="55"/>
                    <a:pt x="68" y="55"/>
                    <a:pt x="68" y="54"/>
                  </a:cubicBezTo>
                  <a:cubicBezTo>
                    <a:pt x="69" y="53"/>
                    <a:pt x="70" y="52"/>
                    <a:pt x="71" y="51"/>
                  </a:cubicBezTo>
                  <a:cubicBezTo>
                    <a:pt x="73" y="49"/>
                    <a:pt x="75" y="48"/>
                    <a:pt x="77" y="46"/>
                  </a:cubicBezTo>
                  <a:cubicBezTo>
                    <a:pt x="78" y="45"/>
                    <a:pt x="78" y="44"/>
                    <a:pt x="79" y="43"/>
                  </a:cubicBezTo>
                  <a:cubicBezTo>
                    <a:pt x="79" y="43"/>
                    <a:pt x="80" y="43"/>
                    <a:pt x="80" y="43"/>
                  </a:cubicBezTo>
                  <a:cubicBezTo>
                    <a:pt x="80" y="43"/>
                    <a:pt x="81" y="42"/>
                    <a:pt x="81" y="42"/>
                  </a:cubicBezTo>
                  <a:cubicBezTo>
                    <a:pt x="81" y="42"/>
                    <a:pt x="82" y="42"/>
                    <a:pt x="82" y="42"/>
                  </a:cubicBezTo>
                  <a:cubicBezTo>
                    <a:pt x="82" y="41"/>
                    <a:pt x="82" y="41"/>
                    <a:pt x="83" y="40"/>
                  </a:cubicBezTo>
                  <a:cubicBezTo>
                    <a:pt x="83" y="40"/>
                    <a:pt x="83" y="40"/>
                    <a:pt x="83" y="40"/>
                  </a:cubicBezTo>
                  <a:cubicBezTo>
                    <a:pt x="83" y="40"/>
                    <a:pt x="84" y="40"/>
                    <a:pt x="84" y="39"/>
                  </a:cubicBezTo>
                  <a:cubicBezTo>
                    <a:pt x="84" y="39"/>
                    <a:pt x="84" y="39"/>
                    <a:pt x="85" y="39"/>
                  </a:cubicBezTo>
                  <a:cubicBezTo>
                    <a:pt x="85" y="38"/>
                    <a:pt x="86" y="38"/>
                    <a:pt x="87" y="37"/>
                  </a:cubicBezTo>
                  <a:cubicBezTo>
                    <a:pt x="87" y="37"/>
                    <a:pt x="88" y="36"/>
                    <a:pt x="89" y="35"/>
                  </a:cubicBezTo>
                  <a:cubicBezTo>
                    <a:pt x="90" y="35"/>
                    <a:pt x="90" y="34"/>
                    <a:pt x="91" y="34"/>
                  </a:cubicBezTo>
                  <a:cubicBezTo>
                    <a:pt x="91" y="33"/>
                    <a:pt x="92" y="33"/>
                    <a:pt x="92" y="32"/>
                  </a:cubicBezTo>
                  <a:cubicBezTo>
                    <a:pt x="93" y="32"/>
                    <a:pt x="94" y="32"/>
                    <a:pt x="94" y="31"/>
                  </a:cubicBezTo>
                  <a:cubicBezTo>
                    <a:pt x="96" y="30"/>
                    <a:pt x="97" y="29"/>
                    <a:pt x="98" y="28"/>
                  </a:cubicBezTo>
                  <a:cubicBezTo>
                    <a:pt x="99" y="28"/>
                    <a:pt x="99" y="28"/>
                    <a:pt x="99" y="28"/>
                  </a:cubicBezTo>
                  <a:cubicBezTo>
                    <a:pt x="101" y="27"/>
                    <a:pt x="103" y="26"/>
                    <a:pt x="105" y="24"/>
                  </a:cubicBezTo>
                  <a:cubicBezTo>
                    <a:pt x="105" y="24"/>
                    <a:pt x="105" y="24"/>
                    <a:pt x="106" y="24"/>
                  </a:cubicBezTo>
                  <a:cubicBezTo>
                    <a:pt x="107" y="23"/>
                    <a:pt x="109" y="22"/>
                    <a:pt x="110" y="21"/>
                  </a:cubicBezTo>
                  <a:cubicBezTo>
                    <a:pt x="111" y="21"/>
                    <a:pt x="112" y="20"/>
                    <a:pt x="114" y="19"/>
                  </a:cubicBezTo>
                  <a:cubicBezTo>
                    <a:pt x="114" y="19"/>
                    <a:pt x="114" y="19"/>
                    <a:pt x="115" y="19"/>
                  </a:cubicBezTo>
                  <a:cubicBezTo>
                    <a:pt x="116" y="18"/>
                    <a:pt x="118" y="17"/>
                    <a:pt x="119" y="16"/>
                  </a:cubicBezTo>
                  <a:cubicBezTo>
                    <a:pt x="120" y="16"/>
                    <a:pt x="121" y="16"/>
                    <a:pt x="121" y="15"/>
                  </a:cubicBezTo>
                  <a:cubicBezTo>
                    <a:pt x="123" y="15"/>
                    <a:pt x="124" y="14"/>
                    <a:pt x="125" y="14"/>
                  </a:cubicBezTo>
                  <a:cubicBezTo>
                    <a:pt x="128" y="13"/>
                    <a:pt x="131" y="12"/>
                    <a:pt x="134" y="10"/>
                  </a:cubicBezTo>
                  <a:cubicBezTo>
                    <a:pt x="135" y="10"/>
                    <a:pt x="137" y="9"/>
                    <a:pt x="139" y="9"/>
                  </a:cubicBezTo>
                  <a:cubicBezTo>
                    <a:pt x="140" y="8"/>
                    <a:pt x="141" y="8"/>
                    <a:pt x="141" y="8"/>
                  </a:cubicBezTo>
                  <a:cubicBezTo>
                    <a:pt x="153" y="4"/>
                    <a:pt x="167" y="2"/>
                    <a:pt x="181" y="1"/>
                  </a:cubicBezTo>
                  <a:cubicBezTo>
                    <a:pt x="192" y="0"/>
                    <a:pt x="204" y="0"/>
                    <a:pt x="214" y="1"/>
                  </a:cubicBezTo>
                  <a:cubicBezTo>
                    <a:pt x="218" y="2"/>
                    <a:pt x="223" y="2"/>
                    <a:pt x="227" y="3"/>
                  </a:cubicBezTo>
                  <a:cubicBezTo>
                    <a:pt x="232" y="4"/>
                    <a:pt x="238" y="5"/>
                    <a:pt x="244" y="6"/>
                  </a:cubicBezTo>
                  <a:cubicBezTo>
                    <a:pt x="245" y="6"/>
                    <a:pt x="245" y="6"/>
                    <a:pt x="246" y="7"/>
                  </a:cubicBezTo>
                  <a:cubicBezTo>
                    <a:pt x="248" y="7"/>
                    <a:pt x="251" y="8"/>
                    <a:pt x="253" y="8"/>
                  </a:cubicBezTo>
                  <a:cubicBezTo>
                    <a:pt x="253" y="8"/>
                    <a:pt x="254" y="9"/>
                    <a:pt x="254" y="9"/>
                  </a:cubicBezTo>
                  <a:cubicBezTo>
                    <a:pt x="255" y="9"/>
                    <a:pt x="255" y="9"/>
                    <a:pt x="256" y="9"/>
                  </a:cubicBezTo>
                  <a:cubicBezTo>
                    <a:pt x="256" y="9"/>
                    <a:pt x="257" y="9"/>
                    <a:pt x="257" y="9"/>
                  </a:cubicBezTo>
                  <a:cubicBezTo>
                    <a:pt x="257" y="9"/>
                    <a:pt x="258" y="10"/>
                    <a:pt x="259" y="10"/>
                  </a:cubicBezTo>
                  <a:cubicBezTo>
                    <a:pt x="259" y="10"/>
                    <a:pt x="260" y="10"/>
                    <a:pt x="260" y="10"/>
                  </a:cubicBezTo>
                  <a:cubicBezTo>
                    <a:pt x="262" y="11"/>
                    <a:pt x="263" y="11"/>
                    <a:pt x="264" y="12"/>
                  </a:cubicBezTo>
                  <a:cubicBezTo>
                    <a:pt x="269" y="13"/>
                    <a:pt x="275" y="15"/>
                    <a:pt x="280" y="17"/>
                  </a:cubicBezTo>
                  <a:cubicBezTo>
                    <a:pt x="280" y="17"/>
                    <a:pt x="281" y="17"/>
                    <a:pt x="281" y="17"/>
                  </a:cubicBezTo>
                  <a:cubicBezTo>
                    <a:pt x="281" y="18"/>
                    <a:pt x="282" y="18"/>
                    <a:pt x="283" y="18"/>
                  </a:cubicBezTo>
                  <a:cubicBezTo>
                    <a:pt x="283" y="18"/>
                    <a:pt x="283" y="18"/>
                    <a:pt x="283" y="18"/>
                  </a:cubicBezTo>
                  <a:cubicBezTo>
                    <a:pt x="285" y="19"/>
                    <a:pt x="286" y="19"/>
                    <a:pt x="288" y="20"/>
                  </a:cubicBezTo>
                  <a:cubicBezTo>
                    <a:pt x="302" y="26"/>
                    <a:pt x="316" y="33"/>
                    <a:pt x="329" y="41"/>
                  </a:cubicBezTo>
                  <a:cubicBezTo>
                    <a:pt x="332" y="42"/>
                    <a:pt x="335" y="44"/>
                    <a:pt x="337" y="45"/>
                  </a:cubicBezTo>
                  <a:cubicBezTo>
                    <a:pt x="338" y="46"/>
                    <a:pt x="338" y="46"/>
                    <a:pt x="339" y="46"/>
                  </a:cubicBezTo>
                  <a:cubicBezTo>
                    <a:pt x="340" y="47"/>
                    <a:pt x="341" y="48"/>
                    <a:pt x="342" y="48"/>
                  </a:cubicBezTo>
                  <a:cubicBezTo>
                    <a:pt x="342" y="48"/>
                    <a:pt x="343" y="49"/>
                    <a:pt x="343" y="49"/>
                  </a:cubicBezTo>
                  <a:cubicBezTo>
                    <a:pt x="343" y="49"/>
                    <a:pt x="343" y="49"/>
                    <a:pt x="344" y="49"/>
                  </a:cubicBezTo>
                  <a:cubicBezTo>
                    <a:pt x="344" y="50"/>
                    <a:pt x="345" y="50"/>
                    <a:pt x="346" y="51"/>
                  </a:cubicBezTo>
                  <a:cubicBezTo>
                    <a:pt x="346" y="51"/>
                    <a:pt x="346" y="51"/>
                    <a:pt x="346" y="51"/>
                  </a:cubicBezTo>
                  <a:cubicBezTo>
                    <a:pt x="346" y="51"/>
                    <a:pt x="346" y="51"/>
                    <a:pt x="346" y="51"/>
                  </a:cubicBezTo>
                  <a:cubicBezTo>
                    <a:pt x="347" y="51"/>
                    <a:pt x="347" y="51"/>
                    <a:pt x="347" y="51"/>
                  </a:cubicBezTo>
                  <a:cubicBezTo>
                    <a:pt x="347" y="52"/>
                    <a:pt x="348" y="52"/>
                    <a:pt x="348" y="52"/>
                  </a:cubicBezTo>
                  <a:cubicBezTo>
                    <a:pt x="348" y="52"/>
                    <a:pt x="348" y="52"/>
                    <a:pt x="349" y="52"/>
                  </a:cubicBezTo>
                  <a:cubicBezTo>
                    <a:pt x="349" y="52"/>
                    <a:pt x="349" y="53"/>
                    <a:pt x="349" y="53"/>
                  </a:cubicBezTo>
                  <a:cubicBezTo>
                    <a:pt x="349" y="53"/>
                    <a:pt x="350" y="53"/>
                    <a:pt x="350" y="53"/>
                  </a:cubicBezTo>
                  <a:cubicBezTo>
                    <a:pt x="351" y="54"/>
                    <a:pt x="352" y="55"/>
                    <a:pt x="353" y="55"/>
                  </a:cubicBezTo>
                  <a:cubicBezTo>
                    <a:pt x="375" y="70"/>
                    <a:pt x="396" y="86"/>
                    <a:pt x="415" y="104"/>
                  </a:cubicBezTo>
                  <a:cubicBezTo>
                    <a:pt x="416" y="105"/>
                    <a:pt x="417" y="106"/>
                    <a:pt x="419" y="108"/>
                  </a:cubicBezTo>
                  <a:cubicBezTo>
                    <a:pt x="419" y="108"/>
                    <a:pt x="420" y="109"/>
                    <a:pt x="421" y="110"/>
                  </a:cubicBezTo>
                  <a:cubicBezTo>
                    <a:pt x="422" y="110"/>
                    <a:pt x="423" y="111"/>
                    <a:pt x="423" y="112"/>
                  </a:cubicBezTo>
                  <a:cubicBezTo>
                    <a:pt x="424" y="112"/>
                    <a:pt x="424" y="112"/>
                    <a:pt x="424" y="113"/>
                  </a:cubicBezTo>
                  <a:cubicBezTo>
                    <a:pt x="424" y="113"/>
                    <a:pt x="424" y="113"/>
                    <a:pt x="425" y="113"/>
                  </a:cubicBezTo>
                  <a:cubicBezTo>
                    <a:pt x="426" y="114"/>
                    <a:pt x="428" y="116"/>
                    <a:pt x="429" y="118"/>
                  </a:cubicBezTo>
                  <a:cubicBezTo>
                    <a:pt x="431" y="119"/>
                    <a:pt x="432" y="121"/>
                    <a:pt x="434" y="122"/>
                  </a:cubicBezTo>
                  <a:cubicBezTo>
                    <a:pt x="435" y="124"/>
                    <a:pt x="437" y="125"/>
                    <a:pt x="438" y="127"/>
                  </a:cubicBezTo>
                  <a:cubicBezTo>
                    <a:pt x="441" y="130"/>
                    <a:pt x="444" y="132"/>
                    <a:pt x="446" y="135"/>
                  </a:cubicBezTo>
                  <a:cubicBezTo>
                    <a:pt x="448" y="137"/>
                    <a:pt x="450" y="139"/>
                    <a:pt x="452" y="141"/>
                  </a:cubicBezTo>
                  <a:cubicBezTo>
                    <a:pt x="453" y="141"/>
                    <a:pt x="453" y="142"/>
                    <a:pt x="454" y="143"/>
                  </a:cubicBezTo>
                  <a:cubicBezTo>
                    <a:pt x="455" y="144"/>
                    <a:pt x="455" y="144"/>
                    <a:pt x="455" y="144"/>
                  </a:cubicBezTo>
                  <a:cubicBezTo>
                    <a:pt x="456" y="145"/>
                    <a:pt x="457" y="146"/>
                    <a:pt x="458" y="147"/>
                  </a:cubicBezTo>
                  <a:cubicBezTo>
                    <a:pt x="460" y="149"/>
                    <a:pt x="463" y="152"/>
                    <a:pt x="465" y="155"/>
                  </a:cubicBezTo>
                  <a:cubicBezTo>
                    <a:pt x="467" y="157"/>
                    <a:pt x="469" y="160"/>
                    <a:pt x="471" y="162"/>
                  </a:cubicBezTo>
                  <a:cubicBezTo>
                    <a:pt x="473" y="164"/>
                    <a:pt x="476" y="167"/>
                    <a:pt x="478" y="170"/>
                  </a:cubicBezTo>
                  <a:cubicBezTo>
                    <a:pt x="480" y="172"/>
                    <a:pt x="482" y="175"/>
                    <a:pt x="484" y="177"/>
                  </a:cubicBezTo>
                  <a:cubicBezTo>
                    <a:pt x="485" y="178"/>
                    <a:pt x="485" y="178"/>
                    <a:pt x="486" y="178"/>
                  </a:cubicBezTo>
                  <a:cubicBezTo>
                    <a:pt x="486" y="179"/>
                    <a:pt x="486" y="179"/>
                    <a:pt x="486" y="179"/>
                  </a:cubicBezTo>
                  <a:cubicBezTo>
                    <a:pt x="486" y="179"/>
                    <a:pt x="486" y="179"/>
                    <a:pt x="486" y="179"/>
                  </a:cubicBezTo>
                  <a:cubicBezTo>
                    <a:pt x="487" y="180"/>
                    <a:pt x="488" y="181"/>
                    <a:pt x="489" y="182"/>
                  </a:cubicBezTo>
                  <a:cubicBezTo>
                    <a:pt x="489" y="183"/>
                    <a:pt x="489" y="183"/>
                    <a:pt x="490" y="183"/>
                  </a:cubicBezTo>
                  <a:cubicBezTo>
                    <a:pt x="490" y="184"/>
                    <a:pt x="490" y="184"/>
                    <a:pt x="490" y="184"/>
                  </a:cubicBezTo>
                  <a:cubicBezTo>
                    <a:pt x="491" y="184"/>
                    <a:pt x="491" y="185"/>
                    <a:pt x="491" y="185"/>
                  </a:cubicBezTo>
                  <a:cubicBezTo>
                    <a:pt x="491" y="185"/>
                    <a:pt x="492" y="186"/>
                    <a:pt x="492" y="186"/>
                  </a:cubicBezTo>
                  <a:cubicBezTo>
                    <a:pt x="492" y="186"/>
                    <a:pt x="492" y="186"/>
                    <a:pt x="492" y="187"/>
                  </a:cubicBezTo>
                  <a:cubicBezTo>
                    <a:pt x="492" y="187"/>
                    <a:pt x="492" y="187"/>
                    <a:pt x="492" y="187"/>
                  </a:cubicBezTo>
                  <a:cubicBezTo>
                    <a:pt x="493" y="188"/>
                    <a:pt x="494" y="188"/>
                    <a:pt x="494" y="189"/>
                  </a:cubicBezTo>
                  <a:cubicBezTo>
                    <a:pt x="495" y="190"/>
                    <a:pt x="495" y="190"/>
                    <a:pt x="495" y="190"/>
                  </a:cubicBezTo>
                  <a:cubicBezTo>
                    <a:pt x="496" y="191"/>
                    <a:pt x="496" y="192"/>
                    <a:pt x="497" y="192"/>
                  </a:cubicBezTo>
                  <a:cubicBezTo>
                    <a:pt x="497" y="193"/>
                    <a:pt x="497" y="193"/>
                    <a:pt x="497" y="193"/>
                  </a:cubicBezTo>
                  <a:cubicBezTo>
                    <a:pt x="497" y="193"/>
                    <a:pt x="498" y="193"/>
                    <a:pt x="498" y="194"/>
                  </a:cubicBezTo>
                  <a:cubicBezTo>
                    <a:pt x="498" y="194"/>
                    <a:pt x="499" y="195"/>
                    <a:pt x="499" y="195"/>
                  </a:cubicBezTo>
                  <a:cubicBezTo>
                    <a:pt x="499" y="195"/>
                    <a:pt x="499" y="195"/>
                    <a:pt x="499" y="195"/>
                  </a:cubicBezTo>
                  <a:cubicBezTo>
                    <a:pt x="499" y="196"/>
                    <a:pt x="500" y="196"/>
                    <a:pt x="500" y="196"/>
                  </a:cubicBezTo>
                  <a:cubicBezTo>
                    <a:pt x="500" y="197"/>
                    <a:pt x="500" y="197"/>
                    <a:pt x="501" y="197"/>
                  </a:cubicBezTo>
                  <a:cubicBezTo>
                    <a:pt x="501" y="197"/>
                    <a:pt x="501" y="198"/>
                    <a:pt x="501" y="198"/>
                  </a:cubicBezTo>
                  <a:cubicBezTo>
                    <a:pt x="502" y="198"/>
                    <a:pt x="502" y="199"/>
                    <a:pt x="503" y="200"/>
                  </a:cubicBezTo>
                  <a:cubicBezTo>
                    <a:pt x="503" y="200"/>
                    <a:pt x="503" y="200"/>
                    <a:pt x="503" y="201"/>
                  </a:cubicBezTo>
                  <a:cubicBezTo>
                    <a:pt x="503" y="201"/>
                    <a:pt x="504" y="201"/>
                    <a:pt x="504" y="201"/>
                  </a:cubicBezTo>
                  <a:cubicBezTo>
                    <a:pt x="504" y="201"/>
                    <a:pt x="504" y="201"/>
                    <a:pt x="504" y="201"/>
                  </a:cubicBezTo>
                  <a:cubicBezTo>
                    <a:pt x="504" y="201"/>
                    <a:pt x="504" y="201"/>
                    <a:pt x="504" y="201"/>
                  </a:cubicBezTo>
                  <a:cubicBezTo>
                    <a:pt x="504" y="202"/>
                    <a:pt x="504" y="202"/>
                    <a:pt x="504" y="202"/>
                  </a:cubicBezTo>
                  <a:cubicBezTo>
                    <a:pt x="504" y="202"/>
                    <a:pt x="505" y="202"/>
                    <a:pt x="505" y="203"/>
                  </a:cubicBezTo>
                  <a:cubicBezTo>
                    <a:pt x="506" y="203"/>
                    <a:pt x="506" y="204"/>
                    <a:pt x="507" y="205"/>
                  </a:cubicBezTo>
                  <a:cubicBezTo>
                    <a:pt x="507" y="205"/>
                    <a:pt x="507" y="205"/>
                    <a:pt x="507" y="205"/>
                  </a:cubicBezTo>
                  <a:cubicBezTo>
                    <a:pt x="507" y="205"/>
                    <a:pt x="507" y="206"/>
                    <a:pt x="507" y="206"/>
                  </a:cubicBezTo>
                  <a:cubicBezTo>
                    <a:pt x="508" y="206"/>
                    <a:pt x="508" y="207"/>
                    <a:pt x="509" y="207"/>
                  </a:cubicBezTo>
                  <a:cubicBezTo>
                    <a:pt x="509" y="208"/>
                    <a:pt x="509" y="208"/>
                    <a:pt x="509" y="208"/>
                  </a:cubicBezTo>
                  <a:cubicBezTo>
                    <a:pt x="509" y="208"/>
                    <a:pt x="510" y="209"/>
                    <a:pt x="510" y="209"/>
                  </a:cubicBezTo>
                  <a:cubicBezTo>
                    <a:pt x="510" y="209"/>
                    <a:pt x="510" y="210"/>
                    <a:pt x="510" y="210"/>
                  </a:cubicBezTo>
                  <a:cubicBezTo>
                    <a:pt x="511" y="210"/>
                    <a:pt x="511" y="210"/>
                    <a:pt x="511" y="211"/>
                  </a:cubicBezTo>
                  <a:cubicBezTo>
                    <a:pt x="514" y="215"/>
                    <a:pt x="518" y="219"/>
                    <a:pt x="521" y="224"/>
                  </a:cubicBezTo>
                  <a:cubicBezTo>
                    <a:pt x="523" y="226"/>
                    <a:pt x="524" y="228"/>
                    <a:pt x="526" y="230"/>
                  </a:cubicBezTo>
                  <a:cubicBezTo>
                    <a:pt x="526" y="230"/>
                    <a:pt x="526" y="231"/>
                    <a:pt x="526" y="231"/>
                  </a:cubicBezTo>
                  <a:cubicBezTo>
                    <a:pt x="527" y="231"/>
                    <a:pt x="527" y="231"/>
                    <a:pt x="527" y="231"/>
                  </a:cubicBezTo>
                  <a:cubicBezTo>
                    <a:pt x="527" y="232"/>
                    <a:pt x="527" y="232"/>
                    <a:pt x="527" y="232"/>
                  </a:cubicBezTo>
                  <a:cubicBezTo>
                    <a:pt x="527" y="232"/>
                    <a:pt x="527" y="232"/>
                    <a:pt x="528" y="233"/>
                  </a:cubicBezTo>
                  <a:cubicBezTo>
                    <a:pt x="528" y="233"/>
                    <a:pt x="528" y="233"/>
                    <a:pt x="528" y="233"/>
                  </a:cubicBezTo>
                  <a:cubicBezTo>
                    <a:pt x="528" y="234"/>
                    <a:pt x="529" y="234"/>
                    <a:pt x="529" y="234"/>
                  </a:cubicBezTo>
                  <a:cubicBezTo>
                    <a:pt x="530" y="236"/>
                    <a:pt x="531" y="237"/>
                    <a:pt x="532" y="239"/>
                  </a:cubicBezTo>
                  <a:cubicBezTo>
                    <a:pt x="532" y="239"/>
                    <a:pt x="533" y="240"/>
                    <a:pt x="533" y="240"/>
                  </a:cubicBezTo>
                  <a:cubicBezTo>
                    <a:pt x="533" y="240"/>
                    <a:pt x="533" y="240"/>
                    <a:pt x="533" y="240"/>
                  </a:cubicBezTo>
                  <a:cubicBezTo>
                    <a:pt x="533" y="240"/>
                    <a:pt x="533" y="241"/>
                    <a:pt x="534" y="241"/>
                  </a:cubicBezTo>
                  <a:cubicBezTo>
                    <a:pt x="534" y="241"/>
                    <a:pt x="534" y="241"/>
                    <a:pt x="534" y="241"/>
                  </a:cubicBezTo>
                  <a:cubicBezTo>
                    <a:pt x="534" y="241"/>
                    <a:pt x="534" y="242"/>
                    <a:pt x="535" y="242"/>
                  </a:cubicBezTo>
                  <a:cubicBezTo>
                    <a:pt x="535" y="242"/>
                    <a:pt x="535" y="241"/>
                    <a:pt x="535" y="241"/>
                  </a:cubicBezTo>
                  <a:cubicBezTo>
                    <a:pt x="536" y="241"/>
                    <a:pt x="536" y="240"/>
                    <a:pt x="537" y="240"/>
                  </a:cubicBezTo>
                  <a:cubicBezTo>
                    <a:pt x="537" y="239"/>
                    <a:pt x="537" y="239"/>
                    <a:pt x="537" y="239"/>
                  </a:cubicBezTo>
                  <a:cubicBezTo>
                    <a:pt x="537" y="239"/>
                    <a:pt x="537" y="239"/>
                    <a:pt x="537" y="239"/>
                  </a:cubicBezTo>
                  <a:cubicBezTo>
                    <a:pt x="537" y="239"/>
                    <a:pt x="537" y="239"/>
                    <a:pt x="537" y="238"/>
                  </a:cubicBezTo>
                  <a:cubicBezTo>
                    <a:pt x="537" y="238"/>
                    <a:pt x="538" y="238"/>
                    <a:pt x="538" y="238"/>
                  </a:cubicBezTo>
                  <a:cubicBezTo>
                    <a:pt x="538" y="238"/>
                    <a:pt x="539" y="237"/>
                    <a:pt x="539" y="237"/>
                  </a:cubicBezTo>
                  <a:cubicBezTo>
                    <a:pt x="539" y="236"/>
                    <a:pt x="539" y="236"/>
                    <a:pt x="539" y="236"/>
                  </a:cubicBezTo>
                  <a:cubicBezTo>
                    <a:pt x="540" y="235"/>
                    <a:pt x="540" y="235"/>
                    <a:pt x="541" y="234"/>
                  </a:cubicBezTo>
                  <a:cubicBezTo>
                    <a:pt x="541" y="234"/>
                    <a:pt x="541" y="234"/>
                    <a:pt x="541" y="234"/>
                  </a:cubicBezTo>
                  <a:cubicBezTo>
                    <a:pt x="541" y="234"/>
                    <a:pt x="541" y="234"/>
                    <a:pt x="541" y="234"/>
                  </a:cubicBezTo>
                  <a:cubicBezTo>
                    <a:pt x="541" y="233"/>
                    <a:pt x="541" y="233"/>
                    <a:pt x="541" y="233"/>
                  </a:cubicBezTo>
                  <a:cubicBezTo>
                    <a:pt x="542" y="233"/>
                    <a:pt x="542" y="233"/>
                    <a:pt x="542" y="233"/>
                  </a:cubicBezTo>
                  <a:cubicBezTo>
                    <a:pt x="542" y="233"/>
                    <a:pt x="542" y="232"/>
                    <a:pt x="543" y="232"/>
                  </a:cubicBezTo>
                  <a:cubicBezTo>
                    <a:pt x="543" y="231"/>
                    <a:pt x="543" y="231"/>
                    <a:pt x="543" y="231"/>
                  </a:cubicBezTo>
                  <a:cubicBezTo>
                    <a:pt x="543" y="231"/>
                    <a:pt x="543" y="231"/>
                    <a:pt x="544" y="231"/>
                  </a:cubicBezTo>
                  <a:cubicBezTo>
                    <a:pt x="544" y="230"/>
                    <a:pt x="544" y="230"/>
                    <a:pt x="545" y="229"/>
                  </a:cubicBezTo>
                  <a:cubicBezTo>
                    <a:pt x="545" y="229"/>
                    <a:pt x="545" y="229"/>
                    <a:pt x="545" y="229"/>
                  </a:cubicBezTo>
                  <a:cubicBezTo>
                    <a:pt x="545" y="228"/>
                    <a:pt x="545" y="228"/>
                    <a:pt x="545" y="228"/>
                  </a:cubicBezTo>
                  <a:cubicBezTo>
                    <a:pt x="546" y="228"/>
                    <a:pt x="545" y="228"/>
                    <a:pt x="546" y="228"/>
                  </a:cubicBezTo>
                  <a:cubicBezTo>
                    <a:pt x="546" y="228"/>
                    <a:pt x="546" y="228"/>
                    <a:pt x="546" y="228"/>
                  </a:cubicBezTo>
                  <a:cubicBezTo>
                    <a:pt x="546" y="227"/>
                    <a:pt x="546" y="227"/>
                    <a:pt x="547" y="226"/>
                  </a:cubicBezTo>
                  <a:cubicBezTo>
                    <a:pt x="547" y="226"/>
                    <a:pt x="547" y="226"/>
                    <a:pt x="547" y="226"/>
                  </a:cubicBezTo>
                  <a:cubicBezTo>
                    <a:pt x="547" y="226"/>
                    <a:pt x="547" y="226"/>
                    <a:pt x="548" y="225"/>
                  </a:cubicBezTo>
                  <a:cubicBezTo>
                    <a:pt x="548" y="225"/>
                    <a:pt x="549" y="224"/>
                    <a:pt x="549" y="224"/>
                  </a:cubicBezTo>
                  <a:cubicBezTo>
                    <a:pt x="549" y="224"/>
                    <a:pt x="549" y="223"/>
                    <a:pt x="549" y="223"/>
                  </a:cubicBezTo>
                  <a:cubicBezTo>
                    <a:pt x="549" y="223"/>
                    <a:pt x="549" y="223"/>
                    <a:pt x="549" y="223"/>
                  </a:cubicBezTo>
                  <a:cubicBezTo>
                    <a:pt x="550" y="223"/>
                    <a:pt x="550" y="223"/>
                    <a:pt x="550" y="223"/>
                  </a:cubicBezTo>
                  <a:cubicBezTo>
                    <a:pt x="550" y="223"/>
                    <a:pt x="550" y="223"/>
                    <a:pt x="550" y="222"/>
                  </a:cubicBezTo>
                  <a:cubicBezTo>
                    <a:pt x="550" y="222"/>
                    <a:pt x="551" y="221"/>
                    <a:pt x="551" y="221"/>
                  </a:cubicBezTo>
                  <a:cubicBezTo>
                    <a:pt x="551" y="221"/>
                    <a:pt x="551" y="220"/>
                    <a:pt x="552" y="220"/>
                  </a:cubicBezTo>
                  <a:cubicBezTo>
                    <a:pt x="552" y="220"/>
                    <a:pt x="553" y="219"/>
                    <a:pt x="553" y="219"/>
                  </a:cubicBezTo>
                  <a:cubicBezTo>
                    <a:pt x="553" y="218"/>
                    <a:pt x="553" y="218"/>
                    <a:pt x="553" y="218"/>
                  </a:cubicBezTo>
                  <a:cubicBezTo>
                    <a:pt x="553" y="218"/>
                    <a:pt x="554" y="218"/>
                    <a:pt x="554" y="217"/>
                  </a:cubicBezTo>
                  <a:cubicBezTo>
                    <a:pt x="554" y="217"/>
                    <a:pt x="554" y="217"/>
                    <a:pt x="554" y="217"/>
                  </a:cubicBezTo>
                  <a:cubicBezTo>
                    <a:pt x="554" y="217"/>
                    <a:pt x="554" y="217"/>
                    <a:pt x="555" y="217"/>
                  </a:cubicBezTo>
                  <a:cubicBezTo>
                    <a:pt x="555" y="216"/>
                    <a:pt x="555" y="216"/>
                    <a:pt x="555" y="216"/>
                  </a:cubicBezTo>
                  <a:cubicBezTo>
                    <a:pt x="555" y="215"/>
                    <a:pt x="556" y="215"/>
                    <a:pt x="556" y="215"/>
                  </a:cubicBezTo>
                  <a:cubicBezTo>
                    <a:pt x="556" y="214"/>
                    <a:pt x="556" y="214"/>
                    <a:pt x="556" y="214"/>
                  </a:cubicBezTo>
                  <a:cubicBezTo>
                    <a:pt x="556" y="214"/>
                    <a:pt x="557" y="214"/>
                    <a:pt x="557" y="214"/>
                  </a:cubicBezTo>
                  <a:cubicBezTo>
                    <a:pt x="557" y="214"/>
                    <a:pt x="557" y="214"/>
                    <a:pt x="557" y="213"/>
                  </a:cubicBezTo>
                  <a:cubicBezTo>
                    <a:pt x="557" y="213"/>
                    <a:pt x="557" y="213"/>
                    <a:pt x="558" y="213"/>
                  </a:cubicBezTo>
                  <a:cubicBezTo>
                    <a:pt x="558" y="212"/>
                    <a:pt x="558" y="212"/>
                    <a:pt x="559" y="211"/>
                  </a:cubicBezTo>
                  <a:cubicBezTo>
                    <a:pt x="559" y="211"/>
                    <a:pt x="559" y="211"/>
                    <a:pt x="559" y="210"/>
                  </a:cubicBezTo>
                  <a:cubicBezTo>
                    <a:pt x="561" y="209"/>
                    <a:pt x="563" y="206"/>
                    <a:pt x="564" y="204"/>
                  </a:cubicBezTo>
                  <a:cubicBezTo>
                    <a:pt x="565" y="204"/>
                    <a:pt x="565" y="203"/>
                    <a:pt x="565" y="203"/>
                  </a:cubicBezTo>
                  <a:cubicBezTo>
                    <a:pt x="566" y="203"/>
                    <a:pt x="566" y="202"/>
                    <a:pt x="566" y="202"/>
                  </a:cubicBezTo>
                  <a:cubicBezTo>
                    <a:pt x="567" y="201"/>
                    <a:pt x="568" y="199"/>
                    <a:pt x="569" y="198"/>
                  </a:cubicBezTo>
                  <a:cubicBezTo>
                    <a:pt x="569" y="198"/>
                    <a:pt x="569" y="198"/>
                    <a:pt x="569" y="198"/>
                  </a:cubicBezTo>
                  <a:cubicBezTo>
                    <a:pt x="570" y="197"/>
                    <a:pt x="571" y="196"/>
                    <a:pt x="572" y="195"/>
                  </a:cubicBezTo>
                  <a:cubicBezTo>
                    <a:pt x="572" y="195"/>
                    <a:pt x="572" y="194"/>
                    <a:pt x="573" y="194"/>
                  </a:cubicBezTo>
                  <a:cubicBezTo>
                    <a:pt x="573" y="193"/>
                    <a:pt x="574" y="192"/>
                    <a:pt x="575" y="191"/>
                  </a:cubicBezTo>
                  <a:cubicBezTo>
                    <a:pt x="575" y="191"/>
                    <a:pt x="575" y="191"/>
                    <a:pt x="575" y="191"/>
                  </a:cubicBezTo>
                  <a:cubicBezTo>
                    <a:pt x="576" y="191"/>
                    <a:pt x="576" y="190"/>
                    <a:pt x="576" y="190"/>
                  </a:cubicBezTo>
                  <a:cubicBezTo>
                    <a:pt x="577" y="189"/>
                    <a:pt x="577" y="189"/>
                    <a:pt x="578" y="188"/>
                  </a:cubicBezTo>
                  <a:cubicBezTo>
                    <a:pt x="579" y="187"/>
                    <a:pt x="579" y="187"/>
                    <a:pt x="579" y="186"/>
                  </a:cubicBezTo>
                  <a:cubicBezTo>
                    <a:pt x="580" y="186"/>
                    <a:pt x="580" y="186"/>
                    <a:pt x="580" y="185"/>
                  </a:cubicBezTo>
                  <a:cubicBezTo>
                    <a:pt x="581" y="185"/>
                    <a:pt x="581" y="185"/>
                    <a:pt x="581" y="184"/>
                  </a:cubicBezTo>
                  <a:cubicBezTo>
                    <a:pt x="582" y="183"/>
                    <a:pt x="584" y="182"/>
                    <a:pt x="585" y="181"/>
                  </a:cubicBezTo>
                  <a:cubicBezTo>
                    <a:pt x="588" y="177"/>
                    <a:pt x="591" y="175"/>
                    <a:pt x="594" y="171"/>
                  </a:cubicBezTo>
                  <a:cubicBezTo>
                    <a:pt x="595" y="171"/>
                    <a:pt x="596" y="170"/>
                    <a:pt x="597" y="169"/>
                  </a:cubicBezTo>
                  <a:cubicBezTo>
                    <a:pt x="597" y="169"/>
                    <a:pt x="597" y="168"/>
                    <a:pt x="598" y="168"/>
                  </a:cubicBezTo>
                  <a:cubicBezTo>
                    <a:pt x="599" y="167"/>
                    <a:pt x="600" y="166"/>
                    <a:pt x="601" y="165"/>
                  </a:cubicBezTo>
                  <a:cubicBezTo>
                    <a:pt x="602" y="164"/>
                    <a:pt x="603" y="164"/>
                    <a:pt x="603" y="163"/>
                  </a:cubicBezTo>
                  <a:cubicBezTo>
                    <a:pt x="604" y="163"/>
                    <a:pt x="605" y="162"/>
                    <a:pt x="605" y="162"/>
                  </a:cubicBezTo>
                  <a:cubicBezTo>
                    <a:pt x="608" y="159"/>
                    <a:pt x="611" y="156"/>
                    <a:pt x="614" y="154"/>
                  </a:cubicBezTo>
                  <a:cubicBezTo>
                    <a:pt x="617" y="151"/>
                    <a:pt x="621" y="149"/>
                    <a:pt x="624" y="146"/>
                  </a:cubicBezTo>
                  <a:cubicBezTo>
                    <a:pt x="631" y="141"/>
                    <a:pt x="637" y="137"/>
                    <a:pt x="644" y="133"/>
                  </a:cubicBezTo>
                  <a:cubicBezTo>
                    <a:pt x="644" y="133"/>
                    <a:pt x="644" y="133"/>
                    <a:pt x="645" y="133"/>
                  </a:cubicBezTo>
                  <a:cubicBezTo>
                    <a:pt x="646" y="132"/>
                    <a:pt x="647" y="131"/>
                    <a:pt x="648" y="131"/>
                  </a:cubicBezTo>
                  <a:cubicBezTo>
                    <a:pt x="648" y="131"/>
                    <a:pt x="649" y="130"/>
                    <a:pt x="649" y="130"/>
                  </a:cubicBezTo>
                  <a:cubicBezTo>
                    <a:pt x="649" y="130"/>
                    <a:pt x="649" y="130"/>
                    <a:pt x="650" y="130"/>
                  </a:cubicBezTo>
                  <a:cubicBezTo>
                    <a:pt x="650" y="130"/>
                    <a:pt x="650" y="129"/>
                    <a:pt x="650" y="129"/>
                  </a:cubicBezTo>
                  <a:cubicBezTo>
                    <a:pt x="650" y="129"/>
                    <a:pt x="650" y="129"/>
                    <a:pt x="651" y="129"/>
                  </a:cubicBezTo>
                  <a:cubicBezTo>
                    <a:pt x="651" y="129"/>
                    <a:pt x="651" y="129"/>
                    <a:pt x="651" y="129"/>
                  </a:cubicBezTo>
                  <a:cubicBezTo>
                    <a:pt x="652" y="128"/>
                    <a:pt x="652" y="128"/>
                    <a:pt x="653" y="128"/>
                  </a:cubicBezTo>
                  <a:cubicBezTo>
                    <a:pt x="654" y="127"/>
                    <a:pt x="655" y="127"/>
                    <a:pt x="656" y="126"/>
                  </a:cubicBezTo>
                  <a:cubicBezTo>
                    <a:pt x="660" y="124"/>
                    <a:pt x="664" y="122"/>
                    <a:pt x="668" y="120"/>
                  </a:cubicBezTo>
                  <a:cubicBezTo>
                    <a:pt x="669" y="120"/>
                    <a:pt x="670" y="119"/>
                    <a:pt x="671" y="119"/>
                  </a:cubicBezTo>
                  <a:cubicBezTo>
                    <a:pt x="673" y="118"/>
                    <a:pt x="676" y="117"/>
                    <a:pt x="678" y="116"/>
                  </a:cubicBezTo>
                  <a:cubicBezTo>
                    <a:pt x="679" y="116"/>
                    <a:pt x="679" y="115"/>
                    <a:pt x="680" y="115"/>
                  </a:cubicBezTo>
                  <a:cubicBezTo>
                    <a:pt x="680" y="115"/>
                    <a:pt x="681" y="115"/>
                    <a:pt x="681" y="115"/>
                  </a:cubicBezTo>
                  <a:cubicBezTo>
                    <a:pt x="681" y="114"/>
                    <a:pt x="682" y="114"/>
                    <a:pt x="683" y="114"/>
                  </a:cubicBezTo>
                  <a:cubicBezTo>
                    <a:pt x="688" y="112"/>
                    <a:pt x="694" y="110"/>
                    <a:pt x="699" y="109"/>
                  </a:cubicBezTo>
                  <a:cubicBezTo>
                    <a:pt x="709" y="106"/>
                    <a:pt x="720" y="105"/>
                    <a:pt x="732" y="105"/>
                  </a:cubicBezTo>
                  <a:cubicBezTo>
                    <a:pt x="744" y="105"/>
                    <a:pt x="754" y="107"/>
                    <a:pt x="764" y="110"/>
                  </a:cubicBezTo>
                  <a:cubicBezTo>
                    <a:pt x="771" y="113"/>
                    <a:pt x="777" y="116"/>
                    <a:pt x="783" y="119"/>
                  </a:cubicBezTo>
                  <a:cubicBezTo>
                    <a:pt x="783" y="119"/>
                    <a:pt x="784" y="119"/>
                    <a:pt x="784" y="119"/>
                  </a:cubicBezTo>
                  <a:cubicBezTo>
                    <a:pt x="784" y="119"/>
                    <a:pt x="784" y="120"/>
                    <a:pt x="784" y="120"/>
                  </a:cubicBezTo>
                  <a:cubicBezTo>
                    <a:pt x="784" y="120"/>
                    <a:pt x="784" y="120"/>
                    <a:pt x="785" y="120"/>
                  </a:cubicBezTo>
                  <a:cubicBezTo>
                    <a:pt x="785" y="120"/>
                    <a:pt x="785" y="120"/>
                    <a:pt x="785" y="121"/>
                  </a:cubicBezTo>
                  <a:cubicBezTo>
                    <a:pt x="786" y="121"/>
                    <a:pt x="787" y="122"/>
                    <a:pt x="788" y="122"/>
                  </a:cubicBezTo>
                  <a:cubicBezTo>
                    <a:pt x="790" y="124"/>
                    <a:pt x="792" y="125"/>
                    <a:pt x="794" y="127"/>
                  </a:cubicBezTo>
                  <a:cubicBezTo>
                    <a:pt x="805" y="136"/>
                    <a:pt x="814" y="147"/>
                    <a:pt x="821" y="160"/>
                  </a:cubicBezTo>
                  <a:cubicBezTo>
                    <a:pt x="825" y="168"/>
                    <a:pt x="829" y="177"/>
                    <a:pt x="832" y="186"/>
                  </a:cubicBezTo>
                  <a:cubicBezTo>
                    <a:pt x="839" y="205"/>
                    <a:pt x="843" y="229"/>
                    <a:pt x="843" y="255"/>
                  </a:cubicBezTo>
                  <a:cubicBezTo>
                    <a:pt x="843" y="279"/>
                    <a:pt x="839" y="301"/>
                    <a:pt x="834" y="320"/>
                  </a:cubicBezTo>
                  <a:cubicBezTo>
                    <a:pt x="833" y="320"/>
                    <a:pt x="833" y="321"/>
                    <a:pt x="833" y="321"/>
                  </a:cubicBezTo>
                  <a:cubicBezTo>
                    <a:pt x="832" y="325"/>
                    <a:pt x="830" y="330"/>
                    <a:pt x="829" y="333"/>
                  </a:cubicBezTo>
                  <a:cubicBezTo>
                    <a:pt x="827" y="338"/>
                    <a:pt x="825" y="342"/>
                    <a:pt x="823" y="346"/>
                  </a:cubicBezTo>
                  <a:cubicBezTo>
                    <a:pt x="822" y="348"/>
                    <a:pt x="821" y="350"/>
                    <a:pt x="819" y="352"/>
                  </a:cubicBezTo>
                  <a:cubicBezTo>
                    <a:pt x="817" y="356"/>
                    <a:pt x="814" y="361"/>
                    <a:pt x="811" y="365"/>
                  </a:cubicBezTo>
                  <a:cubicBezTo>
                    <a:pt x="811" y="365"/>
                    <a:pt x="811" y="365"/>
                    <a:pt x="810" y="365"/>
                  </a:cubicBezTo>
                  <a:cubicBezTo>
                    <a:pt x="810" y="366"/>
                    <a:pt x="810" y="366"/>
                    <a:pt x="810" y="366"/>
                  </a:cubicBezTo>
                  <a:cubicBezTo>
                    <a:pt x="809" y="367"/>
                    <a:pt x="809" y="367"/>
                    <a:pt x="808" y="368"/>
                  </a:cubicBezTo>
                  <a:cubicBezTo>
                    <a:pt x="808" y="368"/>
                    <a:pt x="807" y="369"/>
                    <a:pt x="807" y="370"/>
                  </a:cubicBezTo>
                  <a:cubicBezTo>
                    <a:pt x="806" y="371"/>
                    <a:pt x="806" y="371"/>
                    <a:pt x="805" y="372"/>
                  </a:cubicBezTo>
                  <a:cubicBezTo>
                    <a:pt x="805" y="372"/>
                    <a:pt x="804" y="373"/>
                    <a:pt x="804" y="373"/>
                  </a:cubicBezTo>
                  <a:cubicBezTo>
                    <a:pt x="804" y="373"/>
                    <a:pt x="804" y="373"/>
                    <a:pt x="804" y="373"/>
                  </a:cubicBezTo>
                  <a:cubicBezTo>
                    <a:pt x="802" y="375"/>
                    <a:pt x="801" y="377"/>
                    <a:pt x="799" y="378"/>
                  </a:cubicBezTo>
                  <a:cubicBezTo>
                    <a:pt x="795" y="382"/>
                    <a:pt x="791" y="385"/>
                    <a:pt x="786" y="388"/>
                  </a:cubicBezTo>
                  <a:cubicBezTo>
                    <a:pt x="785" y="389"/>
                    <a:pt x="784" y="390"/>
                    <a:pt x="783" y="390"/>
                  </a:cubicBezTo>
                  <a:cubicBezTo>
                    <a:pt x="783" y="390"/>
                    <a:pt x="783" y="390"/>
                    <a:pt x="782" y="390"/>
                  </a:cubicBezTo>
                  <a:cubicBezTo>
                    <a:pt x="782" y="391"/>
                    <a:pt x="781" y="391"/>
                    <a:pt x="780" y="392"/>
                  </a:cubicBezTo>
                  <a:cubicBezTo>
                    <a:pt x="777" y="394"/>
                    <a:pt x="773" y="396"/>
                    <a:pt x="769" y="397"/>
                  </a:cubicBezTo>
                  <a:cubicBezTo>
                    <a:pt x="768" y="397"/>
                    <a:pt x="768" y="397"/>
                    <a:pt x="767" y="398"/>
                  </a:cubicBezTo>
                  <a:cubicBezTo>
                    <a:pt x="767" y="398"/>
                    <a:pt x="767" y="398"/>
                    <a:pt x="767" y="398"/>
                  </a:cubicBezTo>
                  <a:cubicBezTo>
                    <a:pt x="767" y="398"/>
                    <a:pt x="766" y="398"/>
                    <a:pt x="766" y="398"/>
                  </a:cubicBezTo>
                  <a:cubicBezTo>
                    <a:pt x="757" y="402"/>
                    <a:pt x="745" y="404"/>
                    <a:pt x="732" y="404"/>
                  </a:cubicBezTo>
                  <a:cubicBezTo>
                    <a:pt x="726" y="404"/>
                    <a:pt x="720" y="404"/>
                    <a:pt x="715" y="403"/>
                  </a:cubicBezTo>
                  <a:cubicBezTo>
                    <a:pt x="712" y="403"/>
                    <a:pt x="709" y="402"/>
                    <a:pt x="707" y="402"/>
                  </a:cubicBezTo>
                  <a:cubicBezTo>
                    <a:pt x="703" y="401"/>
                    <a:pt x="700" y="400"/>
                    <a:pt x="696" y="399"/>
                  </a:cubicBezTo>
                  <a:cubicBezTo>
                    <a:pt x="696" y="399"/>
                    <a:pt x="696" y="399"/>
                    <a:pt x="695" y="399"/>
                  </a:cubicBezTo>
                  <a:cubicBezTo>
                    <a:pt x="695" y="399"/>
                    <a:pt x="694" y="399"/>
                    <a:pt x="694" y="399"/>
                  </a:cubicBezTo>
                  <a:cubicBezTo>
                    <a:pt x="693" y="398"/>
                    <a:pt x="693" y="399"/>
                    <a:pt x="693" y="398"/>
                  </a:cubicBezTo>
                  <a:cubicBezTo>
                    <a:pt x="685" y="396"/>
                    <a:pt x="678" y="394"/>
                    <a:pt x="671" y="391"/>
                  </a:cubicBezTo>
                  <a:cubicBezTo>
                    <a:pt x="670" y="390"/>
                    <a:pt x="669" y="390"/>
                    <a:pt x="668" y="389"/>
                  </a:cubicBezTo>
                  <a:cubicBezTo>
                    <a:pt x="666" y="388"/>
                    <a:pt x="665" y="388"/>
                    <a:pt x="663" y="387"/>
                  </a:cubicBezTo>
                  <a:cubicBezTo>
                    <a:pt x="663" y="387"/>
                    <a:pt x="662" y="386"/>
                    <a:pt x="662" y="386"/>
                  </a:cubicBezTo>
                  <a:cubicBezTo>
                    <a:pt x="661" y="386"/>
                    <a:pt x="660" y="385"/>
                    <a:pt x="659" y="385"/>
                  </a:cubicBezTo>
                  <a:cubicBezTo>
                    <a:pt x="658" y="384"/>
                    <a:pt x="657" y="384"/>
                    <a:pt x="656" y="383"/>
                  </a:cubicBezTo>
                  <a:cubicBezTo>
                    <a:pt x="654" y="382"/>
                    <a:pt x="653" y="381"/>
                    <a:pt x="651" y="380"/>
                  </a:cubicBezTo>
                  <a:cubicBezTo>
                    <a:pt x="651" y="380"/>
                    <a:pt x="651" y="380"/>
                    <a:pt x="650" y="380"/>
                  </a:cubicBezTo>
                  <a:cubicBezTo>
                    <a:pt x="650" y="380"/>
                    <a:pt x="649" y="379"/>
                    <a:pt x="648" y="379"/>
                  </a:cubicBezTo>
                  <a:cubicBezTo>
                    <a:pt x="648" y="378"/>
                    <a:pt x="647" y="378"/>
                    <a:pt x="647" y="378"/>
                  </a:cubicBezTo>
                  <a:cubicBezTo>
                    <a:pt x="647" y="378"/>
                    <a:pt x="646" y="378"/>
                    <a:pt x="646" y="378"/>
                  </a:cubicBezTo>
                  <a:cubicBezTo>
                    <a:pt x="646" y="377"/>
                    <a:pt x="646" y="377"/>
                    <a:pt x="645" y="377"/>
                  </a:cubicBezTo>
                  <a:cubicBezTo>
                    <a:pt x="645" y="377"/>
                    <a:pt x="645" y="377"/>
                    <a:pt x="645" y="377"/>
                  </a:cubicBezTo>
                  <a:cubicBezTo>
                    <a:pt x="644" y="377"/>
                    <a:pt x="644" y="376"/>
                    <a:pt x="644" y="376"/>
                  </a:cubicBezTo>
                  <a:cubicBezTo>
                    <a:pt x="644" y="376"/>
                    <a:pt x="643" y="376"/>
                    <a:pt x="643" y="376"/>
                  </a:cubicBezTo>
                  <a:cubicBezTo>
                    <a:pt x="643" y="376"/>
                    <a:pt x="643" y="376"/>
                    <a:pt x="643" y="376"/>
                  </a:cubicBezTo>
                  <a:cubicBezTo>
                    <a:pt x="643" y="376"/>
                    <a:pt x="643" y="375"/>
                    <a:pt x="642" y="375"/>
                  </a:cubicBezTo>
                  <a:cubicBezTo>
                    <a:pt x="642" y="375"/>
                    <a:pt x="642" y="375"/>
                    <a:pt x="642" y="375"/>
                  </a:cubicBezTo>
                  <a:cubicBezTo>
                    <a:pt x="638" y="372"/>
                    <a:pt x="634" y="370"/>
                    <a:pt x="630" y="367"/>
                  </a:cubicBezTo>
                  <a:cubicBezTo>
                    <a:pt x="628" y="366"/>
                    <a:pt x="627" y="365"/>
                    <a:pt x="626" y="364"/>
                  </a:cubicBezTo>
                  <a:cubicBezTo>
                    <a:pt x="625" y="364"/>
                    <a:pt x="625" y="363"/>
                    <a:pt x="624" y="363"/>
                  </a:cubicBezTo>
                  <a:cubicBezTo>
                    <a:pt x="624" y="363"/>
                    <a:pt x="624" y="363"/>
                    <a:pt x="624" y="363"/>
                  </a:cubicBezTo>
                  <a:cubicBezTo>
                    <a:pt x="624" y="363"/>
                    <a:pt x="624" y="363"/>
                    <a:pt x="624" y="363"/>
                  </a:cubicBezTo>
                  <a:cubicBezTo>
                    <a:pt x="624" y="362"/>
                    <a:pt x="623" y="363"/>
                    <a:pt x="623" y="362"/>
                  </a:cubicBezTo>
                  <a:cubicBezTo>
                    <a:pt x="623" y="362"/>
                    <a:pt x="623" y="362"/>
                    <a:pt x="623" y="362"/>
                  </a:cubicBezTo>
                  <a:cubicBezTo>
                    <a:pt x="623" y="362"/>
                    <a:pt x="623" y="362"/>
                    <a:pt x="623" y="362"/>
                  </a:cubicBezTo>
                  <a:cubicBezTo>
                    <a:pt x="623" y="362"/>
                    <a:pt x="623" y="362"/>
                    <a:pt x="622" y="362"/>
                  </a:cubicBezTo>
                  <a:cubicBezTo>
                    <a:pt x="622" y="361"/>
                    <a:pt x="622" y="362"/>
                    <a:pt x="622" y="361"/>
                  </a:cubicBezTo>
                  <a:cubicBezTo>
                    <a:pt x="622" y="361"/>
                    <a:pt x="622" y="361"/>
                    <a:pt x="622" y="361"/>
                  </a:cubicBezTo>
                  <a:cubicBezTo>
                    <a:pt x="622" y="361"/>
                    <a:pt x="621" y="361"/>
                    <a:pt x="621" y="361"/>
                  </a:cubicBezTo>
                  <a:cubicBezTo>
                    <a:pt x="621" y="361"/>
                    <a:pt x="621" y="361"/>
                    <a:pt x="621" y="361"/>
                  </a:cubicBezTo>
                  <a:cubicBezTo>
                    <a:pt x="621" y="360"/>
                    <a:pt x="621" y="361"/>
                    <a:pt x="621" y="360"/>
                  </a:cubicBezTo>
                  <a:cubicBezTo>
                    <a:pt x="621" y="360"/>
                    <a:pt x="620" y="360"/>
                    <a:pt x="620" y="360"/>
                  </a:cubicBezTo>
                  <a:cubicBezTo>
                    <a:pt x="620" y="360"/>
                    <a:pt x="620" y="360"/>
                    <a:pt x="620" y="360"/>
                  </a:cubicBezTo>
                  <a:cubicBezTo>
                    <a:pt x="619" y="360"/>
                    <a:pt x="619" y="359"/>
                    <a:pt x="618" y="358"/>
                  </a:cubicBezTo>
                  <a:cubicBezTo>
                    <a:pt x="618" y="358"/>
                    <a:pt x="617" y="358"/>
                    <a:pt x="617" y="357"/>
                  </a:cubicBezTo>
                  <a:cubicBezTo>
                    <a:pt x="616" y="357"/>
                    <a:pt x="616" y="356"/>
                    <a:pt x="615" y="356"/>
                  </a:cubicBezTo>
                  <a:cubicBezTo>
                    <a:pt x="615" y="356"/>
                    <a:pt x="615" y="356"/>
                    <a:pt x="615" y="356"/>
                  </a:cubicBezTo>
                  <a:cubicBezTo>
                    <a:pt x="615" y="356"/>
                    <a:pt x="615" y="356"/>
                    <a:pt x="614" y="355"/>
                  </a:cubicBezTo>
                  <a:cubicBezTo>
                    <a:pt x="614" y="355"/>
                    <a:pt x="614" y="355"/>
                    <a:pt x="614" y="355"/>
                  </a:cubicBezTo>
                  <a:cubicBezTo>
                    <a:pt x="613" y="355"/>
                    <a:pt x="613" y="354"/>
                    <a:pt x="613" y="354"/>
                  </a:cubicBezTo>
                  <a:cubicBezTo>
                    <a:pt x="612" y="354"/>
                    <a:pt x="612" y="354"/>
                    <a:pt x="612" y="354"/>
                  </a:cubicBezTo>
                  <a:cubicBezTo>
                    <a:pt x="612" y="354"/>
                    <a:pt x="612" y="353"/>
                    <a:pt x="611" y="353"/>
                  </a:cubicBezTo>
                  <a:cubicBezTo>
                    <a:pt x="607" y="349"/>
                    <a:pt x="602" y="345"/>
                    <a:pt x="598" y="341"/>
                  </a:cubicBezTo>
                  <a:cubicBezTo>
                    <a:pt x="597" y="341"/>
                    <a:pt x="597" y="340"/>
                    <a:pt x="597" y="340"/>
                  </a:cubicBezTo>
                  <a:cubicBezTo>
                    <a:pt x="596" y="340"/>
                    <a:pt x="595" y="338"/>
                    <a:pt x="594" y="338"/>
                  </a:cubicBezTo>
                  <a:cubicBezTo>
                    <a:pt x="594" y="338"/>
                    <a:pt x="594" y="338"/>
                    <a:pt x="594" y="337"/>
                  </a:cubicBezTo>
                  <a:cubicBezTo>
                    <a:pt x="591" y="335"/>
                    <a:pt x="588" y="331"/>
                    <a:pt x="585" y="328"/>
                  </a:cubicBezTo>
                  <a:cubicBezTo>
                    <a:pt x="583" y="326"/>
                    <a:pt x="581" y="324"/>
                    <a:pt x="578" y="322"/>
                  </a:cubicBezTo>
                  <a:cubicBezTo>
                    <a:pt x="578" y="322"/>
                    <a:pt x="578" y="322"/>
                    <a:pt x="578" y="322"/>
                  </a:cubicBezTo>
                  <a:cubicBezTo>
                    <a:pt x="578" y="321"/>
                    <a:pt x="577" y="321"/>
                    <a:pt x="577" y="320"/>
                  </a:cubicBezTo>
                  <a:cubicBezTo>
                    <a:pt x="576" y="319"/>
                    <a:pt x="575" y="318"/>
                    <a:pt x="574" y="317"/>
                  </a:cubicBezTo>
                  <a:cubicBezTo>
                    <a:pt x="573" y="316"/>
                    <a:pt x="572" y="315"/>
                    <a:pt x="571" y="314"/>
                  </a:cubicBezTo>
                  <a:cubicBezTo>
                    <a:pt x="571" y="313"/>
                    <a:pt x="570" y="312"/>
                    <a:pt x="569" y="311"/>
                  </a:cubicBezTo>
                  <a:cubicBezTo>
                    <a:pt x="569" y="311"/>
                    <a:pt x="568" y="311"/>
                    <a:pt x="568" y="310"/>
                  </a:cubicBezTo>
                  <a:cubicBezTo>
                    <a:pt x="568" y="310"/>
                    <a:pt x="568" y="310"/>
                    <a:pt x="568" y="310"/>
                  </a:cubicBezTo>
                  <a:cubicBezTo>
                    <a:pt x="568" y="310"/>
                    <a:pt x="568" y="310"/>
                    <a:pt x="568" y="309"/>
                  </a:cubicBezTo>
                  <a:cubicBezTo>
                    <a:pt x="567" y="309"/>
                    <a:pt x="567" y="309"/>
                    <a:pt x="567" y="309"/>
                  </a:cubicBezTo>
                  <a:cubicBezTo>
                    <a:pt x="567" y="308"/>
                    <a:pt x="566" y="308"/>
                    <a:pt x="566" y="308"/>
                  </a:cubicBezTo>
                  <a:cubicBezTo>
                    <a:pt x="566" y="307"/>
                    <a:pt x="566" y="307"/>
                    <a:pt x="566" y="307"/>
                  </a:cubicBezTo>
                  <a:cubicBezTo>
                    <a:pt x="566" y="307"/>
                    <a:pt x="565" y="307"/>
                    <a:pt x="565" y="306"/>
                  </a:cubicBezTo>
                  <a:cubicBezTo>
                    <a:pt x="563" y="304"/>
                    <a:pt x="561" y="301"/>
                    <a:pt x="559" y="298"/>
                  </a:cubicBezTo>
                  <a:cubicBezTo>
                    <a:pt x="556" y="295"/>
                    <a:pt x="553" y="292"/>
                    <a:pt x="551" y="288"/>
                  </a:cubicBezTo>
                  <a:cubicBezTo>
                    <a:pt x="545" y="281"/>
                    <a:pt x="540" y="274"/>
                    <a:pt x="535" y="26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69" name="Freeform 6">
              <a:extLst>
                <a:ext uri="{FF2B5EF4-FFF2-40B4-BE49-F238E27FC236}">
                  <a16:creationId xmlns:a16="http://schemas.microsoft.com/office/drawing/2014/main" id="{A7EC1381-1AD8-F040-8E1E-8C308BD24212}"/>
                </a:ext>
              </a:extLst>
            </p:cNvPr>
            <p:cNvSpPr>
              <a:spLocks/>
            </p:cNvSpPr>
            <p:nvPr/>
          </p:nvSpPr>
          <p:spPr bwMode="auto">
            <a:xfrm>
              <a:off x="3353" y="1747"/>
              <a:ext cx="77" cy="72"/>
            </a:xfrm>
            <a:custGeom>
              <a:avLst/>
              <a:gdLst>
                <a:gd name="T0" fmla="*/ 16 w 18"/>
                <a:gd name="T1" fmla="*/ 0 h 17"/>
                <a:gd name="T2" fmla="*/ 18 w 18"/>
                <a:gd name="T3" fmla="*/ 2 h 17"/>
                <a:gd name="T4" fmla="*/ 18 w 18"/>
                <a:gd name="T5" fmla="*/ 5 h 17"/>
                <a:gd name="T6" fmla="*/ 17 w 18"/>
                <a:gd name="T7" fmla="*/ 6 h 17"/>
                <a:gd name="T8" fmla="*/ 17 w 18"/>
                <a:gd name="T9" fmla="*/ 7 h 17"/>
                <a:gd name="T10" fmla="*/ 16 w 18"/>
                <a:gd name="T11" fmla="*/ 9 h 17"/>
                <a:gd name="T12" fmla="*/ 14 w 18"/>
                <a:gd name="T13" fmla="*/ 11 h 17"/>
                <a:gd name="T14" fmla="*/ 10 w 18"/>
                <a:gd name="T15" fmla="*/ 15 h 17"/>
                <a:gd name="T16" fmla="*/ 8 w 18"/>
                <a:gd name="T17" fmla="*/ 17 h 17"/>
                <a:gd name="T18" fmla="*/ 4 w 18"/>
                <a:gd name="T19" fmla="*/ 16 h 17"/>
                <a:gd name="T20" fmla="*/ 3 w 18"/>
                <a:gd name="T21" fmla="*/ 16 h 17"/>
                <a:gd name="T22" fmla="*/ 3 w 18"/>
                <a:gd name="T23" fmla="*/ 16 h 17"/>
                <a:gd name="T24" fmla="*/ 2 w 18"/>
                <a:gd name="T25" fmla="*/ 16 h 17"/>
                <a:gd name="T26" fmla="*/ 1 w 18"/>
                <a:gd name="T27" fmla="*/ 15 h 17"/>
                <a:gd name="T28" fmla="*/ 1 w 18"/>
                <a:gd name="T29" fmla="*/ 14 h 17"/>
                <a:gd name="T30" fmla="*/ 0 w 18"/>
                <a:gd name="T31" fmla="*/ 12 h 17"/>
                <a:gd name="T32" fmla="*/ 1 w 18"/>
                <a:gd name="T33" fmla="*/ 7 h 17"/>
                <a:gd name="T34" fmla="*/ 3 w 18"/>
                <a:gd name="T35" fmla="*/ 5 h 17"/>
                <a:gd name="T36" fmla="*/ 3 w 18"/>
                <a:gd name="T37" fmla="*/ 4 h 17"/>
                <a:gd name="T38" fmla="*/ 3 w 18"/>
                <a:gd name="T39" fmla="*/ 4 h 17"/>
                <a:gd name="T40" fmla="*/ 4 w 18"/>
                <a:gd name="T41" fmla="*/ 4 h 17"/>
                <a:gd name="T42" fmla="*/ 6 w 18"/>
                <a:gd name="T43" fmla="*/ 2 h 17"/>
                <a:gd name="T44" fmla="*/ 6 w 18"/>
                <a:gd name="T45" fmla="*/ 2 h 17"/>
                <a:gd name="T46" fmla="*/ 6 w 18"/>
                <a:gd name="T47" fmla="*/ 2 h 17"/>
                <a:gd name="T48" fmla="*/ 7 w 18"/>
                <a:gd name="T49" fmla="*/ 1 h 17"/>
                <a:gd name="T50" fmla="*/ 12 w 18"/>
                <a:gd name="T51" fmla="*/ 0 h 17"/>
                <a:gd name="T52" fmla="*/ 13 w 18"/>
                <a:gd name="T53" fmla="*/ 0 h 17"/>
                <a:gd name="T54" fmla="*/ 14 w 18"/>
                <a:gd name="T55" fmla="*/ 0 h 17"/>
                <a:gd name="T56" fmla="*/ 16 w 18"/>
                <a:gd name="T5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 h="17">
                  <a:moveTo>
                    <a:pt x="16" y="0"/>
                  </a:moveTo>
                  <a:cubicBezTo>
                    <a:pt x="17" y="1"/>
                    <a:pt x="17" y="2"/>
                    <a:pt x="18" y="2"/>
                  </a:cubicBezTo>
                  <a:cubicBezTo>
                    <a:pt x="18" y="3"/>
                    <a:pt x="18" y="4"/>
                    <a:pt x="18" y="5"/>
                  </a:cubicBezTo>
                  <a:cubicBezTo>
                    <a:pt x="18" y="5"/>
                    <a:pt x="17" y="5"/>
                    <a:pt x="17" y="6"/>
                  </a:cubicBezTo>
                  <a:cubicBezTo>
                    <a:pt x="17" y="6"/>
                    <a:pt x="17" y="7"/>
                    <a:pt x="17" y="7"/>
                  </a:cubicBezTo>
                  <a:cubicBezTo>
                    <a:pt x="17" y="8"/>
                    <a:pt x="16" y="8"/>
                    <a:pt x="16" y="9"/>
                  </a:cubicBezTo>
                  <a:cubicBezTo>
                    <a:pt x="15" y="10"/>
                    <a:pt x="15" y="11"/>
                    <a:pt x="14" y="11"/>
                  </a:cubicBezTo>
                  <a:cubicBezTo>
                    <a:pt x="13" y="13"/>
                    <a:pt x="12" y="14"/>
                    <a:pt x="10" y="15"/>
                  </a:cubicBezTo>
                  <a:cubicBezTo>
                    <a:pt x="10" y="16"/>
                    <a:pt x="9" y="16"/>
                    <a:pt x="8" y="17"/>
                  </a:cubicBezTo>
                  <a:cubicBezTo>
                    <a:pt x="6" y="16"/>
                    <a:pt x="5" y="17"/>
                    <a:pt x="4" y="16"/>
                  </a:cubicBezTo>
                  <a:cubicBezTo>
                    <a:pt x="4" y="16"/>
                    <a:pt x="3" y="16"/>
                    <a:pt x="3" y="16"/>
                  </a:cubicBezTo>
                  <a:cubicBezTo>
                    <a:pt x="3" y="16"/>
                    <a:pt x="3" y="16"/>
                    <a:pt x="3" y="16"/>
                  </a:cubicBezTo>
                  <a:cubicBezTo>
                    <a:pt x="3" y="16"/>
                    <a:pt x="2" y="16"/>
                    <a:pt x="2" y="16"/>
                  </a:cubicBezTo>
                  <a:cubicBezTo>
                    <a:pt x="2" y="16"/>
                    <a:pt x="1" y="15"/>
                    <a:pt x="1" y="15"/>
                  </a:cubicBezTo>
                  <a:cubicBezTo>
                    <a:pt x="1" y="14"/>
                    <a:pt x="1" y="14"/>
                    <a:pt x="1" y="14"/>
                  </a:cubicBezTo>
                  <a:cubicBezTo>
                    <a:pt x="1" y="13"/>
                    <a:pt x="0" y="13"/>
                    <a:pt x="0" y="12"/>
                  </a:cubicBezTo>
                  <a:cubicBezTo>
                    <a:pt x="0" y="11"/>
                    <a:pt x="1" y="9"/>
                    <a:pt x="1" y="7"/>
                  </a:cubicBezTo>
                  <a:cubicBezTo>
                    <a:pt x="1" y="7"/>
                    <a:pt x="2" y="6"/>
                    <a:pt x="3" y="5"/>
                  </a:cubicBezTo>
                  <a:cubicBezTo>
                    <a:pt x="3" y="5"/>
                    <a:pt x="3" y="5"/>
                    <a:pt x="3" y="4"/>
                  </a:cubicBezTo>
                  <a:cubicBezTo>
                    <a:pt x="3" y="4"/>
                    <a:pt x="3" y="4"/>
                    <a:pt x="3" y="4"/>
                  </a:cubicBezTo>
                  <a:cubicBezTo>
                    <a:pt x="4" y="4"/>
                    <a:pt x="4" y="4"/>
                    <a:pt x="4" y="4"/>
                  </a:cubicBezTo>
                  <a:cubicBezTo>
                    <a:pt x="5" y="3"/>
                    <a:pt x="5" y="3"/>
                    <a:pt x="6" y="2"/>
                  </a:cubicBezTo>
                  <a:cubicBezTo>
                    <a:pt x="6" y="2"/>
                    <a:pt x="6" y="2"/>
                    <a:pt x="6" y="2"/>
                  </a:cubicBezTo>
                  <a:cubicBezTo>
                    <a:pt x="6" y="2"/>
                    <a:pt x="6" y="2"/>
                    <a:pt x="6" y="2"/>
                  </a:cubicBezTo>
                  <a:cubicBezTo>
                    <a:pt x="7" y="1"/>
                    <a:pt x="7" y="1"/>
                    <a:pt x="7" y="1"/>
                  </a:cubicBezTo>
                  <a:cubicBezTo>
                    <a:pt x="8" y="1"/>
                    <a:pt x="11" y="0"/>
                    <a:pt x="12" y="0"/>
                  </a:cubicBezTo>
                  <a:cubicBezTo>
                    <a:pt x="12" y="0"/>
                    <a:pt x="13" y="0"/>
                    <a:pt x="13" y="0"/>
                  </a:cubicBezTo>
                  <a:cubicBezTo>
                    <a:pt x="13" y="0"/>
                    <a:pt x="14" y="0"/>
                    <a:pt x="14" y="0"/>
                  </a:cubicBezTo>
                  <a:cubicBezTo>
                    <a:pt x="15" y="0"/>
                    <a:pt x="15" y="1"/>
                    <a:pt x="1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0" name="Freeform 7">
              <a:extLst>
                <a:ext uri="{FF2B5EF4-FFF2-40B4-BE49-F238E27FC236}">
                  <a16:creationId xmlns:a16="http://schemas.microsoft.com/office/drawing/2014/main" id="{42820FBF-30E1-0343-8A34-FA7B7E765C2B}"/>
                </a:ext>
              </a:extLst>
            </p:cNvPr>
            <p:cNvSpPr>
              <a:spLocks/>
            </p:cNvSpPr>
            <p:nvPr/>
          </p:nvSpPr>
          <p:spPr bwMode="auto">
            <a:xfrm>
              <a:off x="3310" y="1881"/>
              <a:ext cx="90" cy="277"/>
            </a:xfrm>
            <a:custGeom>
              <a:avLst/>
              <a:gdLst>
                <a:gd name="T0" fmla="*/ 20 w 21"/>
                <a:gd name="T1" fmla="*/ 4 h 66"/>
                <a:gd name="T2" fmla="*/ 21 w 21"/>
                <a:gd name="T3" fmla="*/ 6 h 66"/>
                <a:gd name="T4" fmla="*/ 20 w 21"/>
                <a:gd name="T5" fmla="*/ 9 h 66"/>
                <a:gd name="T6" fmla="*/ 20 w 21"/>
                <a:gd name="T7" fmla="*/ 11 h 66"/>
                <a:gd name="T8" fmla="*/ 19 w 21"/>
                <a:gd name="T9" fmla="*/ 13 h 66"/>
                <a:gd name="T10" fmla="*/ 20 w 21"/>
                <a:gd name="T11" fmla="*/ 14 h 66"/>
                <a:gd name="T12" fmla="*/ 20 w 21"/>
                <a:gd name="T13" fmla="*/ 15 h 66"/>
                <a:gd name="T14" fmla="*/ 19 w 21"/>
                <a:gd name="T15" fmla="*/ 17 h 66"/>
                <a:gd name="T16" fmla="*/ 19 w 21"/>
                <a:gd name="T17" fmla="*/ 17 h 66"/>
                <a:gd name="T18" fmla="*/ 19 w 21"/>
                <a:gd name="T19" fmla="*/ 18 h 66"/>
                <a:gd name="T20" fmla="*/ 18 w 21"/>
                <a:gd name="T21" fmla="*/ 24 h 66"/>
                <a:gd name="T22" fmla="*/ 19 w 21"/>
                <a:gd name="T23" fmla="*/ 26 h 66"/>
                <a:gd name="T24" fmla="*/ 19 w 21"/>
                <a:gd name="T25" fmla="*/ 28 h 66"/>
                <a:gd name="T26" fmla="*/ 19 w 21"/>
                <a:gd name="T27" fmla="*/ 29 h 66"/>
                <a:gd name="T28" fmla="*/ 19 w 21"/>
                <a:gd name="T29" fmla="*/ 32 h 66"/>
                <a:gd name="T30" fmla="*/ 19 w 21"/>
                <a:gd name="T31" fmla="*/ 33 h 66"/>
                <a:gd name="T32" fmla="*/ 18 w 21"/>
                <a:gd name="T33" fmla="*/ 35 h 66"/>
                <a:gd name="T34" fmla="*/ 19 w 21"/>
                <a:gd name="T35" fmla="*/ 40 h 66"/>
                <a:gd name="T36" fmla="*/ 18 w 21"/>
                <a:gd name="T37" fmla="*/ 40 h 66"/>
                <a:gd name="T38" fmla="*/ 18 w 21"/>
                <a:gd name="T39" fmla="*/ 41 h 66"/>
                <a:gd name="T40" fmla="*/ 17 w 21"/>
                <a:gd name="T41" fmla="*/ 52 h 66"/>
                <a:gd name="T42" fmla="*/ 17 w 21"/>
                <a:gd name="T43" fmla="*/ 57 h 66"/>
                <a:gd name="T44" fmla="*/ 16 w 21"/>
                <a:gd name="T45" fmla="*/ 58 h 66"/>
                <a:gd name="T46" fmla="*/ 16 w 21"/>
                <a:gd name="T47" fmla="*/ 59 h 66"/>
                <a:gd name="T48" fmla="*/ 14 w 21"/>
                <a:gd name="T49" fmla="*/ 61 h 66"/>
                <a:gd name="T50" fmla="*/ 13 w 21"/>
                <a:gd name="T51" fmla="*/ 62 h 66"/>
                <a:gd name="T52" fmla="*/ 11 w 21"/>
                <a:gd name="T53" fmla="*/ 63 h 66"/>
                <a:gd name="T54" fmla="*/ 11 w 21"/>
                <a:gd name="T55" fmla="*/ 63 h 66"/>
                <a:gd name="T56" fmla="*/ 4 w 21"/>
                <a:gd name="T57" fmla="*/ 65 h 66"/>
                <a:gd name="T58" fmla="*/ 0 w 21"/>
                <a:gd name="T59" fmla="*/ 62 h 66"/>
                <a:gd name="T60" fmla="*/ 0 w 21"/>
                <a:gd name="T61" fmla="*/ 56 h 66"/>
                <a:gd name="T62" fmla="*/ 1 w 21"/>
                <a:gd name="T63" fmla="*/ 49 h 66"/>
                <a:gd name="T64" fmla="*/ 1 w 21"/>
                <a:gd name="T65" fmla="*/ 46 h 66"/>
                <a:gd name="T66" fmla="*/ 2 w 21"/>
                <a:gd name="T67" fmla="*/ 37 h 66"/>
                <a:gd name="T68" fmla="*/ 2 w 21"/>
                <a:gd name="T69" fmla="*/ 37 h 66"/>
                <a:gd name="T70" fmla="*/ 2 w 21"/>
                <a:gd name="T71" fmla="*/ 34 h 66"/>
                <a:gd name="T72" fmla="*/ 3 w 21"/>
                <a:gd name="T73" fmla="*/ 30 h 66"/>
                <a:gd name="T74" fmla="*/ 3 w 21"/>
                <a:gd name="T75" fmla="*/ 27 h 66"/>
                <a:gd name="T76" fmla="*/ 3 w 21"/>
                <a:gd name="T77" fmla="*/ 27 h 66"/>
                <a:gd name="T78" fmla="*/ 3 w 21"/>
                <a:gd name="T79" fmla="*/ 25 h 66"/>
                <a:gd name="T80" fmla="*/ 4 w 21"/>
                <a:gd name="T81" fmla="*/ 19 h 66"/>
                <a:gd name="T82" fmla="*/ 6 w 21"/>
                <a:gd name="T83" fmla="*/ 8 h 66"/>
                <a:gd name="T84" fmla="*/ 10 w 21"/>
                <a:gd name="T85" fmla="*/ 3 h 66"/>
                <a:gd name="T86" fmla="*/ 12 w 21"/>
                <a:gd name="T87" fmla="*/ 1 h 66"/>
                <a:gd name="T88" fmla="*/ 17 w 21"/>
                <a:gd name="T89" fmla="*/ 0 h 66"/>
                <a:gd name="T90" fmla="*/ 19 w 21"/>
                <a:gd name="T91" fmla="*/ 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 h="66">
                  <a:moveTo>
                    <a:pt x="19" y="4"/>
                  </a:moveTo>
                  <a:cubicBezTo>
                    <a:pt x="19" y="4"/>
                    <a:pt x="20" y="4"/>
                    <a:pt x="20" y="4"/>
                  </a:cubicBezTo>
                  <a:cubicBezTo>
                    <a:pt x="20" y="5"/>
                    <a:pt x="20" y="5"/>
                    <a:pt x="20" y="5"/>
                  </a:cubicBezTo>
                  <a:cubicBezTo>
                    <a:pt x="20" y="5"/>
                    <a:pt x="20" y="6"/>
                    <a:pt x="21" y="6"/>
                  </a:cubicBezTo>
                  <a:cubicBezTo>
                    <a:pt x="20" y="7"/>
                    <a:pt x="21" y="8"/>
                    <a:pt x="20" y="8"/>
                  </a:cubicBezTo>
                  <a:cubicBezTo>
                    <a:pt x="20" y="9"/>
                    <a:pt x="20" y="9"/>
                    <a:pt x="20" y="9"/>
                  </a:cubicBezTo>
                  <a:cubicBezTo>
                    <a:pt x="20" y="10"/>
                    <a:pt x="20" y="10"/>
                    <a:pt x="20" y="10"/>
                  </a:cubicBezTo>
                  <a:cubicBezTo>
                    <a:pt x="20" y="11"/>
                    <a:pt x="20" y="11"/>
                    <a:pt x="20" y="11"/>
                  </a:cubicBezTo>
                  <a:cubicBezTo>
                    <a:pt x="20" y="12"/>
                    <a:pt x="20" y="12"/>
                    <a:pt x="20" y="12"/>
                  </a:cubicBezTo>
                  <a:cubicBezTo>
                    <a:pt x="20" y="12"/>
                    <a:pt x="19" y="13"/>
                    <a:pt x="19" y="13"/>
                  </a:cubicBezTo>
                  <a:cubicBezTo>
                    <a:pt x="19" y="13"/>
                    <a:pt x="20" y="13"/>
                    <a:pt x="20" y="13"/>
                  </a:cubicBezTo>
                  <a:cubicBezTo>
                    <a:pt x="20" y="13"/>
                    <a:pt x="19" y="13"/>
                    <a:pt x="20" y="14"/>
                  </a:cubicBezTo>
                  <a:cubicBezTo>
                    <a:pt x="20" y="14"/>
                    <a:pt x="19" y="14"/>
                    <a:pt x="19" y="15"/>
                  </a:cubicBezTo>
                  <a:cubicBezTo>
                    <a:pt x="19" y="15"/>
                    <a:pt x="20" y="15"/>
                    <a:pt x="20" y="15"/>
                  </a:cubicBezTo>
                  <a:cubicBezTo>
                    <a:pt x="19" y="15"/>
                    <a:pt x="19" y="16"/>
                    <a:pt x="19" y="16"/>
                  </a:cubicBezTo>
                  <a:cubicBezTo>
                    <a:pt x="19" y="16"/>
                    <a:pt x="19" y="16"/>
                    <a:pt x="19" y="17"/>
                  </a:cubicBezTo>
                  <a:cubicBezTo>
                    <a:pt x="19" y="17"/>
                    <a:pt x="19" y="17"/>
                    <a:pt x="19" y="17"/>
                  </a:cubicBezTo>
                  <a:cubicBezTo>
                    <a:pt x="19" y="17"/>
                    <a:pt x="19" y="17"/>
                    <a:pt x="19" y="17"/>
                  </a:cubicBezTo>
                  <a:cubicBezTo>
                    <a:pt x="19" y="18"/>
                    <a:pt x="19" y="18"/>
                    <a:pt x="19" y="18"/>
                  </a:cubicBezTo>
                  <a:cubicBezTo>
                    <a:pt x="19" y="18"/>
                    <a:pt x="19" y="18"/>
                    <a:pt x="19" y="18"/>
                  </a:cubicBezTo>
                  <a:cubicBezTo>
                    <a:pt x="19" y="19"/>
                    <a:pt x="19" y="22"/>
                    <a:pt x="19" y="23"/>
                  </a:cubicBezTo>
                  <a:cubicBezTo>
                    <a:pt x="19" y="23"/>
                    <a:pt x="19" y="24"/>
                    <a:pt x="18" y="24"/>
                  </a:cubicBezTo>
                  <a:cubicBezTo>
                    <a:pt x="19" y="25"/>
                    <a:pt x="19" y="25"/>
                    <a:pt x="19" y="25"/>
                  </a:cubicBezTo>
                  <a:cubicBezTo>
                    <a:pt x="19" y="25"/>
                    <a:pt x="19" y="26"/>
                    <a:pt x="19" y="26"/>
                  </a:cubicBezTo>
                  <a:cubicBezTo>
                    <a:pt x="19" y="26"/>
                    <a:pt x="19" y="26"/>
                    <a:pt x="19" y="26"/>
                  </a:cubicBezTo>
                  <a:cubicBezTo>
                    <a:pt x="19" y="27"/>
                    <a:pt x="18" y="28"/>
                    <a:pt x="19" y="28"/>
                  </a:cubicBezTo>
                  <a:cubicBezTo>
                    <a:pt x="19" y="28"/>
                    <a:pt x="19" y="28"/>
                    <a:pt x="19" y="29"/>
                  </a:cubicBezTo>
                  <a:cubicBezTo>
                    <a:pt x="19" y="29"/>
                    <a:pt x="19" y="29"/>
                    <a:pt x="19" y="29"/>
                  </a:cubicBezTo>
                  <a:cubicBezTo>
                    <a:pt x="19" y="29"/>
                    <a:pt x="18" y="29"/>
                    <a:pt x="19" y="30"/>
                  </a:cubicBezTo>
                  <a:cubicBezTo>
                    <a:pt x="19" y="31"/>
                    <a:pt x="19" y="31"/>
                    <a:pt x="19" y="32"/>
                  </a:cubicBezTo>
                  <a:cubicBezTo>
                    <a:pt x="19" y="32"/>
                    <a:pt x="19" y="32"/>
                    <a:pt x="19" y="32"/>
                  </a:cubicBezTo>
                  <a:cubicBezTo>
                    <a:pt x="19" y="32"/>
                    <a:pt x="19" y="33"/>
                    <a:pt x="19" y="33"/>
                  </a:cubicBezTo>
                  <a:cubicBezTo>
                    <a:pt x="19" y="34"/>
                    <a:pt x="19" y="34"/>
                    <a:pt x="19" y="34"/>
                  </a:cubicBezTo>
                  <a:cubicBezTo>
                    <a:pt x="18" y="34"/>
                    <a:pt x="19" y="35"/>
                    <a:pt x="18" y="35"/>
                  </a:cubicBezTo>
                  <a:cubicBezTo>
                    <a:pt x="18" y="36"/>
                    <a:pt x="18" y="37"/>
                    <a:pt x="18" y="38"/>
                  </a:cubicBezTo>
                  <a:cubicBezTo>
                    <a:pt x="18" y="38"/>
                    <a:pt x="19" y="39"/>
                    <a:pt x="19" y="40"/>
                  </a:cubicBezTo>
                  <a:cubicBezTo>
                    <a:pt x="19" y="40"/>
                    <a:pt x="18" y="39"/>
                    <a:pt x="18" y="39"/>
                  </a:cubicBezTo>
                  <a:cubicBezTo>
                    <a:pt x="18" y="40"/>
                    <a:pt x="18" y="40"/>
                    <a:pt x="18" y="40"/>
                  </a:cubicBezTo>
                  <a:cubicBezTo>
                    <a:pt x="18" y="41"/>
                    <a:pt x="19" y="40"/>
                    <a:pt x="19" y="41"/>
                  </a:cubicBezTo>
                  <a:cubicBezTo>
                    <a:pt x="19" y="42"/>
                    <a:pt x="18" y="41"/>
                    <a:pt x="18" y="41"/>
                  </a:cubicBezTo>
                  <a:cubicBezTo>
                    <a:pt x="17" y="42"/>
                    <a:pt x="18" y="44"/>
                    <a:pt x="17" y="46"/>
                  </a:cubicBezTo>
                  <a:cubicBezTo>
                    <a:pt x="17" y="48"/>
                    <a:pt x="17" y="50"/>
                    <a:pt x="17" y="52"/>
                  </a:cubicBezTo>
                  <a:cubicBezTo>
                    <a:pt x="17" y="52"/>
                    <a:pt x="18" y="52"/>
                    <a:pt x="18" y="53"/>
                  </a:cubicBezTo>
                  <a:cubicBezTo>
                    <a:pt x="17" y="54"/>
                    <a:pt x="17" y="55"/>
                    <a:pt x="17" y="57"/>
                  </a:cubicBezTo>
                  <a:cubicBezTo>
                    <a:pt x="17" y="57"/>
                    <a:pt x="17" y="57"/>
                    <a:pt x="16" y="57"/>
                  </a:cubicBezTo>
                  <a:cubicBezTo>
                    <a:pt x="16" y="57"/>
                    <a:pt x="16" y="58"/>
                    <a:pt x="16" y="58"/>
                  </a:cubicBezTo>
                  <a:cubicBezTo>
                    <a:pt x="16" y="58"/>
                    <a:pt x="16" y="58"/>
                    <a:pt x="16" y="58"/>
                  </a:cubicBezTo>
                  <a:cubicBezTo>
                    <a:pt x="16" y="58"/>
                    <a:pt x="16" y="59"/>
                    <a:pt x="16" y="59"/>
                  </a:cubicBezTo>
                  <a:cubicBezTo>
                    <a:pt x="15" y="59"/>
                    <a:pt x="15" y="60"/>
                    <a:pt x="14" y="60"/>
                  </a:cubicBezTo>
                  <a:cubicBezTo>
                    <a:pt x="14" y="61"/>
                    <a:pt x="14" y="61"/>
                    <a:pt x="14" y="61"/>
                  </a:cubicBezTo>
                  <a:cubicBezTo>
                    <a:pt x="13" y="61"/>
                    <a:pt x="13" y="62"/>
                    <a:pt x="13" y="62"/>
                  </a:cubicBezTo>
                  <a:cubicBezTo>
                    <a:pt x="13" y="62"/>
                    <a:pt x="13" y="62"/>
                    <a:pt x="13" y="62"/>
                  </a:cubicBezTo>
                  <a:cubicBezTo>
                    <a:pt x="13" y="62"/>
                    <a:pt x="13" y="62"/>
                    <a:pt x="12" y="62"/>
                  </a:cubicBezTo>
                  <a:cubicBezTo>
                    <a:pt x="12" y="63"/>
                    <a:pt x="12" y="63"/>
                    <a:pt x="11" y="63"/>
                  </a:cubicBezTo>
                  <a:cubicBezTo>
                    <a:pt x="11" y="63"/>
                    <a:pt x="11" y="63"/>
                    <a:pt x="11" y="63"/>
                  </a:cubicBezTo>
                  <a:cubicBezTo>
                    <a:pt x="11" y="63"/>
                    <a:pt x="11" y="63"/>
                    <a:pt x="11" y="63"/>
                  </a:cubicBezTo>
                  <a:cubicBezTo>
                    <a:pt x="10" y="63"/>
                    <a:pt x="10" y="63"/>
                    <a:pt x="10" y="64"/>
                  </a:cubicBezTo>
                  <a:cubicBezTo>
                    <a:pt x="8" y="65"/>
                    <a:pt x="6" y="66"/>
                    <a:pt x="4" y="65"/>
                  </a:cubicBezTo>
                  <a:cubicBezTo>
                    <a:pt x="3" y="65"/>
                    <a:pt x="2" y="65"/>
                    <a:pt x="1" y="65"/>
                  </a:cubicBezTo>
                  <a:cubicBezTo>
                    <a:pt x="1" y="64"/>
                    <a:pt x="1" y="64"/>
                    <a:pt x="0" y="62"/>
                  </a:cubicBezTo>
                  <a:cubicBezTo>
                    <a:pt x="0" y="62"/>
                    <a:pt x="0" y="62"/>
                    <a:pt x="0" y="62"/>
                  </a:cubicBezTo>
                  <a:cubicBezTo>
                    <a:pt x="0" y="60"/>
                    <a:pt x="0" y="58"/>
                    <a:pt x="0" y="56"/>
                  </a:cubicBezTo>
                  <a:cubicBezTo>
                    <a:pt x="0" y="55"/>
                    <a:pt x="0" y="53"/>
                    <a:pt x="0" y="52"/>
                  </a:cubicBezTo>
                  <a:cubicBezTo>
                    <a:pt x="0" y="51"/>
                    <a:pt x="1" y="50"/>
                    <a:pt x="1" y="49"/>
                  </a:cubicBezTo>
                  <a:cubicBezTo>
                    <a:pt x="1" y="49"/>
                    <a:pt x="1" y="48"/>
                    <a:pt x="1" y="48"/>
                  </a:cubicBezTo>
                  <a:cubicBezTo>
                    <a:pt x="1" y="47"/>
                    <a:pt x="1" y="46"/>
                    <a:pt x="1" y="46"/>
                  </a:cubicBezTo>
                  <a:cubicBezTo>
                    <a:pt x="1" y="45"/>
                    <a:pt x="1" y="45"/>
                    <a:pt x="1" y="44"/>
                  </a:cubicBezTo>
                  <a:cubicBezTo>
                    <a:pt x="1" y="42"/>
                    <a:pt x="2" y="40"/>
                    <a:pt x="2" y="37"/>
                  </a:cubicBezTo>
                  <a:cubicBezTo>
                    <a:pt x="2" y="37"/>
                    <a:pt x="2" y="37"/>
                    <a:pt x="2" y="37"/>
                  </a:cubicBezTo>
                  <a:cubicBezTo>
                    <a:pt x="2" y="37"/>
                    <a:pt x="2" y="37"/>
                    <a:pt x="2" y="37"/>
                  </a:cubicBezTo>
                  <a:cubicBezTo>
                    <a:pt x="2" y="36"/>
                    <a:pt x="2" y="36"/>
                    <a:pt x="2" y="35"/>
                  </a:cubicBezTo>
                  <a:cubicBezTo>
                    <a:pt x="2" y="35"/>
                    <a:pt x="2" y="35"/>
                    <a:pt x="2" y="34"/>
                  </a:cubicBezTo>
                  <a:cubicBezTo>
                    <a:pt x="2" y="34"/>
                    <a:pt x="2" y="34"/>
                    <a:pt x="2" y="34"/>
                  </a:cubicBezTo>
                  <a:cubicBezTo>
                    <a:pt x="2" y="34"/>
                    <a:pt x="3" y="31"/>
                    <a:pt x="3" y="30"/>
                  </a:cubicBezTo>
                  <a:cubicBezTo>
                    <a:pt x="3" y="30"/>
                    <a:pt x="3" y="29"/>
                    <a:pt x="3" y="29"/>
                  </a:cubicBezTo>
                  <a:cubicBezTo>
                    <a:pt x="3" y="28"/>
                    <a:pt x="3" y="28"/>
                    <a:pt x="3" y="27"/>
                  </a:cubicBezTo>
                  <a:cubicBezTo>
                    <a:pt x="3" y="27"/>
                    <a:pt x="3" y="27"/>
                    <a:pt x="3" y="27"/>
                  </a:cubicBezTo>
                  <a:cubicBezTo>
                    <a:pt x="3" y="27"/>
                    <a:pt x="3" y="27"/>
                    <a:pt x="3" y="27"/>
                  </a:cubicBezTo>
                  <a:cubicBezTo>
                    <a:pt x="3" y="27"/>
                    <a:pt x="3" y="26"/>
                    <a:pt x="3" y="26"/>
                  </a:cubicBezTo>
                  <a:cubicBezTo>
                    <a:pt x="3" y="26"/>
                    <a:pt x="3" y="25"/>
                    <a:pt x="3" y="25"/>
                  </a:cubicBezTo>
                  <a:cubicBezTo>
                    <a:pt x="3" y="23"/>
                    <a:pt x="3" y="22"/>
                    <a:pt x="4" y="20"/>
                  </a:cubicBezTo>
                  <a:cubicBezTo>
                    <a:pt x="4" y="20"/>
                    <a:pt x="4" y="19"/>
                    <a:pt x="4" y="19"/>
                  </a:cubicBezTo>
                  <a:cubicBezTo>
                    <a:pt x="4" y="18"/>
                    <a:pt x="4" y="17"/>
                    <a:pt x="4" y="16"/>
                  </a:cubicBezTo>
                  <a:cubicBezTo>
                    <a:pt x="4" y="13"/>
                    <a:pt x="5" y="10"/>
                    <a:pt x="6" y="8"/>
                  </a:cubicBezTo>
                  <a:cubicBezTo>
                    <a:pt x="7" y="7"/>
                    <a:pt x="7" y="6"/>
                    <a:pt x="8" y="5"/>
                  </a:cubicBezTo>
                  <a:cubicBezTo>
                    <a:pt x="8" y="4"/>
                    <a:pt x="9" y="4"/>
                    <a:pt x="10" y="3"/>
                  </a:cubicBezTo>
                  <a:cubicBezTo>
                    <a:pt x="10" y="2"/>
                    <a:pt x="11" y="2"/>
                    <a:pt x="11" y="2"/>
                  </a:cubicBezTo>
                  <a:cubicBezTo>
                    <a:pt x="12" y="1"/>
                    <a:pt x="12" y="1"/>
                    <a:pt x="12" y="1"/>
                  </a:cubicBezTo>
                  <a:cubicBezTo>
                    <a:pt x="12" y="1"/>
                    <a:pt x="12" y="1"/>
                    <a:pt x="13" y="1"/>
                  </a:cubicBezTo>
                  <a:cubicBezTo>
                    <a:pt x="13" y="1"/>
                    <a:pt x="16" y="0"/>
                    <a:pt x="17" y="0"/>
                  </a:cubicBezTo>
                  <a:cubicBezTo>
                    <a:pt x="18" y="0"/>
                    <a:pt x="18" y="1"/>
                    <a:pt x="19" y="2"/>
                  </a:cubicBezTo>
                  <a:cubicBezTo>
                    <a:pt x="19" y="2"/>
                    <a:pt x="19" y="3"/>
                    <a:pt x="19"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1" name="Freeform 8">
              <a:extLst>
                <a:ext uri="{FF2B5EF4-FFF2-40B4-BE49-F238E27FC236}">
                  <a16:creationId xmlns:a16="http://schemas.microsoft.com/office/drawing/2014/main" id="{286D414A-6CD8-8841-AF35-22AA6E6988C6}"/>
                </a:ext>
              </a:extLst>
            </p:cNvPr>
            <p:cNvSpPr>
              <a:spLocks/>
            </p:cNvSpPr>
            <p:nvPr/>
          </p:nvSpPr>
          <p:spPr bwMode="auto">
            <a:xfrm>
              <a:off x="2763" y="1982"/>
              <a:ext cx="77" cy="80"/>
            </a:xfrm>
            <a:custGeom>
              <a:avLst/>
              <a:gdLst>
                <a:gd name="T0" fmla="*/ 16 w 18"/>
                <a:gd name="T1" fmla="*/ 0 h 19"/>
                <a:gd name="T2" fmla="*/ 17 w 18"/>
                <a:gd name="T3" fmla="*/ 3 h 19"/>
                <a:gd name="T4" fmla="*/ 18 w 18"/>
                <a:gd name="T5" fmla="*/ 5 h 19"/>
                <a:gd name="T6" fmla="*/ 18 w 18"/>
                <a:gd name="T7" fmla="*/ 6 h 19"/>
                <a:gd name="T8" fmla="*/ 18 w 18"/>
                <a:gd name="T9" fmla="*/ 7 h 19"/>
                <a:gd name="T10" fmla="*/ 17 w 18"/>
                <a:gd name="T11" fmla="*/ 9 h 19"/>
                <a:gd name="T12" fmla="*/ 16 w 18"/>
                <a:gd name="T13" fmla="*/ 11 h 19"/>
                <a:gd name="T14" fmla="*/ 15 w 18"/>
                <a:gd name="T15" fmla="*/ 12 h 19"/>
                <a:gd name="T16" fmla="*/ 14 w 18"/>
                <a:gd name="T17" fmla="*/ 13 h 19"/>
                <a:gd name="T18" fmla="*/ 13 w 18"/>
                <a:gd name="T19" fmla="*/ 13 h 19"/>
                <a:gd name="T20" fmla="*/ 11 w 18"/>
                <a:gd name="T21" fmla="*/ 16 h 19"/>
                <a:gd name="T22" fmla="*/ 10 w 18"/>
                <a:gd name="T23" fmla="*/ 16 h 19"/>
                <a:gd name="T24" fmla="*/ 8 w 18"/>
                <a:gd name="T25" fmla="*/ 17 h 19"/>
                <a:gd name="T26" fmla="*/ 7 w 18"/>
                <a:gd name="T27" fmla="*/ 18 h 19"/>
                <a:gd name="T28" fmla="*/ 7 w 18"/>
                <a:gd name="T29" fmla="*/ 18 h 19"/>
                <a:gd name="T30" fmla="*/ 7 w 18"/>
                <a:gd name="T31" fmla="*/ 18 h 19"/>
                <a:gd name="T32" fmla="*/ 5 w 18"/>
                <a:gd name="T33" fmla="*/ 19 h 19"/>
                <a:gd name="T34" fmla="*/ 3 w 18"/>
                <a:gd name="T35" fmla="*/ 18 h 19"/>
                <a:gd name="T36" fmla="*/ 3 w 18"/>
                <a:gd name="T37" fmla="*/ 18 h 19"/>
                <a:gd name="T38" fmla="*/ 2 w 18"/>
                <a:gd name="T39" fmla="*/ 18 h 19"/>
                <a:gd name="T40" fmla="*/ 0 w 18"/>
                <a:gd name="T41" fmla="*/ 16 h 19"/>
                <a:gd name="T42" fmla="*/ 0 w 18"/>
                <a:gd name="T43" fmla="*/ 14 h 19"/>
                <a:gd name="T44" fmla="*/ 0 w 18"/>
                <a:gd name="T45" fmla="*/ 13 h 19"/>
                <a:gd name="T46" fmla="*/ 0 w 18"/>
                <a:gd name="T47" fmla="*/ 12 h 19"/>
                <a:gd name="T48" fmla="*/ 0 w 18"/>
                <a:gd name="T49" fmla="*/ 12 h 19"/>
                <a:gd name="T50" fmla="*/ 0 w 18"/>
                <a:gd name="T51" fmla="*/ 10 h 19"/>
                <a:gd name="T52" fmla="*/ 1 w 18"/>
                <a:gd name="T53" fmla="*/ 9 h 19"/>
                <a:gd name="T54" fmla="*/ 1 w 18"/>
                <a:gd name="T55" fmla="*/ 8 h 19"/>
                <a:gd name="T56" fmla="*/ 3 w 18"/>
                <a:gd name="T57" fmla="*/ 6 h 19"/>
                <a:gd name="T58" fmla="*/ 4 w 18"/>
                <a:gd name="T59" fmla="*/ 4 h 19"/>
                <a:gd name="T60" fmla="*/ 7 w 18"/>
                <a:gd name="T61" fmla="*/ 2 h 19"/>
                <a:gd name="T62" fmla="*/ 10 w 18"/>
                <a:gd name="T63" fmla="*/ 1 h 19"/>
                <a:gd name="T64" fmla="*/ 12 w 18"/>
                <a:gd name="T65" fmla="*/ 0 h 19"/>
                <a:gd name="T66" fmla="*/ 13 w 18"/>
                <a:gd name="T67" fmla="*/ 0 h 19"/>
                <a:gd name="T68" fmla="*/ 14 w 18"/>
                <a:gd name="T69" fmla="*/ 0 h 19"/>
                <a:gd name="T70" fmla="*/ 16 w 18"/>
                <a:gd name="T71"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 h="19">
                  <a:moveTo>
                    <a:pt x="16" y="0"/>
                  </a:moveTo>
                  <a:cubicBezTo>
                    <a:pt x="16" y="1"/>
                    <a:pt x="16" y="2"/>
                    <a:pt x="17" y="3"/>
                  </a:cubicBezTo>
                  <a:cubicBezTo>
                    <a:pt x="17" y="3"/>
                    <a:pt x="18" y="4"/>
                    <a:pt x="18" y="5"/>
                  </a:cubicBezTo>
                  <a:cubicBezTo>
                    <a:pt x="18" y="5"/>
                    <a:pt x="18" y="6"/>
                    <a:pt x="18" y="6"/>
                  </a:cubicBezTo>
                  <a:cubicBezTo>
                    <a:pt x="17" y="7"/>
                    <a:pt x="17" y="7"/>
                    <a:pt x="18" y="7"/>
                  </a:cubicBezTo>
                  <a:cubicBezTo>
                    <a:pt x="17" y="8"/>
                    <a:pt x="17" y="8"/>
                    <a:pt x="17" y="9"/>
                  </a:cubicBezTo>
                  <a:cubicBezTo>
                    <a:pt x="16" y="9"/>
                    <a:pt x="16" y="10"/>
                    <a:pt x="16" y="11"/>
                  </a:cubicBezTo>
                  <a:cubicBezTo>
                    <a:pt x="15" y="11"/>
                    <a:pt x="15" y="12"/>
                    <a:pt x="15" y="12"/>
                  </a:cubicBezTo>
                  <a:cubicBezTo>
                    <a:pt x="15" y="12"/>
                    <a:pt x="15" y="12"/>
                    <a:pt x="14" y="13"/>
                  </a:cubicBezTo>
                  <a:cubicBezTo>
                    <a:pt x="14" y="13"/>
                    <a:pt x="14" y="13"/>
                    <a:pt x="13" y="13"/>
                  </a:cubicBezTo>
                  <a:cubicBezTo>
                    <a:pt x="13" y="14"/>
                    <a:pt x="11" y="15"/>
                    <a:pt x="11" y="16"/>
                  </a:cubicBezTo>
                  <a:cubicBezTo>
                    <a:pt x="10" y="16"/>
                    <a:pt x="10" y="16"/>
                    <a:pt x="10" y="16"/>
                  </a:cubicBezTo>
                  <a:cubicBezTo>
                    <a:pt x="10" y="16"/>
                    <a:pt x="9" y="17"/>
                    <a:pt x="8" y="17"/>
                  </a:cubicBezTo>
                  <a:cubicBezTo>
                    <a:pt x="8" y="17"/>
                    <a:pt x="8" y="18"/>
                    <a:pt x="7" y="18"/>
                  </a:cubicBezTo>
                  <a:cubicBezTo>
                    <a:pt x="7" y="18"/>
                    <a:pt x="7" y="18"/>
                    <a:pt x="7" y="18"/>
                  </a:cubicBezTo>
                  <a:cubicBezTo>
                    <a:pt x="7" y="18"/>
                    <a:pt x="7" y="18"/>
                    <a:pt x="7" y="18"/>
                  </a:cubicBezTo>
                  <a:cubicBezTo>
                    <a:pt x="6" y="18"/>
                    <a:pt x="6" y="18"/>
                    <a:pt x="5" y="19"/>
                  </a:cubicBezTo>
                  <a:cubicBezTo>
                    <a:pt x="4" y="19"/>
                    <a:pt x="4" y="18"/>
                    <a:pt x="3" y="18"/>
                  </a:cubicBezTo>
                  <a:cubicBezTo>
                    <a:pt x="3" y="18"/>
                    <a:pt x="3" y="18"/>
                    <a:pt x="3" y="18"/>
                  </a:cubicBezTo>
                  <a:cubicBezTo>
                    <a:pt x="2" y="18"/>
                    <a:pt x="2" y="18"/>
                    <a:pt x="2" y="18"/>
                  </a:cubicBezTo>
                  <a:cubicBezTo>
                    <a:pt x="1" y="17"/>
                    <a:pt x="1" y="16"/>
                    <a:pt x="0" y="16"/>
                  </a:cubicBezTo>
                  <a:cubicBezTo>
                    <a:pt x="0" y="15"/>
                    <a:pt x="0" y="15"/>
                    <a:pt x="0" y="14"/>
                  </a:cubicBezTo>
                  <a:cubicBezTo>
                    <a:pt x="0" y="14"/>
                    <a:pt x="0" y="13"/>
                    <a:pt x="0" y="13"/>
                  </a:cubicBezTo>
                  <a:cubicBezTo>
                    <a:pt x="0" y="13"/>
                    <a:pt x="0" y="13"/>
                    <a:pt x="0" y="12"/>
                  </a:cubicBezTo>
                  <a:cubicBezTo>
                    <a:pt x="0" y="12"/>
                    <a:pt x="0" y="12"/>
                    <a:pt x="0" y="12"/>
                  </a:cubicBezTo>
                  <a:cubicBezTo>
                    <a:pt x="0" y="11"/>
                    <a:pt x="0" y="11"/>
                    <a:pt x="0" y="10"/>
                  </a:cubicBezTo>
                  <a:cubicBezTo>
                    <a:pt x="1" y="10"/>
                    <a:pt x="1" y="9"/>
                    <a:pt x="1" y="9"/>
                  </a:cubicBezTo>
                  <a:cubicBezTo>
                    <a:pt x="1" y="8"/>
                    <a:pt x="1" y="8"/>
                    <a:pt x="1" y="8"/>
                  </a:cubicBezTo>
                  <a:cubicBezTo>
                    <a:pt x="2" y="7"/>
                    <a:pt x="2" y="7"/>
                    <a:pt x="3" y="6"/>
                  </a:cubicBezTo>
                  <a:cubicBezTo>
                    <a:pt x="3" y="5"/>
                    <a:pt x="4" y="5"/>
                    <a:pt x="4" y="4"/>
                  </a:cubicBezTo>
                  <a:cubicBezTo>
                    <a:pt x="5" y="4"/>
                    <a:pt x="6" y="3"/>
                    <a:pt x="7" y="2"/>
                  </a:cubicBezTo>
                  <a:cubicBezTo>
                    <a:pt x="8" y="2"/>
                    <a:pt x="9" y="1"/>
                    <a:pt x="10" y="1"/>
                  </a:cubicBezTo>
                  <a:cubicBezTo>
                    <a:pt x="10" y="0"/>
                    <a:pt x="11" y="0"/>
                    <a:pt x="12" y="0"/>
                  </a:cubicBezTo>
                  <a:cubicBezTo>
                    <a:pt x="12" y="0"/>
                    <a:pt x="12" y="0"/>
                    <a:pt x="13" y="0"/>
                  </a:cubicBezTo>
                  <a:cubicBezTo>
                    <a:pt x="13" y="0"/>
                    <a:pt x="14" y="0"/>
                    <a:pt x="14" y="0"/>
                  </a:cubicBezTo>
                  <a:cubicBezTo>
                    <a:pt x="14" y="0"/>
                    <a:pt x="15" y="0"/>
                    <a:pt x="1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2" name="Freeform 9">
              <a:extLst>
                <a:ext uri="{FF2B5EF4-FFF2-40B4-BE49-F238E27FC236}">
                  <a16:creationId xmlns:a16="http://schemas.microsoft.com/office/drawing/2014/main" id="{7C52FA95-ABE4-5249-B2B6-7B878AC038D9}"/>
                </a:ext>
              </a:extLst>
            </p:cNvPr>
            <p:cNvSpPr>
              <a:spLocks/>
            </p:cNvSpPr>
            <p:nvPr/>
          </p:nvSpPr>
          <p:spPr bwMode="auto">
            <a:xfrm>
              <a:off x="5225" y="2003"/>
              <a:ext cx="56" cy="59"/>
            </a:xfrm>
            <a:custGeom>
              <a:avLst/>
              <a:gdLst>
                <a:gd name="T0" fmla="*/ 6 w 13"/>
                <a:gd name="T1" fmla="*/ 0 h 14"/>
                <a:gd name="T2" fmla="*/ 11 w 13"/>
                <a:gd name="T3" fmla="*/ 2 h 14"/>
                <a:gd name="T4" fmla="*/ 13 w 13"/>
                <a:gd name="T5" fmla="*/ 7 h 14"/>
                <a:gd name="T6" fmla="*/ 5 w 13"/>
                <a:gd name="T7" fmla="*/ 13 h 14"/>
                <a:gd name="T8" fmla="*/ 3 w 13"/>
                <a:gd name="T9" fmla="*/ 12 h 14"/>
                <a:gd name="T10" fmla="*/ 2 w 13"/>
                <a:gd name="T11" fmla="*/ 11 h 14"/>
                <a:gd name="T12" fmla="*/ 2 w 13"/>
                <a:gd name="T13" fmla="*/ 11 h 14"/>
                <a:gd name="T14" fmla="*/ 1 w 13"/>
                <a:gd name="T15" fmla="*/ 10 h 14"/>
                <a:gd name="T16" fmla="*/ 1 w 13"/>
                <a:gd name="T17" fmla="*/ 9 h 14"/>
                <a:gd name="T18" fmla="*/ 2 w 13"/>
                <a:gd name="T19" fmla="*/ 2 h 14"/>
                <a:gd name="T20" fmla="*/ 3 w 13"/>
                <a:gd name="T21" fmla="*/ 2 h 14"/>
                <a:gd name="T22" fmla="*/ 3 w 13"/>
                <a:gd name="T23" fmla="*/ 1 h 14"/>
                <a:gd name="T24" fmla="*/ 6 w 13"/>
                <a:gd name="T2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14">
                  <a:moveTo>
                    <a:pt x="6" y="0"/>
                  </a:moveTo>
                  <a:cubicBezTo>
                    <a:pt x="8" y="0"/>
                    <a:pt x="10" y="1"/>
                    <a:pt x="11" y="2"/>
                  </a:cubicBezTo>
                  <a:cubicBezTo>
                    <a:pt x="12" y="3"/>
                    <a:pt x="13" y="5"/>
                    <a:pt x="13" y="7"/>
                  </a:cubicBezTo>
                  <a:cubicBezTo>
                    <a:pt x="13" y="11"/>
                    <a:pt x="9" y="14"/>
                    <a:pt x="5" y="13"/>
                  </a:cubicBezTo>
                  <a:cubicBezTo>
                    <a:pt x="4" y="12"/>
                    <a:pt x="4" y="12"/>
                    <a:pt x="3" y="12"/>
                  </a:cubicBezTo>
                  <a:cubicBezTo>
                    <a:pt x="3" y="12"/>
                    <a:pt x="2" y="11"/>
                    <a:pt x="2" y="11"/>
                  </a:cubicBezTo>
                  <a:cubicBezTo>
                    <a:pt x="2" y="11"/>
                    <a:pt x="2" y="11"/>
                    <a:pt x="2" y="11"/>
                  </a:cubicBezTo>
                  <a:cubicBezTo>
                    <a:pt x="2" y="10"/>
                    <a:pt x="1" y="10"/>
                    <a:pt x="1" y="10"/>
                  </a:cubicBezTo>
                  <a:cubicBezTo>
                    <a:pt x="1" y="9"/>
                    <a:pt x="1" y="9"/>
                    <a:pt x="1" y="9"/>
                  </a:cubicBezTo>
                  <a:cubicBezTo>
                    <a:pt x="0" y="7"/>
                    <a:pt x="1" y="4"/>
                    <a:pt x="2" y="2"/>
                  </a:cubicBezTo>
                  <a:cubicBezTo>
                    <a:pt x="2" y="2"/>
                    <a:pt x="3" y="2"/>
                    <a:pt x="3" y="2"/>
                  </a:cubicBezTo>
                  <a:cubicBezTo>
                    <a:pt x="3" y="2"/>
                    <a:pt x="3" y="1"/>
                    <a:pt x="3" y="1"/>
                  </a:cubicBezTo>
                  <a:cubicBezTo>
                    <a:pt x="4" y="1"/>
                    <a:pt x="5" y="0"/>
                    <a:pt x="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3" name="Freeform 10">
              <a:extLst>
                <a:ext uri="{FF2B5EF4-FFF2-40B4-BE49-F238E27FC236}">
                  <a16:creationId xmlns:a16="http://schemas.microsoft.com/office/drawing/2014/main" id="{7D791B56-69E0-B748-9F6F-7931173FFBA7}"/>
                </a:ext>
              </a:extLst>
            </p:cNvPr>
            <p:cNvSpPr>
              <a:spLocks noEditPoints="1"/>
            </p:cNvSpPr>
            <p:nvPr/>
          </p:nvSpPr>
          <p:spPr bwMode="auto">
            <a:xfrm>
              <a:off x="5029" y="2007"/>
              <a:ext cx="171" cy="239"/>
            </a:xfrm>
            <a:custGeom>
              <a:avLst/>
              <a:gdLst>
                <a:gd name="T0" fmla="*/ 15 w 40"/>
                <a:gd name="T1" fmla="*/ 27 h 57"/>
                <a:gd name="T2" fmla="*/ 15 w 40"/>
                <a:gd name="T3" fmla="*/ 28 h 57"/>
                <a:gd name="T4" fmla="*/ 12 w 40"/>
                <a:gd name="T5" fmla="*/ 32 h 57"/>
                <a:gd name="T6" fmla="*/ 11 w 40"/>
                <a:gd name="T7" fmla="*/ 39 h 57"/>
                <a:gd name="T8" fmla="*/ 15 w 40"/>
                <a:gd name="T9" fmla="*/ 46 h 57"/>
                <a:gd name="T10" fmla="*/ 24 w 40"/>
                <a:gd name="T11" fmla="*/ 46 h 57"/>
                <a:gd name="T12" fmla="*/ 27 w 40"/>
                <a:gd name="T13" fmla="*/ 43 h 57"/>
                <a:gd name="T14" fmla="*/ 28 w 40"/>
                <a:gd name="T15" fmla="*/ 43 h 57"/>
                <a:gd name="T16" fmla="*/ 28 w 40"/>
                <a:gd name="T17" fmla="*/ 33 h 57"/>
                <a:gd name="T18" fmla="*/ 28 w 40"/>
                <a:gd name="T19" fmla="*/ 31 h 57"/>
                <a:gd name="T20" fmla="*/ 27 w 40"/>
                <a:gd name="T21" fmla="*/ 30 h 57"/>
                <a:gd name="T22" fmla="*/ 27 w 40"/>
                <a:gd name="T23" fmla="*/ 30 h 57"/>
                <a:gd name="T24" fmla="*/ 27 w 40"/>
                <a:gd name="T25" fmla="*/ 29 h 57"/>
                <a:gd name="T26" fmla="*/ 25 w 40"/>
                <a:gd name="T27" fmla="*/ 28 h 57"/>
                <a:gd name="T28" fmla="*/ 22 w 40"/>
                <a:gd name="T29" fmla="*/ 26 h 57"/>
                <a:gd name="T30" fmla="*/ 18 w 40"/>
                <a:gd name="T31" fmla="*/ 26 h 57"/>
                <a:gd name="T32" fmla="*/ 15 w 40"/>
                <a:gd name="T33" fmla="*/ 27 h 57"/>
                <a:gd name="T34" fmla="*/ 39 w 40"/>
                <a:gd name="T35" fmla="*/ 55 h 57"/>
                <a:gd name="T36" fmla="*/ 34 w 40"/>
                <a:gd name="T37" fmla="*/ 56 h 57"/>
                <a:gd name="T38" fmla="*/ 30 w 40"/>
                <a:gd name="T39" fmla="*/ 55 h 57"/>
                <a:gd name="T40" fmla="*/ 29 w 40"/>
                <a:gd name="T41" fmla="*/ 52 h 57"/>
                <a:gd name="T42" fmla="*/ 28 w 40"/>
                <a:gd name="T43" fmla="*/ 52 h 57"/>
                <a:gd name="T44" fmla="*/ 26 w 40"/>
                <a:gd name="T45" fmla="*/ 54 h 57"/>
                <a:gd name="T46" fmla="*/ 26 w 40"/>
                <a:gd name="T47" fmla="*/ 55 h 57"/>
                <a:gd name="T48" fmla="*/ 17 w 40"/>
                <a:gd name="T49" fmla="*/ 56 h 57"/>
                <a:gd name="T50" fmla="*/ 10 w 40"/>
                <a:gd name="T51" fmla="*/ 54 h 57"/>
                <a:gd name="T52" fmla="*/ 8 w 40"/>
                <a:gd name="T53" fmla="*/ 53 h 57"/>
                <a:gd name="T54" fmla="*/ 7 w 40"/>
                <a:gd name="T55" fmla="*/ 52 h 57"/>
                <a:gd name="T56" fmla="*/ 6 w 40"/>
                <a:gd name="T57" fmla="*/ 52 h 57"/>
                <a:gd name="T58" fmla="*/ 5 w 40"/>
                <a:gd name="T59" fmla="*/ 51 h 57"/>
                <a:gd name="T60" fmla="*/ 5 w 40"/>
                <a:gd name="T61" fmla="*/ 50 h 57"/>
                <a:gd name="T62" fmla="*/ 4 w 40"/>
                <a:gd name="T63" fmla="*/ 48 h 57"/>
                <a:gd name="T64" fmla="*/ 0 w 40"/>
                <a:gd name="T65" fmla="*/ 35 h 57"/>
                <a:gd name="T66" fmla="*/ 3 w 40"/>
                <a:gd name="T67" fmla="*/ 26 h 57"/>
                <a:gd name="T68" fmla="*/ 3 w 40"/>
                <a:gd name="T69" fmla="*/ 26 h 57"/>
                <a:gd name="T70" fmla="*/ 4 w 40"/>
                <a:gd name="T71" fmla="*/ 25 h 57"/>
                <a:gd name="T72" fmla="*/ 4 w 40"/>
                <a:gd name="T73" fmla="*/ 24 h 57"/>
                <a:gd name="T74" fmla="*/ 5 w 40"/>
                <a:gd name="T75" fmla="*/ 23 h 57"/>
                <a:gd name="T76" fmla="*/ 5 w 40"/>
                <a:gd name="T77" fmla="*/ 23 h 57"/>
                <a:gd name="T78" fmla="*/ 6 w 40"/>
                <a:gd name="T79" fmla="*/ 22 h 57"/>
                <a:gd name="T80" fmla="*/ 9 w 40"/>
                <a:gd name="T81" fmla="*/ 20 h 57"/>
                <a:gd name="T82" fmla="*/ 9 w 40"/>
                <a:gd name="T83" fmla="*/ 19 h 57"/>
                <a:gd name="T84" fmla="*/ 11 w 40"/>
                <a:gd name="T85" fmla="*/ 19 h 57"/>
                <a:gd name="T86" fmla="*/ 20 w 40"/>
                <a:gd name="T87" fmla="*/ 17 h 57"/>
                <a:gd name="T88" fmla="*/ 23 w 40"/>
                <a:gd name="T89" fmla="*/ 18 h 57"/>
                <a:gd name="T90" fmla="*/ 25 w 40"/>
                <a:gd name="T91" fmla="*/ 18 h 57"/>
                <a:gd name="T92" fmla="*/ 26 w 40"/>
                <a:gd name="T93" fmla="*/ 18 h 57"/>
                <a:gd name="T94" fmla="*/ 26 w 40"/>
                <a:gd name="T95" fmla="*/ 19 h 57"/>
                <a:gd name="T96" fmla="*/ 29 w 40"/>
                <a:gd name="T97" fmla="*/ 21 h 57"/>
                <a:gd name="T98" fmla="*/ 29 w 40"/>
                <a:gd name="T99" fmla="*/ 1 h 57"/>
                <a:gd name="T100" fmla="*/ 35 w 40"/>
                <a:gd name="T101" fmla="*/ 0 h 57"/>
                <a:gd name="T102" fmla="*/ 38 w 40"/>
                <a:gd name="T103" fmla="*/ 1 h 57"/>
                <a:gd name="T104" fmla="*/ 39 w 40"/>
                <a:gd name="T105" fmla="*/ 6 h 57"/>
                <a:gd name="T106" fmla="*/ 39 w 40"/>
                <a:gd name="T107" fmla="*/ 25 h 57"/>
                <a:gd name="T108" fmla="*/ 39 w 40"/>
                <a:gd name="T109" fmla="*/ 51 h 57"/>
                <a:gd name="T110" fmla="*/ 39 w 40"/>
                <a:gd name="T111"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 h="57">
                  <a:moveTo>
                    <a:pt x="15" y="27"/>
                  </a:moveTo>
                  <a:cubicBezTo>
                    <a:pt x="15" y="27"/>
                    <a:pt x="15" y="28"/>
                    <a:pt x="15" y="28"/>
                  </a:cubicBezTo>
                  <a:cubicBezTo>
                    <a:pt x="13" y="29"/>
                    <a:pt x="12" y="30"/>
                    <a:pt x="12" y="32"/>
                  </a:cubicBezTo>
                  <a:cubicBezTo>
                    <a:pt x="11" y="33"/>
                    <a:pt x="10" y="36"/>
                    <a:pt x="11" y="39"/>
                  </a:cubicBezTo>
                  <a:cubicBezTo>
                    <a:pt x="11" y="42"/>
                    <a:pt x="13" y="45"/>
                    <a:pt x="15" y="46"/>
                  </a:cubicBezTo>
                  <a:cubicBezTo>
                    <a:pt x="18" y="48"/>
                    <a:pt x="22" y="48"/>
                    <a:pt x="24" y="46"/>
                  </a:cubicBezTo>
                  <a:cubicBezTo>
                    <a:pt x="25" y="46"/>
                    <a:pt x="27" y="44"/>
                    <a:pt x="27" y="43"/>
                  </a:cubicBezTo>
                  <a:cubicBezTo>
                    <a:pt x="27" y="43"/>
                    <a:pt x="28" y="43"/>
                    <a:pt x="28" y="43"/>
                  </a:cubicBezTo>
                  <a:cubicBezTo>
                    <a:pt x="29" y="40"/>
                    <a:pt x="29" y="36"/>
                    <a:pt x="28" y="33"/>
                  </a:cubicBezTo>
                  <a:cubicBezTo>
                    <a:pt x="28" y="32"/>
                    <a:pt x="28" y="31"/>
                    <a:pt x="28" y="31"/>
                  </a:cubicBezTo>
                  <a:cubicBezTo>
                    <a:pt x="28" y="31"/>
                    <a:pt x="28" y="31"/>
                    <a:pt x="27" y="30"/>
                  </a:cubicBezTo>
                  <a:cubicBezTo>
                    <a:pt x="27" y="30"/>
                    <a:pt x="27" y="30"/>
                    <a:pt x="27" y="30"/>
                  </a:cubicBezTo>
                  <a:cubicBezTo>
                    <a:pt x="27" y="29"/>
                    <a:pt x="27" y="29"/>
                    <a:pt x="27" y="29"/>
                  </a:cubicBezTo>
                  <a:cubicBezTo>
                    <a:pt x="26" y="28"/>
                    <a:pt x="26" y="28"/>
                    <a:pt x="25" y="28"/>
                  </a:cubicBezTo>
                  <a:cubicBezTo>
                    <a:pt x="24" y="27"/>
                    <a:pt x="23" y="26"/>
                    <a:pt x="22" y="26"/>
                  </a:cubicBezTo>
                  <a:cubicBezTo>
                    <a:pt x="21" y="26"/>
                    <a:pt x="19" y="26"/>
                    <a:pt x="18" y="26"/>
                  </a:cubicBezTo>
                  <a:cubicBezTo>
                    <a:pt x="17" y="27"/>
                    <a:pt x="16" y="27"/>
                    <a:pt x="15" y="27"/>
                  </a:cubicBezTo>
                  <a:moveTo>
                    <a:pt x="39" y="55"/>
                  </a:moveTo>
                  <a:cubicBezTo>
                    <a:pt x="38" y="56"/>
                    <a:pt x="36" y="56"/>
                    <a:pt x="34" y="56"/>
                  </a:cubicBezTo>
                  <a:cubicBezTo>
                    <a:pt x="33" y="56"/>
                    <a:pt x="31" y="56"/>
                    <a:pt x="30" y="55"/>
                  </a:cubicBezTo>
                  <a:cubicBezTo>
                    <a:pt x="29" y="54"/>
                    <a:pt x="29" y="53"/>
                    <a:pt x="29" y="52"/>
                  </a:cubicBezTo>
                  <a:cubicBezTo>
                    <a:pt x="29" y="51"/>
                    <a:pt x="29" y="52"/>
                    <a:pt x="28" y="52"/>
                  </a:cubicBezTo>
                  <a:cubicBezTo>
                    <a:pt x="28" y="53"/>
                    <a:pt x="27" y="54"/>
                    <a:pt x="26" y="54"/>
                  </a:cubicBezTo>
                  <a:cubicBezTo>
                    <a:pt x="26" y="54"/>
                    <a:pt x="26" y="54"/>
                    <a:pt x="26" y="55"/>
                  </a:cubicBezTo>
                  <a:cubicBezTo>
                    <a:pt x="24" y="56"/>
                    <a:pt x="20" y="57"/>
                    <a:pt x="17" y="56"/>
                  </a:cubicBezTo>
                  <a:cubicBezTo>
                    <a:pt x="14" y="56"/>
                    <a:pt x="12" y="55"/>
                    <a:pt x="10" y="54"/>
                  </a:cubicBezTo>
                  <a:cubicBezTo>
                    <a:pt x="9" y="54"/>
                    <a:pt x="9" y="54"/>
                    <a:pt x="8" y="53"/>
                  </a:cubicBezTo>
                  <a:cubicBezTo>
                    <a:pt x="8" y="53"/>
                    <a:pt x="7" y="53"/>
                    <a:pt x="7" y="52"/>
                  </a:cubicBezTo>
                  <a:cubicBezTo>
                    <a:pt x="7" y="52"/>
                    <a:pt x="6" y="52"/>
                    <a:pt x="6" y="52"/>
                  </a:cubicBezTo>
                  <a:cubicBezTo>
                    <a:pt x="6" y="51"/>
                    <a:pt x="6" y="51"/>
                    <a:pt x="5" y="51"/>
                  </a:cubicBezTo>
                  <a:cubicBezTo>
                    <a:pt x="5" y="50"/>
                    <a:pt x="5" y="50"/>
                    <a:pt x="5" y="50"/>
                  </a:cubicBezTo>
                  <a:cubicBezTo>
                    <a:pt x="4" y="50"/>
                    <a:pt x="4" y="49"/>
                    <a:pt x="4" y="48"/>
                  </a:cubicBezTo>
                  <a:cubicBezTo>
                    <a:pt x="1" y="45"/>
                    <a:pt x="0" y="40"/>
                    <a:pt x="0" y="35"/>
                  </a:cubicBezTo>
                  <a:cubicBezTo>
                    <a:pt x="1" y="32"/>
                    <a:pt x="2" y="29"/>
                    <a:pt x="3" y="26"/>
                  </a:cubicBezTo>
                  <a:cubicBezTo>
                    <a:pt x="3" y="26"/>
                    <a:pt x="3" y="26"/>
                    <a:pt x="3" y="26"/>
                  </a:cubicBezTo>
                  <a:cubicBezTo>
                    <a:pt x="3" y="25"/>
                    <a:pt x="3" y="25"/>
                    <a:pt x="4" y="25"/>
                  </a:cubicBezTo>
                  <a:cubicBezTo>
                    <a:pt x="4" y="25"/>
                    <a:pt x="4" y="25"/>
                    <a:pt x="4" y="24"/>
                  </a:cubicBezTo>
                  <a:cubicBezTo>
                    <a:pt x="4" y="24"/>
                    <a:pt x="5" y="24"/>
                    <a:pt x="5" y="23"/>
                  </a:cubicBezTo>
                  <a:cubicBezTo>
                    <a:pt x="5" y="23"/>
                    <a:pt x="5" y="23"/>
                    <a:pt x="5" y="23"/>
                  </a:cubicBezTo>
                  <a:cubicBezTo>
                    <a:pt x="6" y="22"/>
                    <a:pt x="6" y="22"/>
                    <a:pt x="6" y="22"/>
                  </a:cubicBezTo>
                  <a:cubicBezTo>
                    <a:pt x="7" y="21"/>
                    <a:pt x="8" y="20"/>
                    <a:pt x="9" y="20"/>
                  </a:cubicBezTo>
                  <a:cubicBezTo>
                    <a:pt x="9" y="20"/>
                    <a:pt x="9" y="20"/>
                    <a:pt x="9" y="19"/>
                  </a:cubicBezTo>
                  <a:cubicBezTo>
                    <a:pt x="10" y="19"/>
                    <a:pt x="10" y="19"/>
                    <a:pt x="11" y="19"/>
                  </a:cubicBezTo>
                  <a:cubicBezTo>
                    <a:pt x="13" y="18"/>
                    <a:pt x="16" y="17"/>
                    <a:pt x="20" y="17"/>
                  </a:cubicBezTo>
                  <a:cubicBezTo>
                    <a:pt x="21" y="17"/>
                    <a:pt x="22" y="17"/>
                    <a:pt x="23" y="18"/>
                  </a:cubicBezTo>
                  <a:cubicBezTo>
                    <a:pt x="24" y="18"/>
                    <a:pt x="24" y="18"/>
                    <a:pt x="25" y="18"/>
                  </a:cubicBezTo>
                  <a:cubicBezTo>
                    <a:pt x="25" y="18"/>
                    <a:pt x="25" y="18"/>
                    <a:pt x="26" y="18"/>
                  </a:cubicBezTo>
                  <a:cubicBezTo>
                    <a:pt x="26" y="18"/>
                    <a:pt x="26" y="19"/>
                    <a:pt x="26" y="19"/>
                  </a:cubicBezTo>
                  <a:cubicBezTo>
                    <a:pt x="27" y="19"/>
                    <a:pt x="28" y="20"/>
                    <a:pt x="29" y="21"/>
                  </a:cubicBezTo>
                  <a:cubicBezTo>
                    <a:pt x="29" y="15"/>
                    <a:pt x="29" y="8"/>
                    <a:pt x="29" y="1"/>
                  </a:cubicBezTo>
                  <a:cubicBezTo>
                    <a:pt x="30" y="0"/>
                    <a:pt x="32" y="0"/>
                    <a:pt x="35" y="0"/>
                  </a:cubicBezTo>
                  <a:cubicBezTo>
                    <a:pt x="36" y="0"/>
                    <a:pt x="38" y="0"/>
                    <a:pt x="38" y="1"/>
                  </a:cubicBezTo>
                  <a:cubicBezTo>
                    <a:pt x="39" y="2"/>
                    <a:pt x="39" y="4"/>
                    <a:pt x="39" y="6"/>
                  </a:cubicBezTo>
                  <a:cubicBezTo>
                    <a:pt x="39" y="25"/>
                    <a:pt x="39" y="25"/>
                    <a:pt x="39" y="25"/>
                  </a:cubicBezTo>
                  <a:cubicBezTo>
                    <a:pt x="39" y="35"/>
                    <a:pt x="39" y="43"/>
                    <a:pt x="39" y="51"/>
                  </a:cubicBezTo>
                  <a:cubicBezTo>
                    <a:pt x="39" y="52"/>
                    <a:pt x="40" y="54"/>
                    <a:pt x="39" y="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4" name="Freeform 11">
              <a:extLst>
                <a:ext uri="{FF2B5EF4-FFF2-40B4-BE49-F238E27FC236}">
                  <a16:creationId xmlns:a16="http://schemas.microsoft.com/office/drawing/2014/main" id="{E2A66D06-62A2-8C41-8BF7-BC9E2BA3708F}"/>
                </a:ext>
              </a:extLst>
            </p:cNvPr>
            <p:cNvSpPr>
              <a:spLocks noEditPoints="1"/>
            </p:cNvSpPr>
            <p:nvPr/>
          </p:nvSpPr>
          <p:spPr bwMode="auto">
            <a:xfrm>
              <a:off x="4849" y="2074"/>
              <a:ext cx="162" cy="172"/>
            </a:xfrm>
            <a:custGeom>
              <a:avLst/>
              <a:gdLst>
                <a:gd name="T0" fmla="*/ 19 w 38"/>
                <a:gd name="T1" fmla="*/ 9 h 41"/>
                <a:gd name="T2" fmla="*/ 11 w 38"/>
                <a:gd name="T3" fmla="*/ 16 h 41"/>
                <a:gd name="T4" fmla="*/ 27 w 38"/>
                <a:gd name="T5" fmla="*/ 16 h 41"/>
                <a:gd name="T6" fmla="*/ 19 w 38"/>
                <a:gd name="T7" fmla="*/ 9 h 41"/>
                <a:gd name="T8" fmla="*/ 10 w 38"/>
                <a:gd name="T9" fmla="*/ 23 h 41"/>
                <a:gd name="T10" fmla="*/ 13 w 38"/>
                <a:gd name="T11" fmla="*/ 30 h 41"/>
                <a:gd name="T12" fmla="*/ 16 w 38"/>
                <a:gd name="T13" fmla="*/ 31 h 41"/>
                <a:gd name="T14" fmla="*/ 24 w 38"/>
                <a:gd name="T15" fmla="*/ 31 h 41"/>
                <a:gd name="T16" fmla="*/ 27 w 38"/>
                <a:gd name="T17" fmla="*/ 29 h 41"/>
                <a:gd name="T18" fmla="*/ 29 w 38"/>
                <a:gd name="T19" fmla="*/ 27 h 41"/>
                <a:gd name="T20" fmla="*/ 33 w 38"/>
                <a:gd name="T21" fmla="*/ 28 h 41"/>
                <a:gd name="T22" fmla="*/ 35 w 38"/>
                <a:gd name="T23" fmla="*/ 28 h 41"/>
                <a:gd name="T24" fmla="*/ 34 w 38"/>
                <a:gd name="T25" fmla="*/ 34 h 41"/>
                <a:gd name="T26" fmla="*/ 21 w 38"/>
                <a:gd name="T27" fmla="*/ 41 h 41"/>
                <a:gd name="T28" fmla="*/ 9 w 38"/>
                <a:gd name="T29" fmla="*/ 37 h 41"/>
                <a:gd name="T30" fmla="*/ 0 w 38"/>
                <a:gd name="T31" fmla="*/ 21 h 41"/>
                <a:gd name="T32" fmla="*/ 1 w 38"/>
                <a:gd name="T33" fmla="*/ 16 h 41"/>
                <a:gd name="T34" fmla="*/ 2 w 38"/>
                <a:gd name="T35" fmla="*/ 13 h 41"/>
                <a:gd name="T36" fmla="*/ 2 w 38"/>
                <a:gd name="T37" fmla="*/ 11 h 41"/>
                <a:gd name="T38" fmla="*/ 3 w 38"/>
                <a:gd name="T39" fmla="*/ 10 h 41"/>
                <a:gd name="T40" fmla="*/ 4 w 38"/>
                <a:gd name="T41" fmla="*/ 8 h 41"/>
                <a:gd name="T42" fmla="*/ 5 w 38"/>
                <a:gd name="T43" fmla="*/ 8 h 41"/>
                <a:gd name="T44" fmla="*/ 5 w 38"/>
                <a:gd name="T45" fmla="*/ 7 h 41"/>
                <a:gd name="T46" fmla="*/ 8 w 38"/>
                <a:gd name="T47" fmla="*/ 4 h 41"/>
                <a:gd name="T48" fmla="*/ 24 w 38"/>
                <a:gd name="T49" fmla="*/ 1 h 41"/>
                <a:gd name="T50" fmla="*/ 25 w 38"/>
                <a:gd name="T51" fmla="*/ 1 h 41"/>
                <a:gd name="T52" fmla="*/ 26 w 38"/>
                <a:gd name="T53" fmla="*/ 2 h 41"/>
                <a:gd name="T54" fmla="*/ 29 w 38"/>
                <a:gd name="T55" fmla="*/ 3 h 41"/>
                <a:gd name="T56" fmla="*/ 30 w 38"/>
                <a:gd name="T57" fmla="*/ 4 h 41"/>
                <a:gd name="T58" fmla="*/ 31 w 38"/>
                <a:gd name="T59" fmla="*/ 5 h 41"/>
                <a:gd name="T60" fmla="*/ 34 w 38"/>
                <a:gd name="T61" fmla="*/ 8 h 41"/>
                <a:gd name="T62" fmla="*/ 36 w 38"/>
                <a:gd name="T63" fmla="*/ 11 h 41"/>
                <a:gd name="T64" fmla="*/ 37 w 38"/>
                <a:gd name="T65" fmla="*/ 20 h 41"/>
                <a:gd name="T66" fmla="*/ 37 w 38"/>
                <a:gd name="T67" fmla="*/ 22 h 41"/>
                <a:gd name="T68" fmla="*/ 34 w 38"/>
                <a:gd name="T69" fmla="*/ 23 h 41"/>
                <a:gd name="T70" fmla="*/ 10 w 38"/>
                <a:gd name="T71" fmla="*/ 2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 h="41">
                  <a:moveTo>
                    <a:pt x="19" y="9"/>
                  </a:moveTo>
                  <a:cubicBezTo>
                    <a:pt x="14" y="9"/>
                    <a:pt x="11" y="12"/>
                    <a:pt x="11" y="16"/>
                  </a:cubicBezTo>
                  <a:cubicBezTo>
                    <a:pt x="27" y="16"/>
                    <a:pt x="27" y="16"/>
                    <a:pt x="27" y="16"/>
                  </a:cubicBezTo>
                  <a:cubicBezTo>
                    <a:pt x="27" y="12"/>
                    <a:pt x="23" y="9"/>
                    <a:pt x="19" y="9"/>
                  </a:cubicBezTo>
                  <a:moveTo>
                    <a:pt x="10" y="23"/>
                  </a:moveTo>
                  <a:cubicBezTo>
                    <a:pt x="10" y="26"/>
                    <a:pt x="12" y="28"/>
                    <a:pt x="13" y="30"/>
                  </a:cubicBezTo>
                  <a:cubicBezTo>
                    <a:pt x="14" y="30"/>
                    <a:pt x="15" y="31"/>
                    <a:pt x="16" y="31"/>
                  </a:cubicBezTo>
                  <a:cubicBezTo>
                    <a:pt x="18" y="32"/>
                    <a:pt x="22" y="32"/>
                    <a:pt x="24" y="31"/>
                  </a:cubicBezTo>
                  <a:cubicBezTo>
                    <a:pt x="25" y="31"/>
                    <a:pt x="26" y="30"/>
                    <a:pt x="27" y="29"/>
                  </a:cubicBezTo>
                  <a:cubicBezTo>
                    <a:pt x="27" y="28"/>
                    <a:pt x="28" y="27"/>
                    <a:pt x="29" y="27"/>
                  </a:cubicBezTo>
                  <a:cubicBezTo>
                    <a:pt x="30" y="26"/>
                    <a:pt x="32" y="27"/>
                    <a:pt x="33" y="28"/>
                  </a:cubicBezTo>
                  <a:cubicBezTo>
                    <a:pt x="34" y="28"/>
                    <a:pt x="35" y="28"/>
                    <a:pt x="35" y="28"/>
                  </a:cubicBezTo>
                  <a:cubicBezTo>
                    <a:pt x="38" y="30"/>
                    <a:pt x="35" y="33"/>
                    <a:pt x="34" y="34"/>
                  </a:cubicBezTo>
                  <a:cubicBezTo>
                    <a:pt x="31" y="38"/>
                    <a:pt x="27" y="40"/>
                    <a:pt x="21" y="41"/>
                  </a:cubicBezTo>
                  <a:cubicBezTo>
                    <a:pt x="16" y="41"/>
                    <a:pt x="12" y="39"/>
                    <a:pt x="9" y="37"/>
                  </a:cubicBezTo>
                  <a:cubicBezTo>
                    <a:pt x="4" y="34"/>
                    <a:pt x="0" y="29"/>
                    <a:pt x="0" y="21"/>
                  </a:cubicBezTo>
                  <a:cubicBezTo>
                    <a:pt x="0" y="19"/>
                    <a:pt x="1" y="17"/>
                    <a:pt x="1" y="16"/>
                  </a:cubicBezTo>
                  <a:cubicBezTo>
                    <a:pt x="1" y="15"/>
                    <a:pt x="1" y="14"/>
                    <a:pt x="2" y="13"/>
                  </a:cubicBezTo>
                  <a:cubicBezTo>
                    <a:pt x="2" y="13"/>
                    <a:pt x="2" y="12"/>
                    <a:pt x="2" y="11"/>
                  </a:cubicBezTo>
                  <a:cubicBezTo>
                    <a:pt x="2" y="11"/>
                    <a:pt x="3" y="11"/>
                    <a:pt x="3" y="10"/>
                  </a:cubicBezTo>
                  <a:cubicBezTo>
                    <a:pt x="3" y="9"/>
                    <a:pt x="4" y="9"/>
                    <a:pt x="4" y="8"/>
                  </a:cubicBezTo>
                  <a:cubicBezTo>
                    <a:pt x="4" y="8"/>
                    <a:pt x="5" y="8"/>
                    <a:pt x="5" y="8"/>
                  </a:cubicBezTo>
                  <a:cubicBezTo>
                    <a:pt x="5" y="8"/>
                    <a:pt x="5" y="7"/>
                    <a:pt x="5" y="7"/>
                  </a:cubicBezTo>
                  <a:cubicBezTo>
                    <a:pt x="6" y="6"/>
                    <a:pt x="7" y="5"/>
                    <a:pt x="8" y="4"/>
                  </a:cubicBezTo>
                  <a:cubicBezTo>
                    <a:pt x="12" y="1"/>
                    <a:pt x="18" y="0"/>
                    <a:pt x="24" y="1"/>
                  </a:cubicBezTo>
                  <a:cubicBezTo>
                    <a:pt x="24" y="1"/>
                    <a:pt x="24" y="1"/>
                    <a:pt x="25" y="1"/>
                  </a:cubicBezTo>
                  <a:cubicBezTo>
                    <a:pt x="25" y="1"/>
                    <a:pt x="26" y="2"/>
                    <a:pt x="26" y="2"/>
                  </a:cubicBezTo>
                  <a:cubicBezTo>
                    <a:pt x="27" y="2"/>
                    <a:pt x="28" y="3"/>
                    <a:pt x="29" y="3"/>
                  </a:cubicBezTo>
                  <a:cubicBezTo>
                    <a:pt x="29" y="3"/>
                    <a:pt x="29" y="4"/>
                    <a:pt x="30" y="4"/>
                  </a:cubicBezTo>
                  <a:cubicBezTo>
                    <a:pt x="30" y="4"/>
                    <a:pt x="31" y="4"/>
                    <a:pt x="31" y="5"/>
                  </a:cubicBezTo>
                  <a:cubicBezTo>
                    <a:pt x="32" y="6"/>
                    <a:pt x="33" y="7"/>
                    <a:pt x="34" y="8"/>
                  </a:cubicBezTo>
                  <a:cubicBezTo>
                    <a:pt x="35" y="9"/>
                    <a:pt x="35" y="10"/>
                    <a:pt x="36" y="11"/>
                  </a:cubicBezTo>
                  <a:cubicBezTo>
                    <a:pt x="37" y="13"/>
                    <a:pt x="38" y="16"/>
                    <a:pt x="37" y="20"/>
                  </a:cubicBezTo>
                  <a:cubicBezTo>
                    <a:pt x="37" y="21"/>
                    <a:pt x="37" y="22"/>
                    <a:pt x="37" y="22"/>
                  </a:cubicBezTo>
                  <a:cubicBezTo>
                    <a:pt x="37" y="23"/>
                    <a:pt x="36" y="23"/>
                    <a:pt x="34" y="23"/>
                  </a:cubicBezTo>
                  <a:cubicBezTo>
                    <a:pt x="26" y="24"/>
                    <a:pt x="18" y="23"/>
                    <a:pt x="10" y="2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5" name="Freeform 12">
              <a:extLst>
                <a:ext uri="{FF2B5EF4-FFF2-40B4-BE49-F238E27FC236}">
                  <a16:creationId xmlns:a16="http://schemas.microsoft.com/office/drawing/2014/main" id="{63103179-6CA5-2342-94B1-297714CC8A24}"/>
                </a:ext>
              </a:extLst>
            </p:cNvPr>
            <p:cNvSpPr>
              <a:spLocks/>
            </p:cNvSpPr>
            <p:nvPr/>
          </p:nvSpPr>
          <p:spPr bwMode="auto">
            <a:xfrm>
              <a:off x="4580" y="2074"/>
              <a:ext cx="252" cy="168"/>
            </a:xfrm>
            <a:custGeom>
              <a:avLst/>
              <a:gdLst>
                <a:gd name="T0" fmla="*/ 32 w 59"/>
                <a:gd name="T1" fmla="*/ 7 h 40"/>
                <a:gd name="T2" fmla="*/ 33 w 59"/>
                <a:gd name="T3" fmla="*/ 6 h 40"/>
                <a:gd name="T4" fmla="*/ 34 w 59"/>
                <a:gd name="T5" fmla="*/ 5 h 40"/>
                <a:gd name="T6" fmla="*/ 35 w 59"/>
                <a:gd name="T7" fmla="*/ 4 h 40"/>
                <a:gd name="T8" fmla="*/ 36 w 59"/>
                <a:gd name="T9" fmla="*/ 3 h 40"/>
                <a:gd name="T10" fmla="*/ 37 w 59"/>
                <a:gd name="T11" fmla="*/ 3 h 40"/>
                <a:gd name="T12" fmla="*/ 37 w 59"/>
                <a:gd name="T13" fmla="*/ 2 h 40"/>
                <a:gd name="T14" fmla="*/ 51 w 59"/>
                <a:gd name="T15" fmla="*/ 2 h 40"/>
                <a:gd name="T16" fmla="*/ 52 w 59"/>
                <a:gd name="T17" fmla="*/ 3 h 40"/>
                <a:gd name="T18" fmla="*/ 53 w 59"/>
                <a:gd name="T19" fmla="*/ 4 h 40"/>
                <a:gd name="T20" fmla="*/ 54 w 59"/>
                <a:gd name="T21" fmla="*/ 5 h 40"/>
                <a:gd name="T22" fmla="*/ 55 w 59"/>
                <a:gd name="T23" fmla="*/ 5 h 40"/>
                <a:gd name="T24" fmla="*/ 56 w 59"/>
                <a:gd name="T25" fmla="*/ 7 h 40"/>
                <a:gd name="T26" fmla="*/ 58 w 59"/>
                <a:gd name="T27" fmla="*/ 30 h 40"/>
                <a:gd name="T28" fmla="*/ 57 w 59"/>
                <a:gd name="T29" fmla="*/ 39 h 40"/>
                <a:gd name="T30" fmla="*/ 51 w 59"/>
                <a:gd name="T31" fmla="*/ 40 h 40"/>
                <a:gd name="T32" fmla="*/ 50 w 59"/>
                <a:gd name="T33" fmla="*/ 39 h 40"/>
                <a:gd name="T34" fmla="*/ 49 w 59"/>
                <a:gd name="T35" fmla="*/ 39 h 40"/>
                <a:gd name="T36" fmla="*/ 48 w 59"/>
                <a:gd name="T37" fmla="*/ 28 h 40"/>
                <a:gd name="T38" fmla="*/ 47 w 59"/>
                <a:gd name="T39" fmla="*/ 13 h 40"/>
                <a:gd name="T40" fmla="*/ 39 w 59"/>
                <a:gd name="T41" fmla="*/ 11 h 40"/>
                <a:gd name="T42" fmla="*/ 36 w 59"/>
                <a:gd name="T43" fmla="*/ 13 h 40"/>
                <a:gd name="T44" fmla="*/ 35 w 59"/>
                <a:gd name="T45" fmla="*/ 14 h 40"/>
                <a:gd name="T46" fmla="*/ 35 w 59"/>
                <a:gd name="T47" fmla="*/ 28 h 40"/>
                <a:gd name="T48" fmla="*/ 34 w 59"/>
                <a:gd name="T49" fmla="*/ 39 h 40"/>
                <a:gd name="T50" fmla="*/ 30 w 59"/>
                <a:gd name="T51" fmla="*/ 40 h 40"/>
                <a:gd name="T52" fmla="*/ 25 w 59"/>
                <a:gd name="T53" fmla="*/ 39 h 40"/>
                <a:gd name="T54" fmla="*/ 24 w 59"/>
                <a:gd name="T55" fmla="*/ 28 h 40"/>
                <a:gd name="T56" fmla="*/ 24 w 59"/>
                <a:gd name="T57" fmla="*/ 22 h 40"/>
                <a:gd name="T58" fmla="*/ 24 w 59"/>
                <a:gd name="T59" fmla="*/ 13 h 40"/>
                <a:gd name="T60" fmla="*/ 15 w 59"/>
                <a:gd name="T61" fmla="*/ 11 h 40"/>
                <a:gd name="T62" fmla="*/ 11 w 59"/>
                <a:gd name="T63" fmla="*/ 14 h 40"/>
                <a:gd name="T64" fmla="*/ 11 w 59"/>
                <a:gd name="T65" fmla="*/ 16 h 40"/>
                <a:gd name="T66" fmla="*/ 11 w 59"/>
                <a:gd name="T67" fmla="*/ 28 h 40"/>
                <a:gd name="T68" fmla="*/ 11 w 59"/>
                <a:gd name="T69" fmla="*/ 34 h 40"/>
                <a:gd name="T70" fmla="*/ 10 w 59"/>
                <a:gd name="T71" fmla="*/ 39 h 40"/>
                <a:gd name="T72" fmla="*/ 3 w 59"/>
                <a:gd name="T73" fmla="*/ 40 h 40"/>
                <a:gd name="T74" fmla="*/ 2 w 59"/>
                <a:gd name="T75" fmla="*/ 39 h 40"/>
                <a:gd name="T76" fmla="*/ 1 w 59"/>
                <a:gd name="T77" fmla="*/ 39 h 40"/>
                <a:gd name="T78" fmla="*/ 1 w 59"/>
                <a:gd name="T79" fmla="*/ 30 h 40"/>
                <a:gd name="T80" fmla="*/ 1 w 59"/>
                <a:gd name="T81" fmla="*/ 12 h 40"/>
                <a:gd name="T82" fmla="*/ 1 w 59"/>
                <a:gd name="T83" fmla="*/ 3 h 40"/>
                <a:gd name="T84" fmla="*/ 5 w 59"/>
                <a:gd name="T85" fmla="*/ 2 h 40"/>
                <a:gd name="T86" fmla="*/ 9 w 59"/>
                <a:gd name="T87" fmla="*/ 2 h 40"/>
                <a:gd name="T88" fmla="*/ 10 w 59"/>
                <a:gd name="T89" fmla="*/ 6 h 40"/>
                <a:gd name="T90" fmla="*/ 11 w 59"/>
                <a:gd name="T91" fmla="*/ 6 h 40"/>
                <a:gd name="T92" fmla="*/ 20 w 59"/>
                <a:gd name="T93" fmla="*/ 1 h 40"/>
                <a:gd name="T94" fmla="*/ 32 w 59"/>
                <a:gd name="T95" fmla="*/ 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 h="40">
                  <a:moveTo>
                    <a:pt x="32" y="7"/>
                  </a:moveTo>
                  <a:cubicBezTo>
                    <a:pt x="33" y="7"/>
                    <a:pt x="33" y="6"/>
                    <a:pt x="33" y="6"/>
                  </a:cubicBezTo>
                  <a:cubicBezTo>
                    <a:pt x="33" y="6"/>
                    <a:pt x="34" y="6"/>
                    <a:pt x="34" y="5"/>
                  </a:cubicBezTo>
                  <a:cubicBezTo>
                    <a:pt x="34" y="5"/>
                    <a:pt x="35" y="5"/>
                    <a:pt x="35" y="4"/>
                  </a:cubicBezTo>
                  <a:cubicBezTo>
                    <a:pt x="35" y="4"/>
                    <a:pt x="36" y="3"/>
                    <a:pt x="36" y="3"/>
                  </a:cubicBezTo>
                  <a:cubicBezTo>
                    <a:pt x="36" y="3"/>
                    <a:pt x="36" y="3"/>
                    <a:pt x="37" y="3"/>
                  </a:cubicBezTo>
                  <a:cubicBezTo>
                    <a:pt x="37" y="3"/>
                    <a:pt x="37" y="2"/>
                    <a:pt x="37" y="2"/>
                  </a:cubicBezTo>
                  <a:cubicBezTo>
                    <a:pt x="41" y="1"/>
                    <a:pt x="47" y="0"/>
                    <a:pt x="51" y="2"/>
                  </a:cubicBezTo>
                  <a:cubicBezTo>
                    <a:pt x="51" y="2"/>
                    <a:pt x="52" y="3"/>
                    <a:pt x="52" y="3"/>
                  </a:cubicBezTo>
                  <a:cubicBezTo>
                    <a:pt x="52" y="3"/>
                    <a:pt x="53" y="3"/>
                    <a:pt x="53" y="4"/>
                  </a:cubicBezTo>
                  <a:cubicBezTo>
                    <a:pt x="54" y="4"/>
                    <a:pt x="54" y="4"/>
                    <a:pt x="54" y="5"/>
                  </a:cubicBezTo>
                  <a:cubicBezTo>
                    <a:pt x="55" y="5"/>
                    <a:pt x="54" y="5"/>
                    <a:pt x="55" y="5"/>
                  </a:cubicBezTo>
                  <a:cubicBezTo>
                    <a:pt x="55" y="6"/>
                    <a:pt x="56" y="6"/>
                    <a:pt x="56" y="7"/>
                  </a:cubicBezTo>
                  <a:cubicBezTo>
                    <a:pt x="59" y="12"/>
                    <a:pt x="58" y="22"/>
                    <a:pt x="58" y="30"/>
                  </a:cubicBezTo>
                  <a:cubicBezTo>
                    <a:pt x="58" y="33"/>
                    <a:pt x="59" y="38"/>
                    <a:pt x="57" y="39"/>
                  </a:cubicBezTo>
                  <a:cubicBezTo>
                    <a:pt x="56" y="40"/>
                    <a:pt x="53" y="40"/>
                    <a:pt x="51" y="40"/>
                  </a:cubicBezTo>
                  <a:cubicBezTo>
                    <a:pt x="50" y="39"/>
                    <a:pt x="50" y="39"/>
                    <a:pt x="50" y="39"/>
                  </a:cubicBezTo>
                  <a:cubicBezTo>
                    <a:pt x="49" y="39"/>
                    <a:pt x="49" y="39"/>
                    <a:pt x="49" y="39"/>
                  </a:cubicBezTo>
                  <a:cubicBezTo>
                    <a:pt x="47" y="38"/>
                    <a:pt x="48" y="31"/>
                    <a:pt x="48" y="28"/>
                  </a:cubicBezTo>
                  <a:cubicBezTo>
                    <a:pt x="48" y="23"/>
                    <a:pt x="49" y="16"/>
                    <a:pt x="47" y="13"/>
                  </a:cubicBezTo>
                  <a:cubicBezTo>
                    <a:pt x="46" y="11"/>
                    <a:pt x="42" y="9"/>
                    <a:pt x="39" y="11"/>
                  </a:cubicBezTo>
                  <a:cubicBezTo>
                    <a:pt x="38" y="11"/>
                    <a:pt x="36" y="12"/>
                    <a:pt x="36" y="13"/>
                  </a:cubicBezTo>
                  <a:cubicBezTo>
                    <a:pt x="36" y="14"/>
                    <a:pt x="35" y="14"/>
                    <a:pt x="35" y="14"/>
                  </a:cubicBezTo>
                  <a:cubicBezTo>
                    <a:pt x="34" y="17"/>
                    <a:pt x="35" y="24"/>
                    <a:pt x="35" y="28"/>
                  </a:cubicBezTo>
                  <a:cubicBezTo>
                    <a:pt x="35" y="30"/>
                    <a:pt x="35" y="38"/>
                    <a:pt x="34" y="39"/>
                  </a:cubicBezTo>
                  <a:cubicBezTo>
                    <a:pt x="33" y="40"/>
                    <a:pt x="32" y="40"/>
                    <a:pt x="30" y="40"/>
                  </a:cubicBezTo>
                  <a:cubicBezTo>
                    <a:pt x="28" y="40"/>
                    <a:pt x="26" y="40"/>
                    <a:pt x="25" y="39"/>
                  </a:cubicBezTo>
                  <a:cubicBezTo>
                    <a:pt x="24" y="38"/>
                    <a:pt x="24" y="32"/>
                    <a:pt x="24" y="28"/>
                  </a:cubicBezTo>
                  <a:cubicBezTo>
                    <a:pt x="24" y="26"/>
                    <a:pt x="24" y="24"/>
                    <a:pt x="24" y="22"/>
                  </a:cubicBezTo>
                  <a:cubicBezTo>
                    <a:pt x="24" y="18"/>
                    <a:pt x="25" y="15"/>
                    <a:pt x="24" y="13"/>
                  </a:cubicBezTo>
                  <a:cubicBezTo>
                    <a:pt x="22" y="11"/>
                    <a:pt x="19" y="9"/>
                    <a:pt x="15" y="11"/>
                  </a:cubicBezTo>
                  <a:cubicBezTo>
                    <a:pt x="14" y="11"/>
                    <a:pt x="12" y="12"/>
                    <a:pt x="11" y="14"/>
                  </a:cubicBezTo>
                  <a:cubicBezTo>
                    <a:pt x="11" y="15"/>
                    <a:pt x="11" y="15"/>
                    <a:pt x="11" y="16"/>
                  </a:cubicBezTo>
                  <a:cubicBezTo>
                    <a:pt x="11" y="19"/>
                    <a:pt x="11" y="24"/>
                    <a:pt x="11" y="28"/>
                  </a:cubicBezTo>
                  <a:cubicBezTo>
                    <a:pt x="11" y="29"/>
                    <a:pt x="11" y="32"/>
                    <a:pt x="11" y="34"/>
                  </a:cubicBezTo>
                  <a:cubicBezTo>
                    <a:pt x="11" y="36"/>
                    <a:pt x="11" y="38"/>
                    <a:pt x="10" y="39"/>
                  </a:cubicBezTo>
                  <a:cubicBezTo>
                    <a:pt x="10" y="40"/>
                    <a:pt x="6" y="40"/>
                    <a:pt x="3" y="40"/>
                  </a:cubicBezTo>
                  <a:cubicBezTo>
                    <a:pt x="3" y="39"/>
                    <a:pt x="3" y="39"/>
                    <a:pt x="2" y="39"/>
                  </a:cubicBezTo>
                  <a:cubicBezTo>
                    <a:pt x="2" y="39"/>
                    <a:pt x="1" y="39"/>
                    <a:pt x="1" y="39"/>
                  </a:cubicBezTo>
                  <a:cubicBezTo>
                    <a:pt x="0" y="38"/>
                    <a:pt x="1" y="33"/>
                    <a:pt x="1" y="30"/>
                  </a:cubicBezTo>
                  <a:cubicBezTo>
                    <a:pt x="1" y="24"/>
                    <a:pt x="1" y="18"/>
                    <a:pt x="1" y="12"/>
                  </a:cubicBezTo>
                  <a:cubicBezTo>
                    <a:pt x="1" y="9"/>
                    <a:pt x="0" y="4"/>
                    <a:pt x="1" y="3"/>
                  </a:cubicBezTo>
                  <a:cubicBezTo>
                    <a:pt x="2" y="2"/>
                    <a:pt x="3" y="2"/>
                    <a:pt x="5" y="2"/>
                  </a:cubicBezTo>
                  <a:cubicBezTo>
                    <a:pt x="6" y="2"/>
                    <a:pt x="8" y="2"/>
                    <a:pt x="9" y="2"/>
                  </a:cubicBezTo>
                  <a:cubicBezTo>
                    <a:pt x="10" y="3"/>
                    <a:pt x="11" y="4"/>
                    <a:pt x="10" y="6"/>
                  </a:cubicBezTo>
                  <a:cubicBezTo>
                    <a:pt x="11" y="6"/>
                    <a:pt x="11" y="6"/>
                    <a:pt x="11" y="6"/>
                  </a:cubicBezTo>
                  <a:cubicBezTo>
                    <a:pt x="13" y="3"/>
                    <a:pt x="16" y="1"/>
                    <a:pt x="20" y="1"/>
                  </a:cubicBezTo>
                  <a:cubicBezTo>
                    <a:pt x="26" y="0"/>
                    <a:pt x="31" y="3"/>
                    <a:pt x="32"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6" name="Freeform 13">
              <a:extLst>
                <a:ext uri="{FF2B5EF4-FFF2-40B4-BE49-F238E27FC236}">
                  <a16:creationId xmlns:a16="http://schemas.microsoft.com/office/drawing/2014/main" id="{59E65450-CFF9-5045-8739-75BC88424CC6}"/>
                </a:ext>
              </a:extLst>
            </p:cNvPr>
            <p:cNvSpPr>
              <a:spLocks noEditPoints="1"/>
            </p:cNvSpPr>
            <p:nvPr/>
          </p:nvSpPr>
          <p:spPr bwMode="auto">
            <a:xfrm>
              <a:off x="5302" y="2074"/>
              <a:ext cx="167" cy="172"/>
            </a:xfrm>
            <a:custGeom>
              <a:avLst/>
              <a:gdLst>
                <a:gd name="T0" fmla="*/ 14 w 39"/>
                <a:gd name="T1" fmla="*/ 12 h 41"/>
                <a:gd name="T2" fmla="*/ 13 w 39"/>
                <a:gd name="T3" fmla="*/ 13 h 41"/>
                <a:gd name="T4" fmla="*/ 11 w 39"/>
                <a:gd name="T5" fmla="*/ 17 h 41"/>
                <a:gd name="T6" fmla="*/ 10 w 39"/>
                <a:gd name="T7" fmla="*/ 19 h 41"/>
                <a:gd name="T8" fmla="*/ 13 w 39"/>
                <a:gd name="T9" fmla="*/ 28 h 41"/>
                <a:gd name="T10" fmla="*/ 15 w 39"/>
                <a:gd name="T11" fmla="*/ 30 h 41"/>
                <a:gd name="T12" fmla="*/ 18 w 39"/>
                <a:gd name="T13" fmla="*/ 31 h 41"/>
                <a:gd name="T14" fmla="*/ 22 w 39"/>
                <a:gd name="T15" fmla="*/ 31 h 41"/>
                <a:gd name="T16" fmla="*/ 23 w 39"/>
                <a:gd name="T17" fmla="*/ 31 h 41"/>
                <a:gd name="T18" fmla="*/ 27 w 39"/>
                <a:gd name="T19" fmla="*/ 27 h 41"/>
                <a:gd name="T20" fmla="*/ 29 w 39"/>
                <a:gd name="T21" fmla="*/ 21 h 41"/>
                <a:gd name="T22" fmla="*/ 27 w 39"/>
                <a:gd name="T23" fmla="*/ 14 h 41"/>
                <a:gd name="T24" fmla="*/ 25 w 39"/>
                <a:gd name="T25" fmla="*/ 12 h 41"/>
                <a:gd name="T26" fmla="*/ 23 w 39"/>
                <a:gd name="T27" fmla="*/ 11 h 41"/>
                <a:gd name="T28" fmla="*/ 22 w 39"/>
                <a:gd name="T29" fmla="*/ 10 h 41"/>
                <a:gd name="T30" fmla="*/ 18 w 39"/>
                <a:gd name="T31" fmla="*/ 10 h 41"/>
                <a:gd name="T32" fmla="*/ 18 w 39"/>
                <a:gd name="T33" fmla="*/ 10 h 41"/>
                <a:gd name="T34" fmla="*/ 14 w 39"/>
                <a:gd name="T35" fmla="*/ 12 h 41"/>
                <a:gd name="T36" fmla="*/ 29 w 39"/>
                <a:gd name="T37" fmla="*/ 5 h 41"/>
                <a:gd name="T38" fmla="*/ 29 w 39"/>
                <a:gd name="T39" fmla="*/ 2 h 41"/>
                <a:gd name="T40" fmla="*/ 34 w 39"/>
                <a:gd name="T41" fmla="*/ 2 h 41"/>
                <a:gd name="T42" fmla="*/ 38 w 39"/>
                <a:gd name="T43" fmla="*/ 3 h 41"/>
                <a:gd name="T44" fmla="*/ 39 w 39"/>
                <a:gd name="T45" fmla="*/ 11 h 41"/>
                <a:gd name="T46" fmla="*/ 39 w 39"/>
                <a:gd name="T47" fmla="*/ 21 h 41"/>
                <a:gd name="T48" fmla="*/ 39 w 39"/>
                <a:gd name="T49" fmla="*/ 39 h 41"/>
                <a:gd name="T50" fmla="*/ 34 w 39"/>
                <a:gd name="T51" fmla="*/ 40 h 41"/>
                <a:gd name="T52" fmla="*/ 29 w 39"/>
                <a:gd name="T53" fmla="*/ 39 h 41"/>
                <a:gd name="T54" fmla="*/ 29 w 39"/>
                <a:gd name="T55" fmla="*/ 36 h 41"/>
                <a:gd name="T56" fmla="*/ 29 w 39"/>
                <a:gd name="T57" fmla="*/ 36 h 41"/>
                <a:gd name="T58" fmla="*/ 27 w 39"/>
                <a:gd name="T59" fmla="*/ 37 h 41"/>
                <a:gd name="T60" fmla="*/ 24 w 39"/>
                <a:gd name="T61" fmla="*/ 40 h 41"/>
                <a:gd name="T62" fmla="*/ 16 w 39"/>
                <a:gd name="T63" fmla="*/ 40 h 41"/>
                <a:gd name="T64" fmla="*/ 9 w 39"/>
                <a:gd name="T65" fmla="*/ 38 h 41"/>
                <a:gd name="T66" fmla="*/ 4 w 39"/>
                <a:gd name="T67" fmla="*/ 34 h 41"/>
                <a:gd name="T68" fmla="*/ 4 w 39"/>
                <a:gd name="T69" fmla="*/ 33 h 41"/>
                <a:gd name="T70" fmla="*/ 3 w 39"/>
                <a:gd name="T71" fmla="*/ 32 h 41"/>
                <a:gd name="T72" fmla="*/ 1 w 39"/>
                <a:gd name="T73" fmla="*/ 29 h 41"/>
                <a:gd name="T74" fmla="*/ 0 w 39"/>
                <a:gd name="T75" fmla="*/ 19 h 41"/>
                <a:gd name="T76" fmla="*/ 4 w 39"/>
                <a:gd name="T77" fmla="*/ 8 h 41"/>
                <a:gd name="T78" fmla="*/ 6 w 39"/>
                <a:gd name="T79" fmla="*/ 6 h 41"/>
                <a:gd name="T80" fmla="*/ 9 w 39"/>
                <a:gd name="T81" fmla="*/ 3 h 41"/>
                <a:gd name="T82" fmla="*/ 16 w 39"/>
                <a:gd name="T83" fmla="*/ 1 h 41"/>
                <a:gd name="T84" fmla="*/ 29 w 39"/>
                <a:gd name="T85"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41">
                  <a:moveTo>
                    <a:pt x="14" y="12"/>
                  </a:moveTo>
                  <a:cubicBezTo>
                    <a:pt x="13" y="12"/>
                    <a:pt x="13" y="13"/>
                    <a:pt x="13" y="13"/>
                  </a:cubicBezTo>
                  <a:cubicBezTo>
                    <a:pt x="12" y="14"/>
                    <a:pt x="11" y="15"/>
                    <a:pt x="11" y="17"/>
                  </a:cubicBezTo>
                  <a:cubicBezTo>
                    <a:pt x="11" y="18"/>
                    <a:pt x="10" y="18"/>
                    <a:pt x="10" y="19"/>
                  </a:cubicBezTo>
                  <a:cubicBezTo>
                    <a:pt x="10" y="23"/>
                    <a:pt x="11" y="26"/>
                    <a:pt x="13" y="28"/>
                  </a:cubicBezTo>
                  <a:cubicBezTo>
                    <a:pt x="14" y="29"/>
                    <a:pt x="14" y="30"/>
                    <a:pt x="15" y="30"/>
                  </a:cubicBezTo>
                  <a:cubicBezTo>
                    <a:pt x="16" y="31"/>
                    <a:pt x="17" y="31"/>
                    <a:pt x="18" y="31"/>
                  </a:cubicBezTo>
                  <a:cubicBezTo>
                    <a:pt x="19" y="31"/>
                    <a:pt x="21" y="31"/>
                    <a:pt x="22" y="31"/>
                  </a:cubicBezTo>
                  <a:cubicBezTo>
                    <a:pt x="22" y="31"/>
                    <a:pt x="23" y="31"/>
                    <a:pt x="23" y="31"/>
                  </a:cubicBezTo>
                  <a:cubicBezTo>
                    <a:pt x="25" y="30"/>
                    <a:pt x="27" y="28"/>
                    <a:pt x="27" y="27"/>
                  </a:cubicBezTo>
                  <a:cubicBezTo>
                    <a:pt x="28" y="25"/>
                    <a:pt x="29" y="23"/>
                    <a:pt x="29" y="21"/>
                  </a:cubicBezTo>
                  <a:cubicBezTo>
                    <a:pt x="29" y="18"/>
                    <a:pt x="28" y="16"/>
                    <a:pt x="27" y="14"/>
                  </a:cubicBezTo>
                  <a:cubicBezTo>
                    <a:pt x="26" y="13"/>
                    <a:pt x="26" y="13"/>
                    <a:pt x="25" y="12"/>
                  </a:cubicBezTo>
                  <a:cubicBezTo>
                    <a:pt x="24" y="11"/>
                    <a:pt x="24" y="11"/>
                    <a:pt x="23" y="11"/>
                  </a:cubicBezTo>
                  <a:cubicBezTo>
                    <a:pt x="23" y="11"/>
                    <a:pt x="22" y="10"/>
                    <a:pt x="22" y="10"/>
                  </a:cubicBezTo>
                  <a:cubicBezTo>
                    <a:pt x="21" y="10"/>
                    <a:pt x="19" y="10"/>
                    <a:pt x="18" y="10"/>
                  </a:cubicBezTo>
                  <a:cubicBezTo>
                    <a:pt x="18" y="10"/>
                    <a:pt x="18" y="10"/>
                    <a:pt x="18" y="10"/>
                  </a:cubicBezTo>
                  <a:cubicBezTo>
                    <a:pt x="16" y="11"/>
                    <a:pt x="15" y="11"/>
                    <a:pt x="14" y="12"/>
                  </a:cubicBezTo>
                  <a:moveTo>
                    <a:pt x="29" y="5"/>
                  </a:moveTo>
                  <a:cubicBezTo>
                    <a:pt x="29" y="4"/>
                    <a:pt x="29" y="3"/>
                    <a:pt x="29" y="2"/>
                  </a:cubicBezTo>
                  <a:cubicBezTo>
                    <a:pt x="30" y="2"/>
                    <a:pt x="32" y="2"/>
                    <a:pt x="34" y="2"/>
                  </a:cubicBezTo>
                  <a:cubicBezTo>
                    <a:pt x="36" y="2"/>
                    <a:pt x="37" y="2"/>
                    <a:pt x="38" y="3"/>
                  </a:cubicBezTo>
                  <a:cubicBezTo>
                    <a:pt x="39" y="4"/>
                    <a:pt x="39" y="9"/>
                    <a:pt x="39" y="11"/>
                  </a:cubicBezTo>
                  <a:cubicBezTo>
                    <a:pt x="39" y="21"/>
                    <a:pt x="39" y="21"/>
                    <a:pt x="39" y="21"/>
                  </a:cubicBezTo>
                  <a:cubicBezTo>
                    <a:pt x="39" y="28"/>
                    <a:pt x="39" y="34"/>
                    <a:pt x="39" y="39"/>
                  </a:cubicBezTo>
                  <a:cubicBezTo>
                    <a:pt x="38" y="40"/>
                    <a:pt x="36" y="40"/>
                    <a:pt x="34" y="40"/>
                  </a:cubicBezTo>
                  <a:cubicBezTo>
                    <a:pt x="32" y="40"/>
                    <a:pt x="30" y="40"/>
                    <a:pt x="29" y="39"/>
                  </a:cubicBezTo>
                  <a:cubicBezTo>
                    <a:pt x="29" y="38"/>
                    <a:pt x="29" y="37"/>
                    <a:pt x="29" y="36"/>
                  </a:cubicBezTo>
                  <a:cubicBezTo>
                    <a:pt x="29" y="35"/>
                    <a:pt x="29" y="36"/>
                    <a:pt x="29" y="36"/>
                  </a:cubicBezTo>
                  <a:cubicBezTo>
                    <a:pt x="28" y="36"/>
                    <a:pt x="28" y="37"/>
                    <a:pt x="27" y="37"/>
                  </a:cubicBezTo>
                  <a:cubicBezTo>
                    <a:pt x="26" y="38"/>
                    <a:pt x="25" y="39"/>
                    <a:pt x="24" y="40"/>
                  </a:cubicBezTo>
                  <a:cubicBezTo>
                    <a:pt x="22" y="40"/>
                    <a:pt x="19" y="41"/>
                    <a:pt x="16" y="40"/>
                  </a:cubicBezTo>
                  <a:cubicBezTo>
                    <a:pt x="14" y="40"/>
                    <a:pt x="11" y="39"/>
                    <a:pt x="9" y="38"/>
                  </a:cubicBezTo>
                  <a:cubicBezTo>
                    <a:pt x="7" y="37"/>
                    <a:pt x="5" y="35"/>
                    <a:pt x="4" y="34"/>
                  </a:cubicBezTo>
                  <a:cubicBezTo>
                    <a:pt x="4" y="33"/>
                    <a:pt x="4" y="33"/>
                    <a:pt x="4" y="33"/>
                  </a:cubicBezTo>
                  <a:cubicBezTo>
                    <a:pt x="3" y="33"/>
                    <a:pt x="3" y="32"/>
                    <a:pt x="3" y="32"/>
                  </a:cubicBezTo>
                  <a:cubicBezTo>
                    <a:pt x="3" y="32"/>
                    <a:pt x="2" y="30"/>
                    <a:pt x="1" y="29"/>
                  </a:cubicBezTo>
                  <a:cubicBezTo>
                    <a:pt x="0" y="26"/>
                    <a:pt x="0" y="23"/>
                    <a:pt x="0" y="19"/>
                  </a:cubicBezTo>
                  <a:cubicBezTo>
                    <a:pt x="0" y="15"/>
                    <a:pt x="2" y="11"/>
                    <a:pt x="4" y="8"/>
                  </a:cubicBezTo>
                  <a:cubicBezTo>
                    <a:pt x="4" y="7"/>
                    <a:pt x="5" y="7"/>
                    <a:pt x="6" y="6"/>
                  </a:cubicBezTo>
                  <a:cubicBezTo>
                    <a:pt x="7" y="5"/>
                    <a:pt x="8" y="4"/>
                    <a:pt x="9" y="3"/>
                  </a:cubicBezTo>
                  <a:cubicBezTo>
                    <a:pt x="11" y="2"/>
                    <a:pt x="14" y="1"/>
                    <a:pt x="16" y="1"/>
                  </a:cubicBezTo>
                  <a:cubicBezTo>
                    <a:pt x="22" y="0"/>
                    <a:pt x="26" y="2"/>
                    <a:pt x="29" y="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7" name="Freeform 14">
              <a:extLst>
                <a:ext uri="{FF2B5EF4-FFF2-40B4-BE49-F238E27FC236}">
                  <a16:creationId xmlns:a16="http://schemas.microsoft.com/office/drawing/2014/main" id="{AB1FC638-24E4-7548-93E9-50D9965F4B51}"/>
                </a:ext>
              </a:extLst>
            </p:cNvPr>
            <p:cNvSpPr>
              <a:spLocks/>
            </p:cNvSpPr>
            <p:nvPr/>
          </p:nvSpPr>
          <p:spPr bwMode="auto">
            <a:xfrm>
              <a:off x="5230" y="2082"/>
              <a:ext cx="47" cy="160"/>
            </a:xfrm>
            <a:custGeom>
              <a:avLst/>
              <a:gdLst>
                <a:gd name="T0" fmla="*/ 2 w 11"/>
                <a:gd name="T1" fmla="*/ 0 h 38"/>
                <a:gd name="T2" fmla="*/ 9 w 11"/>
                <a:gd name="T3" fmla="*/ 0 h 38"/>
                <a:gd name="T4" fmla="*/ 11 w 11"/>
                <a:gd name="T5" fmla="*/ 1 h 38"/>
                <a:gd name="T6" fmla="*/ 11 w 11"/>
                <a:gd name="T7" fmla="*/ 10 h 38"/>
                <a:gd name="T8" fmla="*/ 11 w 11"/>
                <a:gd name="T9" fmla="*/ 33 h 38"/>
                <a:gd name="T10" fmla="*/ 11 w 11"/>
                <a:gd name="T11" fmla="*/ 36 h 38"/>
                <a:gd name="T12" fmla="*/ 6 w 11"/>
                <a:gd name="T13" fmla="*/ 38 h 38"/>
                <a:gd name="T14" fmla="*/ 1 w 11"/>
                <a:gd name="T15" fmla="*/ 37 h 38"/>
                <a:gd name="T16" fmla="*/ 1 w 11"/>
                <a:gd name="T17" fmla="*/ 28 h 38"/>
                <a:gd name="T18" fmla="*/ 1 w 11"/>
                <a:gd name="T19" fmla="*/ 10 h 38"/>
                <a:gd name="T20" fmla="*/ 1 w 11"/>
                <a:gd name="T21" fmla="*/ 1 h 38"/>
                <a:gd name="T22" fmla="*/ 2 w 11"/>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38">
                  <a:moveTo>
                    <a:pt x="2" y="0"/>
                  </a:moveTo>
                  <a:cubicBezTo>
                    <a:pt x="3" y="0"/>
                    <a:pt x="8" y="0"/>
                    <a:pt x="9" y="0"/>
                  </a:cubicBezTo>
                  <a:cubicBezTo>
                    <a:pt x="10" y="0"/>
                    <a:pt x="10" y="0"/>
                    <a:pt x="11" y="1"/>
                  </a:cubicBezTo>
                  <a:cubicBezTo>
                    <a:pt x="11" y="2"/>
                    <a:pt x="11" y="7"/>
                    <a:pt x="11" y="10"/>
                  </a:cubicBezTo>
                  <a:cubicBezTo>
                    <a:pt x="11" y="18"/>
                    <a:pt x="11" y="24"/>
                    <a:pt x="11" y="33"/>
                  </a:cubicBezTo>
                  <a:cubicBezTo>
                    <a:pt x="11" y="34"/>
                    <a:pt x="11" y="35"/>
                    <a:pt x="11" y="36"/>
                  </a:cubicBezTo>
                  <a:cubicBezTo>
                    <a:pt x="10" y="38"/>
                    <a:pt x="8" y="38"/>
                    <a:pt x="6" y="38"/>
                  </a:cubicBezTo>
                  <a:cubicBezTo>
                    <a:pt x="4" y="38"/>
                    <a:pt x="2" y="38"/>
                    <a:pt x="1" y="37"/>
                  </a:cubicBezTo>
                  <a:cubicBezTo>
                    <a:pt x="0" y="36"/>
                    <a:pt x="1" y="30"/>
                    <a:pt x="1" y="28"/>
                  </a:cubicBezTo>
                  <a:cubicBezTo>
                    <a:pt x="1" y="23"/>
                    <a:pt x="1" y="14"/>
                    <a:pt x="1" y="10"/>
                  </a:cubicBezTo>
                  <a:cubicBezTo>
                    <a:pt x="1" y="8"/>
                    <a:pt x="0" y="2"/>
                    <a:pt x="1" y="1"/>
                  </a:cubicBezTo>
                  <a:cubicBezTo>
                    <a:pt x="1" y="1"/>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8" name="Freeform 15">
              <a:extLst>
                <a:ext uri="{FF2B5EF4-FFF2-40B4-BE49-F238E27FC236}">
                  <a16:creationId xmlns:a16="http://schemas.microsoft.com/office/drawing/2014/main" id="{9A3C2B26-42E4-3542-ADEF-4CCBF9CD22FF}"/>
                </a:ext>
              </a:extLst>
            </p:cNvPr>
            <p:cNvSpPr>
              <a:spLocks/>
            </p:cNvSpPr>
            <p:nvPr/>
          </p:nvSpPr>
          <p:spPr bwMode="auto">
            <a:xfrm>
              <a:off x="2711" y="2145"/>
              <a:ext cx="99" cy="302"/>
            </a:xfrm>
            <a:custGeom>
              <a:avLst/>
              <a:gdLst>
                <a:gd name="T0" fmla="*/ 21 w 23"/>
                <a:gd name="T1" fmla="*/ 7 h 72"/>
                <a:gd name="T2" fmla="*/ 22 w 23"/>
                <a:gd name="T3" fmla="*/ 14 h 72"/>
                <a:gd name="T4" fmla="*/ 21 w 23"/>
                <a:gd name="T5" fmla="*/ 17 h 72"/>
                <a:gd name="T6" fmla="*/ 21 w 23"/>
                <a:gd name="T7" fmla="*/ 19 h 72"/>
                <a:gd name="T8" fmla="*/ 21 w 23"/>
                <a:gd name="T9" fmla="*/ 21 h 72"/>
                <a:gd name="T10" fmla="*/ 20 w 23"/>
                <a:gd name="T11" fmla="*/ 24 h 72"/>
                <a:gd name="T12" fmla="*/ 20 w 23"/>
                <a:gd name="T13" fmla="*/ 31 h 72"/>
                <a:gd name="T14" fmla="*/ 19 w 23"/>
                <a:gd name="T15" fmla="*/ 34 h 72"/>
                <a:gd name="T16" fmla="*/ 18 w 23"/>
                <a:gd name="T17" fmla="*/ 40 h 72"/>
                <a:gd name="T18" fmla="*/ 18 w 23"/>
                <a:gd name="T19" fmla="*/ 43 h 72"/>
                <a:gd name="T20" fmla="*/ 17 w 23"/>
                <a:gd name="T21" fmla="*/ 46 h 72"/>
                <a:gd name="T22" fmla="*/ 17 w 23"/>
                <a:gd name="T23" fmla="*/ 50 h 72"/>
                <a:gd name="T24" fmla="*/ 17 w 23"/>
                <a:gd name="T25" fmla="*/ 52 h 72"/>
                <a:gd name="T26" fmla="*/ 17 w 23"/>
                <a:gd name="T27" fmla="*/ 56 h 72"/>
                <a:gd name="T28" fmla="*/ 17 w 23"/>
                <a:gd name="T29" fmla="*/ 58 h 72"/>
                <a:gd name="T30" fmla="*/ 17 w 23"/>
                <a:gd name="T31" fmla="*/ 60 h 72"/>
                <a:gd name="T32" fmla="*/ 16 w 23"/>
                <a:gd name="T33" fmla="*/ 62 h 72"/>
                <a:gd name="T34" fmla="*/ 17 w 23"/>
                <a:gd name="T35" fmla="*/ 64 h 72"/>
                <a:gd name="T36" fmla="*/ 15 w 23"/>
                <a:gd name="T37" fmla="*/ 65 h 72"/>
                <a:gd name="T38" fmla="*/ 14 w 23"/>
                <a:gd name="T39" fmla="*/ 66 h 72"/>
                <a:gd name="T40" fmla="*/ 12 w 23"/>
                <a:gd name="T41" fmla="*/ 68 h 72"/>
                <a:gd name="T42" fmla="*/ 8 w 23"/>
                <a:gd name="T43" fmla="*/ 71 h 72"/>
                <a:gd name="T44" fmla="*/ 7 w 23"/>
                <a:gd name="T45" fmla="*/ 72 h 72"/>
                <a:gd name="T46" fmla="*/ 5 w 23"/>
                <a:gd name="T47" fmla="*/ 72 h 72"/>
                <a:gd name="T48" fmla="*/ 1 w 23"/>
                <a:gd name="T49" fmla="*/ 71 h 72"/>
                <a:gd name="T50" fmla="*/ 0 w 23"/>
                <a:gd name="T51" fmla="*/ 68 h 72"/>
                <a:gd name="T52" fmla="*/ 0 w 23"/>
                <a:gd name="T53" fmla="*/ 61 h 72"/>
                <a:gd name="T54" fmla="*/ 0 w 23"/>
                <a:gd name="T55" fmla="*/ 52 h 72"/>
                <a:gd name="T56" fmla="*/ 1 w 23"/>
                <a:gd name="T57" fmla="*/ 45 h 72"/>
                <a:gd name="T58" fmla="*/ 1 w 23"/>
                <a:gd name="T59" fmla="*/ 41 h 72"/>
                <a:gd name="T60" fmla="*/ 1 w 23"/>
                <a:gd name="T61" fmla="*/ 38 h 72"/>
                <a:gd name="T62" fmla="*/ 2 w 23"/>
                <a:gd name="T63" fmla="*/ 30 h 72"/>
                <a:gd name="T64" fmla="*/ 2 w 23"/>
                <a:gd name="T65" fmla="*/ 28 h 72"/>
                <a:gd name="T66" fmla="*/ 2 w 23"/>
                <a:gd name="T67" fmla="*/ 25 h 72"/>
                <a:gd name="T68" fmla="*/ 3 w 23"/>
                <a:gd name="T69" fmla="*/ 17 h 72"/>
                <a:gd name="T70" fmla="*/ 3 w 23"/>
                <a:gd name="T71" fmla="*/ 15 h 72"/>
                <a:gd name="T72" fmla="*/ 5 w 23"/>
                <a:gd name="T73" fmla="*/ 9 h 72"/>
                <a:gd name="T74" fmla="*/ 7 w 23"/>
                <a:gd name="T75" fmla="*/ 6 h 72"/>
                <a:gd name="T76" fmla="*/ 8 w 23"/>
                <a:gd name="T77" fmla="*/ 5 h 72"/>
                <a:gd name="T78" fmla="*/ 9 w 23"/>
                <a:gd name="T79" fmla="*/ 4 h 72"/>
                <a:gd name="T80" fmla="*/ 11 w 23"/>
                <a:gd name="T81" fmla="*/ 3 h 72"/>
                <a:gd name="T82" fmla="*/ 13 w 23"/>
                <a:gd name="T83" fmla="*/ 1 h 72"/>
                <a:gd name="T84" fmla="*/ 19 w 23"/>
                <a:gd name="T85" fmla="*/ 0 h 72"/>
                <a:gd name="T86" fmla="*/ 22 w 23"/>
                <a:gd name="T87" fmla="*/ 5 h 72"/>
                <a:gd name="T88" fmla="*/ 23 w 23"/>
                <a:gd name="T8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 h="72">
                  <a:moveTo>
                    <a:pt x="23" y="7"/>
                  </a:moveTo>
                  <a:cubicBezTo>
                    <a:pt x="22" y="7"/>
                    <a:pt x="22" y="7"/>
                    <a:pt x="21" y="7"/>
                  </a:cubicBezTo>
                  <a:cubicBezTo>
                    <a:pt x="21" y="9"/>
                    <a:pt x="22" y="10"/>
                    <a:pt x="22" y="11"/>
                  </a:cubicBezTo>
                  <a:cubicBezTo>
                    <a:pt x="22" y="12"/>
                    <a:pt x="22" y="13"/>
                    <a:pt x="22" y="14"/>
                  </a:cubicBezTo>
                  <a:cubicBezTo>
                    <a:pt x="22" y="14"/>
                    <a:pt x="22" y="15"/>
                    <a:pt x="21" y="16"/>
                  </a:cubicBezTo>
                  <a:cubicBezTo>
                    <a:pt x="21" y="16"/>
                    <a:pt x="21" y="17"/>
                    <a:pt x="21" y="17"/>
                  </a:cubicBezTo>
                  <a:cubicBezTo>
                    <a:pt x="21" y="18"/>
                    <a:pt x="21" y="18"/>
                    <a:pt x="21" y="19"/>
                  </a:cubicBezTo>
                  <a:cubicBezTo>
                    <a:pt x="21" y="19"/>
                    <a:pt x="21" y="19"/>
                    <a:pt x="21" y="19"/>
                  </a:cubicBezTo>
                  <a:cubicBezTo>
                    <a:pt x="21" y="20"/>
                    <a:pt x="21" y="20"/>
                    <a:pt x="21" y="20"/>
                  </a:cubicBezTo>
                  <a:cubicBezTo>
                    <a:pt x="21" y="20"/>
                    <a:pt x="21" y="21"/>
                    <a:pt x="21" y="21"/>
                  </a:cubicBezTo>
                  <a:cubicBezTo>
                    <a:pt x="21" y="22"/>
                    <a:pt x="21" y="22"/>
                    <a:pt x="21" y="23"/>
                  </a:cubicBezTo>
                  <a:cubicBezTo>
                    <a:pt x="20" y="23"/>
                    <a:pt x="20" y="23"/>
                    <a:pt x="20" y="24"/>
                  </a:cubicBezTo>
                  <a:cubicBezTo>
                    <a:pt x="20" y="25"/>
                    <a:pt x="20" y="26"/>
                    <a:pt x="20" y="27"/>
                  </a:cubicBezTo>
                  <a:cubicBezTo>
                    <a:pt x="20" y="28"/>
                    <a:pt x="19" y="29"/>
                    <a:pt x="20" y="31"/>
                  </a:cubicBezTo>
                  <a:cubicBezTo>
                    <a:pt x="20" y="31"/>
                    <a:pt x="20" y="31"/>
                    <a:pt x="19" y="32"/>
                  </a:cubicBezTo>
                  <a:cubicBezTo>
                    <a:pt x="19" y="32"/>
                    <a:pt x="20" y="33"/>
                    <a:pt x="19" y="34"/>
                  </a:cubicBezTo>
                  <a:cubicBezTo>
                    <a:pt x="19" y="36"/>
                    <a:pt x="19" y="38"/>
                    <a:pt x="18" y="39"/>
                  </a:cubicBezTo>
                  <a:cubicBezTo>
                    <a:pt x="18" y="40"/>
                    <a:pt x="18" y="40"/>
                    <a:pt x="18" y="40"/>
                  </a:cubicBezTo>
                  <a:cubicBezTo>
                    <a:pt x="18" y="41"/>
                    <a:pt x="18" y="42"/>
                    <a:pt x="18" y="42"/>
                  </a:cubicBezTo>
                  <a:cubicBezTo>
                    <a:pt x="18" y="43"/>
                    <a:pt x="18" y="43"/>
                    <a:pt x="18" y="43"/>
                  </a:cubicBezTo>
                  <a:cubicBezTo>
                    <a:pt x="18" y="44"/>
                    <a:pt x="18" y="45"/>
                    <a:pt x="18" y="46"/>
                  </a:cubicBezTo>
                  <a:cubicBezTo>
                    <a:pt x="18" y="46"/>
                    <a:pt x="17" y="46"/>
                    <a:pt x="17" y="46"/>
                  </a:cubicBezTo>
                  <a:cubicBezTo>
                    <a:pt x="18" y="46"/>
                    <a:pt x="17" y="47"/>
                    <a:pt x="17" y="48"/>
                  </a:cubicBezTo>
                  <a:cubicBezTo>
                    <a:pt x="17" y="49"/>
                    <a:pt x="17" y="49"/>
                    <a:pt x="17" y="50"/>
                  </a:cubicBezTo>
                  <a:cubicBezTo>
                    <a:pt x="17" y="50"/>
                    <a:pt x="17" y="50"/>
                    <a:pt x="17" y="51"/>
                  </a:cubicBezTo>
                  <a:cubicBezTo>
                    <a:pt x="17" y="51"/>
                    <a:pt x="17" y="51"/>
                    <a:pt x="17" y="52"/>
                  </a:cubicBezTo>
                  <a:cubicBezTo>
                    <a:pt x="17" y="52"/>
                    <a:pt x="17" y="53"/>
                    <a:pt x="17" y="53"/>
                  </a:cubicBezTo>
                  <a:cubicBezTo>
                    <a:pt x="17" y="54"/>
                    <a:pt x="18" y="55"/>
                    <a:pt x="17" y="56"/>
                  </a:cubicBezTo>
                  <a:cubicBezTo>
                    <a:pt x="17" y="57"/>
                    <a:pt x="17" y="57"/>
                    <a:pt x="17" y="57"/>
                  </a:cubicBezTo>
                  <a:cubicBezTo>
                    <a:pt x="17" y="58"/>
                    <a:pt x="17" y="58"/>
                    <a:pt x="17" y="58"/>
                  </a:cubicBezTo>
                  <a:cubicBezTo>
                    <a:pt x="17" y="58"/>
                    <a:pt x="17" y="58"/>
                    <a:pt x="17" y="58"/>
                  </a:cubicBezTo>
                  <a:cubicBezTo>
                    <a:pt x="17" y="59"/>
                    <a:pt x="17" y="60"/>
                    <a:pt x="17" y="60"/>
                  </a:cubicBezTo>
                  <a:cubicBezTo>
                    <a:pt x="17" y="60"/>
                    <a:pt x="16" y="61"/>
                    <a:pt x="16" y="61"/>
                  </a:cubicBezTo>
                  <a:cubicBezTo>
                    <a:pt x="16" y="61"/>
                    <a:pt x="16" y="61"/>
                    <a:pt x="16" y="62"/>
                  </a:cubicBezTo>
                  <a:cubicBezTo>
                    <a:pt x="16" y="62"/>
                    <a:pt x="16" y="63"/>
                    <a:pt x="16" y="64"/>
                  </a:cubicBezTo>
                  <a:cubicBezTo>
                    <a:pt x="16" y="64"/>
                    <a:pt x="16" y="63"/>
                    <a:pt x="17" y="64"/>
                  </a:cubicBezTo>
                  <a:cubicBezTo>
                    <a:pt x="17" y="65"/>
                    <a:pt x="17" y="65"/>
                    <a:pt x="17" y="65"/>
                  </a:cubicBezTo>
                  <a:cubicBezTo>
                    <a:pt x="16" y="66"/>
                    <a:pt x="16" y="65"/>
                    <a:pt x="15" y="65"/>
                  </a:cubicBezTo>
                  <a:cubicBezTo>
                    <a:pt x="15" y="65"/>
                    <a:pt x="15" y="66"/>
                    <a:pt x="15" y="66"/>
                  </a:cubicBezTo>
                  <a:cubicBezTo>
                    <a:pt x="15" y="66"/>
                    <a:pt x="14" y="66"/>
                    <a:pt x="14" y="66"/>
                  </a:cubicBezTo>
                  <a:cubicBezTo>
                    <a:pt x="14" y="67"/>
                    <a:pt x="13" y="67"/>
                    <a:pt x="12" y="68"/>
                  </a:cubicBezTo>
                  <a:cubicBezTo>
                    <a:pt x="12" y="68"/>
                    <a:pt x="12" y="68"/>
                    <a:pt x="12" y="68"/>
                  </a:cubicBezTo>
                  <a:cubicBezTo>
                    <a:pt x="11" y="69"/>
                    <a:pt x="10" y="69"/>
                    <a:pt x="10" y="70"/>
                  </a:cubicBezTo>
                  <a:cubicBezTo>
                    <a:pt x="9" y="70"/>
                    <a:pt x="9" y="70"/>
                    <a:pt x="8" y="71"/>
                  </a:cubicBezTo>
                  <a:cubicBezTo>
                    <a:pt x="8" y="71"/>
                    <a:pt x="8" y="71"/>
                    <a:pt x="7" y="71"/>
                  </a:cubicBezTo>
                  <a:cubicBezTo>
                    <a:pt x="7" y="71"/>
                    <a:pt x="7" y="71"/>
                    <a:pt x="7" y="72"/>
                  </a:cubicBezTo>
                  <a:cubicBezTo>
                    <a:pt x="7" y="72"/>
                    <a:pt x="6" y="71"/>
                    <a:pt x="6" y="72"/>
                  </a:cubicBezTo>
                  <a:cubicBezTo>
                    <a:pt x="6" y="72"/>
                    <a:pt x="5" y="72"/>
                    <a:pt x="5" y="72"/>
                  </a:cubicBezTo>
                  <a:cubicBezTo>
                    <a:pt x="5" y="72"/>
                    <a:pt x="4" y="72"/>
                    <a:pt x="3" y="72"/>
                  </a:cubicBezTo>
                  <a:cubicBezTo>
                    <a:pt x="3" y="72"/>
                    <a:pt x="2" y="71"/>
                    <a:pt x="1" y="71"/>
                  </a:cubicBezTo>
                  <a:cubicBezTo>
                    <a:pt x="1" y="70"/>
                    <a:pt x="1" y="70"/>
                    <a:pt x="0" y="69"/>
                  </a:cubicBezTo>
                  <a:cubicBezTo>
                    <a:pt x="0" y="68"/>
                    <a:pt x="0" y="68"/>
                    <a:pt x="0" y="68"/>
                  </a:cubicBezTo>
                  <a:cubicBezTo>
                    <a:pt x="0" y="67"/>
                    <a:pt x="0" y="66"/>
                    <a:pt x="0" y="65"/>
                  </a:cubicBezTo>
                  <a:cubicBezTo>
                    <a:pt x="0" y="64"/>
                    <a:pt x="0" y="62"/>
                    <a:pt x="0" y="61"/>
                  </a:cubicBezTo>
                  <a:cubicBezTo>
                    <a:pt x="0" y="60"/>
                    <a:pt x="0" y="59"/>
                    <a:pt x="0" y="58"/>
                  </a:cubicBezTo>
                  <a:cubicBezTo>
                    <a:pt x="0" y="56"/>
                    <a:pt x="0" y="54"/>
                    <a:pt x="0" y="52"/>
                  </a:cubicBezTo>
                  <a:cubicBezTo>
                    <a:pt x="1" y="50"/>
                    <a:pt x="0" y="49"/>
                    <a:pt x="0" y="48"/>
                  </a:cubicBezTo>
                  <a:cubicBezTo>
                    <a:pt x="0" y="47"/>
                    <a:pt x="1" y="46"/>
                    <a:pt x="1" y="45"/>
                  </a:cubicBezTo>
                  <a:cubicBezTo>
                    <a:pt x="1" y="44"/>
                    <a:pt x="1" y="44"/>
                    <a:pt x="1" y="43"/>
                  </a:cubicBezTo>
                  <a:cubicBezTo>
                    <a:pt x="1" y="42"/>
                    <a:pt x="1" y="42"/>
                    <a:pt x="1" y="41"/>
                  </a:cubicBezTo>
                  <a:cubicBezTo>
                    <a:pt x="1" y="40"/>
                    <a:pt x="1" y="40"/>
                    <a:pt x="1" y="40"/>
                  </a:cubicBezTo>
                  <a:cubicBezTo>
                    <a:pt x="1" y="39"/>
                    <a:pt x="1" y="39"/>
                    <a:pt x="1" y="38"/>
                  </a:cubicBezTo>
                  <a:cubicBezTo>
                    <a:pt x="1" y="36"/>
                    <a:pt x="2" y="35"/>
                    <a:pt x="2" y="34"/>
                  </a:cubicBezTo>
                  <a:cubicBezTo>
                    <a:pt x="2" y="32"/>
                    <a:pt x="2" y="31"/>
                    <a:pt x="2" y="30"/>
                  </a:cubicBezTo>
                  <a:cubicBezTo>
                    <a:pt x="2" y="29"/>
                    <a:pt x="2" y="29"/>
                    <a:pt x="2" y="28"/>
                  </a:cubicBezTo>
                  <a:cubicBezTo>
                    <a:pt x="2" y="28"/>
                    <a:pt x="2" y="28"/>
                    <a:pt x="2" y="28"/>
                  </a:cubicBezTo>
                  <a:cubicBezTo>
                    <a:pt x="2" y="28"/>
                    <a:pt x="2" y="27"/>
                    <a:pt x="2" y="27"/>
                  </a:cubicBezTo>
                  <a:cubicBezTo>
                    <a:pt x="2" y="26"/>
                    <a:pt x="2" y="26"/>
                    <a:pt x="2" y="25"/>
                  </a:cubicBezTo>
                  <a:cubicBezTo>
                    <a:pt x="2" y="24"/>
                    <a:pt x="2" y="22"/>
                    <a:pt x="3" y="21"/>
                  </a:cubicBezTo>
                  <a:cubicBezTo>
                    <a:pt x="3" y="20"/>
                    <a:pt x="2" y="19"/>
                    <a:pt x="3" y="17"/>
                  </a:cubicBezTo>
                  <a:cubicBezTo>
                    <a:pt x="3" y="17"/>
                    <a:pt x="3" y="17"/>
                    <a:pt x="3" y="16"/>
                  </a:cubicBezTo>
                  <a:cubicBezTo>
                    <a:pt x="3" y="16"/>
                    <a:pt x="3" y="15"/>
                    <a:pt x="3" y="15"/>
                  </a:cubicBezTo>
                  <a:cubicBezTo>
                    <a:pt x="3" y="15"/>
                    <a:pt x="3" y="14"/>
                    <a:pt x="4" y="13"/>
                  </a:cubicBezTo>
                  <a:cubicBezTo>
                    <a:pt x="4" y="12"/>
                    <a:pt x="5" y="10"/>
                    <a:pt x="5" y="9"/>
                  </a:cubicBezTo>
                  <a:cubicBezTo>
                    <a:pt x="6" y="8"/>
                    <a:pt x="6" y="7"/>
                    <a:pt x="7" y="6"/>
                  </a:cubicBezTo>
                  <a:cubicBezTo>
                    <a:pt x="7" y="6"/>
                    <a:pt x="7" y="6"/>
                    <a:pt x="7" y="6"/>
                  </a:cubicBezTo>
                  <a:cubicBezTo>
                    <a:pt x="7" y="6"/>
                    <a:pt x="8" y="6"/>
                    <a:pt x="8" y="5"/>
                  </a:cubicBezTo>
                  <a:cubicBezTo>
                    <a:pt x="8" y="5"/>
                    <a:pt x="8" y="5"/>
                    <a:pt x="8" y="5"/>
                  </a:cubicBezTo>
                  <a:cubicBezTo>
                    <a:pt x="8" y="4"/>
                    <a:pt x="9" y="4"/>
                    <a:pt x="9" y="4"/>
                  </a:cubicBezTo>
                  <a:cubicBezTo>
                    <a:pt x="9" y="4"/>
                    <a:pt x="9" y="4"/>
                    <a:pt x="9" y="4"/>
                  </a:cubicBezTo>
                  <a:cubicBezTo>
                    <a:pt x="10" y="4"/>
                    <a:pt x="9" y="4"/>
                    <a:pt x="9" y="4"/>
                  </a:cubicBezTo>
                  <a:cubicBezTo>
                    <a:pt x="10" y="3"/>
                    <a:pt x="10" y="3"/>
                    <a:pt x="11" y="3"/>
                  </a:cubicBezTo>
                  <a:cubicBezTo>
                    <a:pt x="11" y="3"/>
                    <a:pt x="11" y="3"/>
                    <a:pt x="11" y="2"/>
                  </a:cubicBezTo>
                  <a:cubicBezTo>
                    <a:pt x="12" y="2"/>
                    <a:pt x="12" y="2"/>
                    <a:pt x="13" y="1"/>
                  </a:cubicBezTo>
                  <a:cubicBezTo>
                    <a:pt x="14" y="1"/>
                    <a:pt x="16" y="0"/>
                    <a:pt x="17" y="0"/>
                  </a:cubicBezTo>
                  <a:cubicBezTo>
                    <a:pt x="18" y="0"/>
                    <a:pt x="18" y="0"/>
                    <a:pt x="19" y="0"/>
                  </a:cubicBezTo>
                  <a:cubicBezTo>
                    <a:pt x="20" y="1"/>
                    <a:pt x="20" y="1"/>
                    <a:pt x="21" y="2"/>
                  </a:cubicBezTo>
                  <a:cubicBezTo>
                    <a:pt x="21" y="3"/>
                    <a:pt x="21" y="4"/>
                    <a:pt x="22" y="5"/>
                  </a:cubicBezTo>
                  <a:cubicBezTo>
                    <a:pt x="21" y="5"/>
                    <a:pt x="21" y="6"/>
                    <a:pt x="22" y="7"/>
                  </a:cubicBezTo>
                  <a:cubicBezTo>
                    <a:pt x="22" y="7"/>
                    <a:pt x="23" y="7"/>
                    <a:pt x="23"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79" name="Freeform 16">
              <a:extLst>
                <a:ext uri="{FF2B5EF4-FFF2-40B4-BE49-F238E27FC236}">
                  <a16:creationId xmlns:a16="http://schemas.microsoft.com/office/drawing/2014/main" id="{8F46412A-95A7-344D-AA18-27D843CF4D12}"/>
                </a:ext>
              </a:extLst>
            </p:cNvPr>
            <p:cNvSpPr>
              <a:spLocks/>
            </p:cNvSpPr>
            <p:nvPr/>
          </p:nvSpPr>
          <p:spPr bwMode="auto">
            <a:xfrm>
              <a:off x="2305" y="1479"/>
              <a:ext cx="616" cy="1215"/>
            </a:xfrm>
            <a:custGeom>
              <a:avLst/>
              <a:gdLst>
                <a:gd name="T0" fmla="*/ 40 w 144"/>
                <a:gd name="T1" fmla="*/ 223 h 290"/>
                <a:gd name="T2" fmla="*/ 38 w 144"/>
                <a:gd name="T3" fmla="*/ 207 h 290"/>
                <a:gd name="T4" fmla="*/ 35 w 144"/>
                <a:gd name="T5" fmla="*/ 192 h 290"/>
                <a:gd name="T6" fmla="*/ 33 w 144"/>
                <a:gd name="T7" fmla="*/ 172 h 290"/>
                <a:gd name="T8" fmla="*/ 31 w 144"/>
                <a:gd name="T9" fmla="*/ 165 h 290"/>
                <a:gd name="T10" fmla="*/ 26 w 144"/>
                <a:gd name="T11" fmla="*/ 165 h 290"/>
                <a:gd name="T12" fmla="*/ 24 w 144"/>
                <a:gd name="T13" fmla="*/ 169 h 290"/>
                <a:gd name="T14" fmla="*/ 21 w 144"/>
                <a:gd name="T15" fmla="*/ 178 h 290"/>
                <a:gd name="T16" fmla="*/ 17 w 144"/>
                <a:gd name="T17" fmla="*/ 188 h 290"/>
                <a:gd name="T18" fmla="*/ 11 w 144"/>
                <a:gd name="T19" fmla="*/ 197 h 290"/>
                <a:gd name="T20" fmla="*/ 2 w 144"/>
                <a:gd name="T21" fmla="*/ 187 h 290"/>
                <a:gd name="T22" fmla="*/ 6 w 144"/>
                <a:gd name="T23" fmla="*/ 174 h 290"/>
                <a:gd name="T24" fmla="*/ 12 w 144"/>
                <a:gd name="T25" fmla="*/ 158 h 290"/>
                <a:gd name="T26" fmla="*/ 16 w 144"/>
                <a:gd name="T27" fmla="*/ 146 h 290"/>
                <a:gd name="T28" fmla="*/ 24 w 144"/>
                <a:gd name="T29" fmla="*/ 120 h 290"/>
                <a:gd name="T30" fmla="*/ 31 w 144"/>
                <a:gd name="T31" fmla="*/ 116 h 290"/>
                <a:gd name="T32" fmla="*/ 44 w 144"/>
                <a:gd name="T33" fmla="*/ 138 h 290"/>
                <a:gd name="T34" fmla="*/ 46 w 144"/>
                <a:gd name="T35" fmla="*/ 151 h 290"/>
                <a:gd name="T36" fmla="*/ 47 w 144"/>
                <a:gd name="T37" fmla="*/ 161 h 290"/>
                <a:gd name="T38" fmla="*/ 50 w 144"/>
                <a:gd name="T39" fmla="*/ 173 h 290"/>
                <a:gd name="T40" fmla="*/ 53 w 144"/>
                <a:gd name="T41" fmla="*/ 186 h 290"/>
                <a:gd name="T42" fmla="*/ 54 w 144"/>
                <a:gd name="T43" fmla="*/ 198 h 290"/>
                <a:gd name="T44" fmla="*/ 55 w 144"/>
                <a:gd name="T45" fmla="*/ 203 h 290"/>
                <a:gd name="T46" fmla="*/ 57 w 144"/>
                <a:gd name="T47" fmla="*/ 218 h 290"/>
                <a:gd name="T48" fmla="*/ 61 w 144"/>
                <a:gd name="T49" fmla="*/ 202 h 290"/>
                <a:gd name="T50" fmla="*/ 65 w 144"/>
                <a:gd name="T51" fmla="*/ 179 h 290"/>
                <a:gd name="T52" fmla="*/ 68 w 144"/>
                <a:gd name="T53" fmla="*/ 160 h 290"/>
                <a:gd name="T54" fmla="*/ 73 w 144"/>
                <a:gd name="T55" fmla="*/ 138 h 290"/>
                <a:gd name="T56" fmla="*/ 80 w 144"/>
                <a:gd name="T57" fmla="*/ 112 h 290"/>
                <a:gd name="T58" fmla="*/ 86 w 144"/>
                <a:gd name="T59" fmla="*/ 90 h 290"/>
                <a:gd name="T60" fmla="*/ 90 w 144"/>
                <a:gd name="T61" fmla="*/ 81 h 290"/>
                <a:gd name="T62" fmla="*/ 100 w 144"/>
                <a:gd name="T63" fmla="*/ 51 h 290"/>
                <a:gd name="T64" fmla="*/ 109 w 144"/>
                <a:gd name="T65" fmla="*/ 26 h 290"/>
                <a:gd name="T66" fmla="*/ 111 w 144"/>
                <a:gd name="T67" fmla="*/ 23 h 290"/>
                <a:gd name="T68" fmla="*/ 119 w 144"/>
                <a:gd name="T69" fmla="*/ 6 h 290"/>
                <a:gd name="T70" fmla="*/ 135 w 144"/>
                <a:gd name="T71" fmla="*/ 1 h 290"/>
                <a:gd name="T72" fmla="*/ 141 w 144"/>
                <a:gd name="T73" fmla="*/ 6 h 290"/>
                <a:gd name="T74" fmla="*/ 143 w 144"/>
                <a:gd name="T75" fmla="*/ 18 h 290"/>
                <a:gd name="T76" fmla="*/ 138 w 144"/>
                <a:gd name="T77" fmla="*/ 27 h 290"/>
                <a:gd name="T78" fmla="*/ 130 w 144"/>
                <a:gd name="T79" fmla="*/ 36 h 290"/>
                <a:gd name="T80" fmla="*/ 123 w 144"/>
                <a:gd name="T81" fmla="*/ 46 h 290"/>
                <a:gd name="T82" fmla="*/ 111 w 144"/>
                <a:gd name="T83" fmla="*/ 74 h 290"/>
                <a:gd name="T84" fmla="*/ 108 w 144"/>
                <a:gd name="T85" fmla="*/ 82 h 290"/>
                <a:gd name="T86" fmla="*/ 103 w 144"/>
                <a:gd name="T87" fmla="*/ 98 h 290"/>
                <a:gd name="T88" fmla="*/ 100 w 144"/>
                <a:gd name="T89" fmla="*/ 108 h 290"/>
                <a:gd name="T90" fmla="*/ 97 w 144"/>
                <a:gd name="T91" fmla="*/ 119 h 290"/>
                <a:gd name="T92" fmla="*/ 94 w 144"/>
                <a:gd name="T93" fmla="*/ 129 h 290"/>
                <a:gd name="T94" fmla="*/ 89 w 144"/>
                <a:gd name="T95" fmla="*/ 142 h 290"/>
                <a:gd name="T96" fmla="*/ 86 w 144"/>
                <a:gd name="T97" fmla="*/ 156 h 290"/>
                <a:gd name="T98" fmla="*/ 83 w 144"/>
                <a:gd name="T99" fmla="*/ 169 h 290"/>
                <a:gd name="T100" fmla="*/ 82 w 144"/>
                <a:gd name="T101" fmla="*/ 179 h 290"/>
                <a:gd name="T102" fmla="*/ 80 w 144"/>
                <a:gd name="T103" fmla="*/ 188 h 290"/>
                <a:gd name="T104" fmla="*/ 78 w 144"/>
                <a:gd name="T105" fmla="*/ 197 h 290"/>
                <a:gd name="T106" fmla="*/ 77 w 144"/>
                <a:gd name="T107" fmla="*/ 204 h 290"/>
                <a:gd name="T108" fmla="*/ 75 w 144"/>
                <a:gd name="T109" fmla="*/ 215 h 290"/>
                <a:gd name="T110" fmla="*/ 75 w 144"/>
                <a:gd name="T111" fmla="*/ 224 h 290"/>
                <a:gd name="T112" fmla="*/ 71 w 144"/>
                <a:gd name="T113" fmla="*/ 243 h 290"/>
                <a:gd name="T114" fmla="*/ 69 w 144"/>
                <a:gd name="T115" fmla="*/ 260 h 290"/>
                <a:gd name="T116" fmla="*/ 67 w 144"/>
                <a:gd name="T117" fmla="*/ 279 h 290"/>
                <a:gd name="T118" fmla="*/ 60 w 144"/>
                <a:gd name="T119" fmla="*/ 290 h 290"/>
                <a:gd name="T120" fmla="*/ 51 w 144"/>
                <a:gd name="T121" fmla="*/ 284 h 290"/>
                <a:gd name="T122" fmla="*/ 47 w 144"/>
                <a:gd name="T123" fmla="*/ 267 h 290"/>
                <a:gd name="T124" fmla="*/ 45 w 144"/>
                <a:gd name="T125" fmla="*/ 254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4" h="290">
                  <a:moveTo>
                    <a:pt x="43" y="245"/>
                  </a:moveTo>
                  <a:cubicBezTo>
                    <a:pt x="43" y="244"/>
                    <a:pt x="43" y="244"/>
                    <a:pt x="43" y="243"/>
                  </a:cubicBezTo>
                  <a:cubicBezTo>
                    <a:pt x="43" y="241"/>
                    <a:pt x="42" y="239"/>
                    <a:pt x="42" y="237"/>
                  </a:cubicBezTo>
                  <a:cubicBezTo>
                    <a:pt x="42" y="235"/>
                    <a:pt x="41" y="234"/>
                    <a:pt x="41" y="232"/>
                  </a:cubicBezTo>
                  <a:cubicBezTo>
                    <a:pt x="41" y="231"/>
                    <a:pt x="41" y="231"/>
                    <a:pt x="41" y="231"/>
                  </a:cubicBezTo>
                  <a:cubicBezTo>
                    <a:pt x="41" y="229"/>
                    <a:pt x="41" y="228"/>
                    <a:pt x="41" y="226"/>
                  </a:cubicBezTo>
                  <a:cubicBezTo>
                    <a:pt x="40" y="226"/>
                    <a:pt x="40" y="224"/>
                    <a:pt x="40" y="223"/>
                  </a:cubicBezTo>
                  <a:cubicBezTo>
                    <a:pt x="40" y="223"/>
                    <a:pt x="40" y="220"/>
                    <a:pt x="40" y="219"/>
                  </a:cubicBezTo>
                  <a:cubicBezTo>
                    <a:pt x="39" y="219"/>
                    <a:pt x="39" y="219"/>
                    <a:pt x="39" y="218"/>
                  </a:cubicBezTo>
                  <a:cubicBezTo>
                    <a:pt x="39" y="217"/>
                    <a:pt x="39" y="215"/>
                    <a:pt x="39" y="213"/>
                  </a:cubicBezTo>
                  <a:cubicBezTo>
                    <a:pt x="39" y="213"/>
                    <a:pt x="38" y="212"/>
                    <a:pt x="38" y="212"/>
                  </a:cubicBezTo>
                  <a:cubicBezTo>
                    <a:pt x="38" y="211"/>
                    <a:pt x="38" y="211"/>
                    <a:pt x="38" y="211"/>
                  </a:cubicBezTo>
                  <a:cubicBezTo>
                    <a:pt x="38" y="211"/>
                    <a:pt x="38" y="210"/>
                    <a:pt x="38" y="210"/>
                  </a:cubicBezTo>
                  <a:cubicBezTo>
                    <a:pt x="38" y="209"/>
                    <a:pt x="38" y="208"/>
                    <a:pt x="38" y="207"/>
                  </a:cubicBezTo>
                  <a:cubicBezTo>
                    <a:pt x="38" y="207"/>
                    <a:pt x="38" y="206"/>
                    <a:pt x="37" y="205"/>
                  </a:cubicBezTo>
                  <a:cubicBezTo>
                    <a:pt x="37" y="205"/>
                    <a:pt x="37" y="204"/>
                    <a:pt x="37" y="204"/>
                  </a:cubicBezTo>
                  <a:cubicBezTo>
                    <a:pt x="37" y="203"/>
                    <a:pt x="37" y="203"/>
                    <a:pt x="37" y="202"/>
                  </a:cubicBezTo>
                  <a:cubicBezTo>
                    <a:pt x="37" y="200"/>
                    <a:pt x="36" y="199"/>
                    <a:pt x="36" y="197"/>
                  </a:cubicBezTo>
                  <a:cubicBezTo>
                    <a:pt x="36" y="197"/>
                    <a:pt x="36" y="197"/>
                    <a:pt x="36" y="196"/>
                  </a:cubicBezTo>
                  <a:cubicBezTo>
                    <a:pt x="36" y="196"/>
                    <a:pt x="36" y="194"/>
                    <a:pt x="36" y="193"/>
                  </a:cubicBezTo>
                  <a:cubicBezTo>
                    <a:pt x="36" y="192"/>
                    <a:pt x="35" y="192"/>
                    <a:pt x="35" y="192"/>
                  </a:cubicBezTo>
                  <a:cubicBezTo>
                    <a:pt x="34" y="190"/>
                    <a:pt x="35" y="189"/>
                    <a:pt x="35" y="188"/>
                  </a:cubicBezTo>
                  <a:cubicBezTo>
                    <a:pt x="35" y="186"/>
                    <a:pt x="34" y="185"/>
                    <a:pt x="34" y="184"/>
                  </a:cubicBezTo>
                  <a:cubicBezTo>
                    <a:pt x="34" y="183"/>
                    <a:pt x="34" y="182"/>
                    <a:pt x="34" y="182"/>
                  </a:cubicBezTo>
                  <a:cubicBezTo>
                    <a:pt x="34" y="180"/>
                    <a:pt x="33" y="179"/>
                    <a:pt x="33" y="178"/>
                  </a:cubicBezTo>
                  <a:cubicBezTo>
                    <a:pt x="33" y="176"/>
                    <a:pt x="33" y="175"/>
                    <a:pt x="33" y="174"/>
                  </a:cubicBezTo>
                  <a:cubicBezTo>
                    <a:pt x="33" y="174"/>
                    <a:pt x="33" y="174"/>
                    <a:pt x="33" y="174"/>
                  </a:cubicBezTo>
                  <a:cubicBezTo>
                    <a:pt x="32" y="173"/>
                    <a:pt x="33" y="173"/>
                    <a:pt x="33" y="172"/>
                  </a:cubicBezTo>
                  <a:cubicBezTo>
                    <a:pt x="32" y="172"/>
                    <a:pt x="32" y="172"/>
                    <a:pt x="32" y="171"/>
                  </a:cubicBezTo>
                  <a:cubicBezTo>
                    <a:pt x="32" y="171"/>
                    <a:pt x="31" y="170"/>
                    <a:pt x="31" y="170"/>
                  </a:cubicBezTo>
                  <a:cubicBezTo>
                    <a:pt x="31" y="169"/>
                    <a:pt x="31" y="169"/>
                    <a:pt x="31" y="169"/>
                  </a:cubicBezTo>
                  <a:cubicBezTo>
                    <a:pt x="31" y="169"/>
                    <a:pt x="31" y="169"/>
                    <a:pt x="31" y="168"/>
                  </a:cubicBezTo>
                  <a:cubicBezTo>
                    <a:pt x="31" y="168"/>
                    <a:pt x="31" y="167"/>
                    <a:pt x="31" y="167"/>
                  </a:cubicBezTo>
                  <a:cubicBezTo>
                    <a:pt x="31" y="166"/>
                    <a:pt x="31" y="166"/>
                    <a:pt x="31" y="166"/>
                  </a:cubicBezTo>
                  <a:cubicBezTo>
                    <a:pt x="31" y="166"/>
                    <a:pt x="31" y="165"/>
                    <a:pt x="31" y="165"/>
                  </a:cubicBezTo>
                  <a:cubicBezTo>
                    <a:pt x="31" y="164"/>
                    <a:pt x="31" y="164"/>
                    <a:pt x="31" y="164"/>
                  </a:cubicBezTo>
                  <a:cubicBezTo>
                    <a:pt x="30" y="165"/>
                    <a:pt x="30" y="165"/>
                    <a:pt x="30" y="165"/>
                  </a:cubicBezTo>
                  <a:cubicBezTo>
                    <a:pt x="30" y="164"/>
                    <a:pt x="30" y="164"/>
                    <a:pt x="30" y="163"/>
                  </a:cubicBezTo>
                  <a:cubicBezTo>
                    <a:pt x="30" y="163"/>
                    <a:pt x="29" y="163"/>
                    <a:pt x="29" y="162"/>
                  </a:cubicBezTo>
                  <a:cubicBezTo>
                    <a:pt x="28" y="162"/>
                    <a:pt x="28" y="162"/>
                    <a:pt x="28" y="162"/>
                  </a:cubicBezTo>
                  <a:cubicBezTo>
                    <a:pt x="27" y="162"/>
                    <a:pt x="27" y="163"/>
                    <a:pt x="27" y="164"/>
                  </a:cubicBezTo>
                  <a:cubicBezTo>
                    <a:pt x="27" y="164"/>
                    <a:pt x="26" y="165"/>
                    <a:pt x="26" y="165"/>
                  </a:cubicBezTo>
                  <a:cubicBezTo>
                    <a:pt x="26" y="166"/>
                    <a:pt x="26" y="165"/>
                    <a:pt x="25" y="166"/>
                  </a:cubicBezTo>
                  <a:cubicBezTo>
                    <a:pt x="25" y="166"/>
                    <a:pt x="25" y="167"/>
                    <a:pt x="26" y="167"/>
                  </a:cubicBezTo>
                  <a:cubicBezTo>
                    <a:pt x="25" y="167"/>
                    <a:pt x="25" y="167"/>
                    <a:pt x="24" y="167"/>
                  </a:cubicBezTo>
                  <a:cubicBezTo>
                    <a:pt x="24" y="167"/>
                    <a:pt x="25" y="167"/>
                    <a:pt x="25" y="167"/>
                  </a:cubicBezTo>
                  <a:cubicBezTo>
                    <a:pt x="25" y="168"/>
                    <a:pt x="24" y="168"/>
                    <a:pt x="25" y="168"/>
                  </a:cubicBezTo>
                  <a:cubicBezTo>
                    <a:pt x="24" y="168"/>
                    <a:pt x="24" y="169"/>
                    <a:pt x="24" y="169"/>
                  </a:cubicBezTo>
                  <a:cubicBezTo>
                    <a:pt x="24" y="169"/>
                    <a:pt x="25" y="169"/>
                    <a:pt x="24" y="169"/>
                  </a:cubicBezTo>
                  <a:cubicBezTo>
                    <a:pt x="24" y="170"/>
                    <a:pt x="23" y="170"/>
                    <a:pt x="24" y="171"/>
                  </a:cubicBezTo>
                  <a:cubicBezTo>
                    <a:pt x="23" y="171"/>
                    <a:pt x="23" y="172"/>
                    <a:pt x="23" y="172"/>
                  </a:cubicBezTo>
                  <a:cubicBezTo>
                    <a:pt x="22" y="173"/>
                    <a:pt x="23" y="173"/>
                    <a:pt x="23" y="174"/>
                  </a:cubicBezTo>
                  <a:cubicBezTo>
                    <a:pt x="22" y="174"/>
                    <a:pt x="22" y="175"/>
                    <a:pt x="22" y="175"/>
                  </a:cubicBezTo>
                  <a:cubicBezTo>
                    <a:pt x="21" y="176"/>
                    <a:pt x="22" y="175"/>
                    <a:pt x="22" y="176"/>
                  </a:cubicBezTo>
                  <a:cubicBezTo>
                    <a:pt x="21" y="176"/>
                    <a:pt x="22" y="177"/>
                    <a:pt x="21" y="177"/>
                  </a:cubicBezTo>
                  <a:cubicBezTo>
                    <a:pt x="21" y="178"/>
                    <a:pt x="21" y="177"/>
                    <a:pt x="21" y="178"/>
                  </a:cubicBezTo>
                  <a:cubicBezTo>
                    <a:pt x="21" y="178"/>
                    <a:pt x="21" y="178"/>
                    <a:pt x="21" y="178"/>
                  </a:cubicBezTo>
                  <a:cubicBezTo>
                    <a:pt x="21" y="179"/>
                    <a:pt x="20" y="179"/>
                    <a:pt x="21" y="180"/>
                  </a:cubicBezTo>
                  <a:cubicBezTo>
                    <a:pt x="20" y="180"/>
                    <a:pt x="20" y="181"/>
                    <a:pt x="20" y="181"/>
                  </a:cubicBezTo>
                  <a:cubicBezTo>
                    <a:pt x="20" y="182"/>
                    <a:pt x="19" y="182"/>
                    <a:pt x="19" y="183"/>
                  </a:cubicBezTo>
                  <a:cubicBezTo>
                    <a:pt x="19" y="184"/>
                    <a:pt x="19" y="184"/>
                    <a:pt x="20" y="184"/>
                  </a:cubicBezTo>
                  <a:cubicBezTo>
                    <a:pt x="20" y="184"/>
                    <a:pt x="19" y="184"/>
                    <a:pt x="19" y="184"/>
                  </a:cubicBezTo>
                  <a:cubicBezTo>
                    <a:pt x="18" y="185"/>
                    <a:pt x="18" y="187"/>
                    <a:pt x="17" y="188"/>
                  </a:cubicBezTo>
                  <a:cubicBezTo>
                    <a:pt x="17" y="188"/>
                    <a:pt x="17" y="189"/>
                    <a:pt x="16" y="189"/>
                  </a:cubicBezTo>
                  <a:cubicBezTo>
                    <a:pt x="16" y="191"/>
                    <a:pt x="15" y="191"/>
                    <a:pt x="16" y="193"/>
                  </a:cubicBezTo>
                  <a:cubicBezTo>
                    <a:pt x="15" y="193"/>
                    <a:pt x="15" y="193"/>
                    <a:pt x="15" y="194"/>
                  </a:cubicBezTo>
                  <a:cubicBezTo>
                    <a:pt x="15" y="194"/>
                    <a:pt x="15" y="194"/>
                    <a:pt x="15" y="195"/>
                  </a:cubicBezTo>
                  <a:cubicBezTo>
                    <a:pt x="14" y="195"/>
                    <a:pt x="14" y="195"/>
                    <a:pt x="14" y="195"/>
                  </a:cubicBezTo>
                  <a:cubicBezTo>
                    <a:pt x="14" y="195"/>
                    <a:pt x="14" y="196"/>
                    <a:pt x="13" y="196"/>
                  </a:cubicBezTo>
                  <a:cubicBezTo>
                    <a:pt x="13" y="196"/>
                    <a:pt x="12" y="197"/>
                    <a:pt x="11" y="197"/>
                  </a:cubicBezTo>
                  <a:cubicBezTo>
                    <a:pt x="11" y="197"/>
                    <a:pt x="9" y="198"/>
                    <a:pt x="8" y="198"/>
                  </a:cubicBezTo>
                  <a:cubicBezTo>
                    <a:pt x="7" y="198"/>
                    <a:pt x="6" y="198"/>
                    <a:pt x="5" y="197"/>
                  </a:cubicBezTo>
                  <a:cubicBezTo>
                    <a:pt x="4" y="197"/>
                    <a:pt x="3" y="197"/>
                    <a:pt x="3" y="196"/>
                  </a:cubicBezTo>
                  <a:cubicBezTo>
                    <a:pt x="2" y="196"/>
                    <a:pt x="2" y="195"/>
                    <a:pt x="2" y="195"/>
                  </a:cubicBezTo>
                  <a:cubicBezTo>
                    <a:pt x="2" y="195"/>
                    <a:pt x="2" y="195"/>
                    <a:pt x="2" y="195"/>
                  </a:cubicBezTo>
                  <a:cubicBezTo>
                    <a:pt x="2" y="195"/>
                    <a:pt x="1" y="194"/>
                    <a:pt x="1" y="193"/>
                  </a:cubicBezTo>
                  <a:cubicBezTo>
                    <a:pt x="0" y="191"/>
                    <a:pt x="1" y="188"/>
                    <a:pt x="2" y="187"/>
                  </a:cubicBezTo>
                  <a:cubicBezTo>
                    <a:pt x="2" y="186"/>
                    <a:pt x="2" y="186"/>
                    <a:pt x="2" y="185"/>
                  </a:cubicBezTo>
                  <a:cubicBezTo>
                    <a:pt x="2" y="185"/>
                    <a:pt x="3" y="184"/>
                    <a:pt x="3" y="184"/>
                  </a:cubicBezTo>
                  <a:cubicBezTo>
                    <a:pt x="3" y="184"/>
                    <a:pt x="3" y="183"/>
                    <a:pt x="3" y="183"/>
                  </a:cubicBezTo>
                  <a:cubicBezTo>
                    <a:pt x="3" y="183"/>
                    <a:pt x="3" y="183"/>
                    <a:pt x="3" y="182"/>
                  </a:cubicBezTo>
                  <a:cubicBezTo>
                    <a:pt x="4" y="181"/>
                    <a:pt x="4" y="179"/>
                    <a:pt x="5" y="178"/>
                  </a:cubicBezTo>
                  <a:cubicBezTo>
                    <a:pt x="5" y="177"/>
                    <a:pt x="5" y="177"/>
                    <a:pt x="5" y="177"/>
                  </a:cubicBezTo>
                  <a:cubicBezTo>
                    <a:pt x="6" y="176"/>
                    <a:pt x="6" y="175"/>
                    <a:pt x="6" y="174"/>
                  </a:cubicBezTo>
                  <a:cubicBezTo>
                    <a:pt x="7" y="172"/>
                    <a:pt x="8" y="171"/>
                    <a:pt x="8" y="170"/>
                  </a:cubicBezTo>
                  <a:cubicBezTo>
                    <a:pt x="8" y="169"/>
                    <a:pt x="8" y="169"/>
                    <a:pt x="8" y="169"/>
                  </a:cubicBezTo>
                  <a:cubicBezTo>
                    <a:pt x="8" y="168"/>
                    <a:pt x="9" y="168"/>
                    <a:pt x="8" y="167"/>
                  </a:cubicBezTo>
                  <a:cubicBezTo>
                    <a:pt x="9" y="167"/>
                    <a:pt x="10" y="166"/>
                    <a:pt x="10" y="165"/>
                  </a:cubicBezTo>
                  <a:cubicBezTo>
                    <a:pt x="10" y="164"/>
                    <a:pt x="10" y="163"/>
                    <a:pt x="10" y="162"/>
                  </a:cubicBezTo>
                  <a:cubicBezTo>
                    <a:pt x="10" y="162"/>
                    <a:pt x="11" y="161"/>
                    <a:pt x="11" y="161"/>
                  </a:cubicBezTo>
                  <a:cubicBezTo>
                    <a:pt x="11" y="160"/>
                    <a:pt x="12" y="159"/>
                    <a:pt x="12" y="158"/>
                  </a:cubicBezTo>
                  <a:cubicBezTo>
                    <a:pt x="12" y="157"/>
                    <a:pt x="12" y="157"/>
                    <a:pt x="12" y="156"/>
                  </a:cubicBezTo>
                  <a:cubicBezTo>
                    <a:pt x="12" y="156"/>
                    <a:pt x="13" y="156"/>
                    <a:pt x="13" y="156"/>
                  </a:cubicBezTo>
                  <a:cubicBezTo>
                    <a:pt x="13" y="155"/>
                    <a:pt x="13" y="155"/>
                    <a:pt x="13" y="155"/>
                  </a:cubicBezTo>
                  <a:cubicBezTo>
                    <a:pt x="12" y="155"/>
                    <a:pt x="13" y="154"/>
                    <a:pt x="14" y="153"/>
                  </a:cubicBezTo>
                  <a:cubicBezTo>
                    <a:pt x="14" y="152"/>
                    <a:pt x="14" y="151"/>
                    <a:pt x="15" y="149"/>
                  </a:cubicBezTo>
                  <a:cubicBezTo>
                    <a:pt x="15" y="149"/>
                    <a:pt x="15" y="148"/>
                    <a:pt x="15" y="148"/>
                  </a:cubicBezTo>
                  <a:cubicBezTo>
                    <a:pt x="16" y="147"/>
                    <a:pt x="15" y="146"/>
                    <a:pt x="16" y="146"/>
                  </a:cubicBezTo>
                  <a:cubicBezTo>
                    <a:pt x="16" y="145"/>
                    <a:pt x="16" y="144"/>
                    <a:pt x="16" y="144"/>
                  </a:cubicBezTo>
                  <a:cubicBezTo>
                    <a:pt x="17" y="143"/>
                    <a:pt x="17" y="143"/>
                    <a:pt x="17" y="142"/>
                  </a:cubicBezTo>
                  <a:cubicBezTo>
                    <a:pt x="17" y="141"/>
                    <a:pt x="18" y="141"/>
                    <a:pt x="17" y="140"/>
                  </a:cubicBezTo>
                  <a:cubicBezTo>
                    <a:pt x="18" y="139"/>
                    <a:pt x="18" y="138"/>
                    <a:pt x="19" y="137"/>
                  </a:cubicBezTo>
                  <a:cubicBezTo>
                    <a:pt x="19" y="136"/>
                    <a:pt x="19" y="135"/>
                    <a:pt x="19" y="135"/>
                  </a:cubicBezTo>
                  <a:cubicBezTo>
                    <a:pt x="20" y="132"/>
                    <a:pt x="22" y="128"/>
                    <a:pt x="23" y="125"/>
                  </a:cubicBezTo>
                  <a:cubicBezTo>
                    <a:pt x="23" y="124"/>
                    <a:pt x="23" y="122"/>
                    <a:pt x="24" y="120"/>
                  </a:cubicBezTo>
                  <a:cubicBezTo>
                    <a:pt x="24" y="120"/>
                    <a:pt x="25" y="120"/>
                    <a:pt x="25" y="120"/>
                  </a:cubicBezTo>
                  <a:cubicBezTo>
                    <a:pt x="25" y="120"/>
                    <a:pt x="25" y="120"/>
                    <a:pt x="25" y="120"/>
                  </a:cubicBezTo>
                  <a:cubicBezTo>
                    <a:pt x="25" y="120"/>
                    <a:pt x="25" y="120"/>
                    <a:pt x="25" y="120"/>
                  </a:cubicBezTo>
                  <a:cubicBezTo>
                    <a:pt x="25" y="119"/>
                    <a:pt x="27" y="118"/>
                    <a:pt x="27" y="117"/>
                  </a:cubicBezTo>
                  <a:cubicBezTo>
                    <a:pt x="28" y="117"/>
                    <a:pt x="28" y="117"/>
                    <a:pt x="28" y="117"/>
                  </a:cubicBezTo>
                  <a:cubicBezTo>
                    <a:pt x="28" y="117"/>
                    <a:pt x="29" y="117"/>
                    <a:pt x="29" y="117"/>
                  </a:cubicBezTo>
                  <a:cubicBezTo>
                    <a:pt x="30" y="116"/>
                    <a:pt x="30" y="116"/>
                    <a:pt x="31" y="116"/>
                  </a:cubicBezTo>
                  <a:cubicBezTo>
                    <a:pt x="33" y="115"/>
                    <a:pt x="35" y="116"/>
                    <a:pt x="37" y="117"/>
                  </a:cubicBezTo>
                  <a:cubicBezTo>
                    <a:pt x="38" y="118"/>
                    <a:pt x="38" y="118"/>
                    <a:pt x="39" y="119"/>
                  </a:cubicBezTo>
                  <a:cubicBezTo>
                    <a:pt x="39" y="119"/>
                    <a:pt x="40" y="120"/>
                    <a:pt x="40" y="121"/>
                  </a:cubicBezTo>
                  <a:cubicBezTo>
                    <a:pt x="40" y="121"/>
                    <a:pt x="41" y="122"/>
                    <a:pt x="41" y="123"/>
                  </a:cubicBezTo>
                  <a:cubicBezTo>
                    <a:pt x="41" y="124"/>
                    <a:pt x="41" y="125"/>
                    <a:pt x="42" y="126"/>
                  </a:cubicBezTo>
                  <a:cubicBezTo>
                    <a:pt x="42" y="126"/>
                    <a:pt x="42" y="127"/>
                    <a:pt x="42" y="128"/>
                  </a:cubicBezTo>
                  <a:cubicBezTo>
                    <a:pt x="43" y="131"/>
                    <a:pt x="43" y="135"/>
                    <a:pt x="44" y="138"/>
                  </a:cubicBezTo>
                  <a:cubicBezTo>
                    <a:pt x="44" y="139"/>
                    <a:pt x="44" y="141"/>
                    <a:pt x="44" y="142"/>
                  </a:cubicBezTo>
                  <a:cubicBezTo>
                    <a:pt x="45" y="144"/>
                    <a:pt x="44" y="145"/>
                    <a:pt x="45" y="147"/>
                  </a:cubicBezTo>
                  <a:cubicBezTo>
                    <a:pt x="45" y="147"/>
                    <a:pt x="45" y="147"/>
                    <a:pt x="45" y="148"/>
                  </a:cubicBezTo>
                  <a:cubicBezTo>
                    <a:pt x="45" y="148"/>
                    <a:pt x="45" y="149"/>
                    <a:pt x="46" y="149"/>
                  </a:cubicBezTo>
                  <a:cubicBezTo>
                    <a:pt x="45" y="149"/>
                    <a:pt x="46" y="150"/>
                    <a:pt x="46" y="150"/>
                  </a:cubicBezTo>
                  <a:cubicBezTo>
                    <a:pt x="46" y="151"/>
                    <a:pt x="46" y="150"/>
                    <a:pt x="46" y="151"/>
                  </a:cubicBezTo>
                  <a:cubicBezTo>
                    <a:pt x="46" y="151"/>
                    <a:pt x="46" y="151"/>
                    <a:pt x="46" y="151"/>
                  </a:cubicBezTo>
                  <a:cubicBezTo>
                    <a:pt x="46" y="152"/>
                    <a:pt x="46" y="152"/>
                    <a:pt x="46" y="152"/>
                  </a:cubicBezTo>
                  <a:cubicBezTo>
                    <a:pt x="46" y="152"/>
                    <a:pt x="46" y="153"/>
                    <a:pt x="46" y="153"/>
                  </a:cubicBezTo>
                  <a:cubicBezTo>
                    <a:pt x="46" y="154"/>
                    <a:pt x="47" y="154"/>
                    <a:pt x="47" y="154"/>
                  </a:cubicBezTo>
                  <a:cubicBezTo>
                    <a:pt x="46" y="155"/>
                    <a:pt x="47" y="155"/>
                    <a:pt x="47" y="156"/>
                  </a:cubicBezTo>
                  <a:cubicBezTo>
                    <a:pt x="47" y="157"/>
                    <a:pt x="47" y="157"/>
                    <a:pt x="47" y="157"/>
                  </a:cubicBezTo>
                  <a:cubicBezTo>
                    <a:pt x="47" y="158"/>
                    <a:pt x="47" y="159"/>
                    <a:pt x="47" y="160"/>
                  </a:cubicBezTo>
                  <a:cubicBezTo>
                    <a:pt x="47" y="160"/>
                    <a:pt x="47" y="160"/>
                    <a:pt x="47" y="161"/>
                  </a:cubicBezTo>
                  <a:cubicBezTo>
                    <a:pt x="47" y="161"/>
                    <a:pt x="47" y="162"/>
                    <a:pt x="48" y="161"/>
                  </a:cubicBezTo>
                  <a:cubicBezTo>
                    <a:pt x="47" y="163"/>
                    <a:pt x="48" y="164"/>
                    <a:pt x="48" y="165"/>
                  </a:cubicBezTo>
                  <a:cubicBezTo>
                    <a:pt x="48" y="166"/>
                    <a:pt x="48" y="166"/>
                    <a:pt x="48" y="167"/>
                  </a:cubicBezTo>
                  <a:cubicBezTo>
                    <a:pt x="48" y="168"/>
                    <a:pt x="49" y="168"/>
                    <a:pt x="49" y="168"/>
                  </a:cubicBezTo>
                  <a:cubicBezTo>
                    <a:pt x="48" y="169"/>
                    <a:pt x="49" y="170"/>
                    <a:pt x="49" y="171"/>
                  </a:cubicBezTo>
                  <a:cubicBezTo>
                    <a:pt x="49" y="172"/>
                    <a:pt x="50" y="171"/>
                    <a:pt x="50" y="172"/>
                  </a:cubicBezTo>
                  <a:cubicBezTo>
                    <a:pt x="50" y="172"/>
                    <a:pt x="49" y="172"/>
                    <a:pt x="50" y="173"/>
                  </a:cubicBezTo>
                  <a:cubicBezTo>
                    <a:pt x="50" y="174"/>
                    <a:pt x="50" y="174"/>
                    <a:pt x="50" y="175"/>
                  </a:cubicBezTo>
                  <a:cubicBezTo>
                    <a:pt x="51" y="176"/>
                    <a:pt x="51" y="177"/>
                    <a:pt x="51" y="178"/>
                  </a:cubicBezTo>
                  <a:cubicBezTo>
                    <a:pt x="51" y="179"/>
                    <a:pt x="51" y="179"/>
                    <a:pt x="51" y="179"/>
                  </a:cubicBezTo>
                  <a:cubicBezTo>
                    <a:pt x="51" y="180"/>
                    <a:pt x="52" y="180"/>
                    <a:pt x="52" y="181"/>
                  </a:cubicBezTo>
                  <a:cubicBezTo>
                    <a:pt x="52" y="182"/>
                    <a:pt x="52" y="181"/>
                    <a:pt x="52" y="182"/>
                  </a:cubicBezTo>
                  <a:cubicBezTo>
                    <a:pt x="52" y="183"/>
                    <a:pt x="52" y="183"/>
                    <a:pt x="52" y="184"/>
                  </a:cubicBezTo>
                  <a:cubicBezTo>
                    <a:pt x="52" y="185"/>
                    <a:pt x="53" y="185"/>
                    <a:pt x="53" y="186"/>
                  </a:cubicBezTo>
                  <a:cubicBezTo>
                    <a:pt x="53" y="186"/>
                    <a:pt x="53" y="186"/>
                    <a:pt x="53" y="186"/>
                  </a:cubicBezTo>
                  <a:cubicBezTo>
                    <a:pt x="53" y="187"/>
                    <a:pt x="53" y="188"/>
                    <a:pt x="53" y="189"/>
                  </a:cubicBezTo>
                  <a:cubicBezTo>
                    <a:pt x="53" y="190"/>
                    <a:pt x="54" y="191"/>
                    <a:pt x="54" y="192"/>
                  </a:cubicBezTo>
                  <a:cubicBezTo>
                    <a:pt x="54" y="193"/>
                    <a:pt x="55" y="194"/>
                    <a:pt x="55" y="194"/>
                  </a:cubicBezTo>
                  <a:cubicBezTo>
                    <a:pt x="55" y="195"/>
                    <a:pt x="54" y="196"/>
                    <a:pt x="54" y="197"/>
                  </a:cubicBezTo>
                  <a:cubicBezTo>
                    <a:pt x="54" y="197"/>
                    <a:pt x="54" y="197"/>
                    <a:pt x="54" y="197"/>
                  </a:cubicBezTo>
                  <a:cubicBezTo>
                    <a:pt x="54" y="198"/>
                    <a:pt x="54" y="198"/>
                    <a:pt x="54" y="198"/>
                  </a:cubicBezTo>
                  <a:cubicBezTo>
                    <a:pt x="54" y="199"/>
                    <a:pt x="54" y="199"/>
                    <a:pt x="54" y="200"/>
                  </a:cubicBezTo>
                  <a:cubicBezTo>
                    <a:pt x="54" y="200"/>
                    <a:pt x="54" y="200"/>
                    <a:pt x="55" y="200"/>
                  </a:cubicBezTo>
                  <a:cubicBezTo>
                    <a:pt x="55" y="200"/>
                    <a:pt x="55" y="200"/>
                    <a:pt x="54" y="200"/>
                  </a:cubicBezTo>
                  <a:cubicBezTo>
                    <a:pt x="54" y="201"/>
                    <a:pt x="54" y="201"/>
                    <a:pt x="54" y="201"/>
                  </a:cubicBezTo>
                  <a:cubicBezTo>
                    <a:pt x="54" y="202"/>
                    <a:pt x="54" y="201"/>
                    <a:pt x="55" y="201"/>
                  </a:cubicBezTo>
                  <a:cubicBezTo>
                    <a:pt x="55" y="202"/>
                    <a:pt x="55" y="202"/>
                    <a:pt x="55" y="202"/>
                  </a:cubicBezTo>
                  <a:cubicBezTo>
                    <a:pt x="55" y="203"/>
                    <a:pt x="55" y="203"/>
                    <a:pt x="55" y="203"/>
                  </a:cubicBezTo>
                  <a:cubicBezTo>
                    <a:pt x="55" y="204"/>
                    <a:pt x="56" y="205"/>
                    <a:pt x="56" y="205"/>
                  </a:cubicBezTo>
                  <a:cubicBezTo>
                    <a:pt x="56" y="206"/>
                    <a:pt x="55" y="206"/>
                    <a:pt x="55" y="207"/>
                  </a:cubicBezTo>
                  <a:cubicBezTo>
                    <a:pt x="55" y="207"/>
                    <a:pt x="55" y="207"/>
                    <a:pt x="55" y="207"/>
                  </a:cubicBezTo>
                  <a:cubicBezTo>
                    <a:pt x="55" y="207"/>
                    <a:pt x="55" y="207"/>
                    <a:pt x="55" y="208"/>
                  </a:cubicBezTo>
                  <a:cubicBezTo>
                    <a:pt x="56" y="209"/>
                    <a:pt x="56" y="212"/>
                    <a:pt x="56" y="214"/>
                  </a:cubicBezTo>
                  <a:cubicBezTo>
                    <a:pt x="56" y="214"/>
                    <a:pt x="57" y="214"/>
                    <a:pt x="57" y="214"/>
                  </a:cubicBezTo>
                  <a:cubicBezTo>
                    <a:pt x="56" y="215"/>
                    <a:pt x="57" y="217"/>
                    <a:pt x="57" y="218"/>
                  </a:cubicBezTo>
                  <a:cubicBezTo>
                    <a:pt x="57" y="218"/>
                    <a:pt x="57" y="219"/>
                    <a:pt x="57" y="218"/>
                  </a:cubicBezTo>
                  <a:cubicBezTo>
                    <a:pt x="58" y="219"/>
                    <a:pt x="58" y="219"/>
                    <a:pt x="58" y="219"/>
                  </a:cubicBezTo>
                  <a:cubicBezTo>
                    <a:pt x="58" y="219"/>
                    <a:pt x="59" y="218"/>
                    <a:pt x="59" y="217"/>
                  </a:cubicBezTo>
                  <a:cubicBezTo>
                    <a:pt x="59" y="216"/>
                    <a:pt x="59" y="216"/>
                    <a:pt x="59" y="215"/>
                  </a:cubicBezTo>
                  <a:cubicBezTo>
                    <a:pt x="59" y="214"/>
                    <a:pt x="59" y="213"/>
                    <a:pt x="59" y="212"/>
                  </a:cubicBezTo>
                  <a:cubicBezTo>
                    <a:pt x="60" y="211"/>
                    <a:pt x="60" y="209"/>
                    <a:pt x="60" y="207"/>
                  </a:cubicBezTo>
                  <a:cubicBezTo>
                    <a:pt x="60" y="206"/>
                    <a:pt x="61" y="204"/>
                    <a:pt x="61" y="202"/>
                  </a:cubicBezTo>
                  <a:cubicBezTo>
                    <a:pt x="61" y="201"/>
                    <a:pt x="61" y="199"/>
                    <a:pt x="61" y="198"/>
                  </a:cubicBezTo>
                  <a:cubicBezTo>
                    <a:pt x="61" y="198"/>
                    <a:pt x="62" y="198"/>
                    <a:pt x="62" y="197"/>
                  </a:cubicBezTo>
                  <a:cubicBezTo>
                    <a:pt x="62" y="197"/>
                    <a:pt x="62" y="197"/>
                    <a:pt x="62" y="196"/>
                  </a:cubicBezTo>
                  <a:cubicBezTo>
                    <a:pt x="62" y="195"/>
                    <a:pt x="62" y="194"/>
                    <a:pt x="62" y="193"/>
                  </a:cubicBezTo>
                  <a:cubicBezTo>
                    <a:pt x="63" y="192"/>
                    <a:pt x="63" y="191"/>
                    <a:pt x="63" y="189"/>
                  </a:cubicBezTo>
                  <a:cubicBezTo>
                    <a:pt x="63" y="188"/>
                    <a:pt x="63" y="187"/>
                    <a:pt x="63" y="186"/>
                  </a:cubicBezTo>
                  <a:cubicBezTo>
                    <a:pt x="64" y="184"/>
                    <a:pt x="64" y="182"/>
                    <a:pt x="65" y="179"/>
                  </a:cubicBezTo>
                  <a:cubicBezTo>
                    <a:pt x="65" y="177"/>
                    <a:pt x="65" y="175"/>
                    <a:pt x="66" y="172"/>
                  </a:cubicBezTo>
                  <a:cubicBezTo>
                    <a:pt x="66" y="172"/>
                    <a:pt x="66" y="171"/>
                    <a:pt x="66" y="170"/>
                  </a:cubicBezTo>
                  <a:cubicBezTo>
                    <a:pt x="66" y="169"/>
                    <a:pt x="67" y="167"/>
                    <a:pt x="67" y="166"/>
                  </a:cubicBezTo>
                  <a:cubicBezTo>
                    <a:pt x="67" y="165"/>
                    <a:pt x="67" y="165"/>
                    <a:pt x="67" y="164"/>
                  </a:cubicBezTo>
                  <a:cubicBezTo>
                    <a:pt x="67" y="164"/>
                    <a:pt x="68" y="163"/>
                    <a:pt x="68" y="163"/>
                  </a:cubicBezTo>
                  <a:cubicBezTo>
                    <a:pt x="68" y="163"/>
                    <a:pt x="68" y="162"/>
                    <a:pt x="68" y="162"/>
                  </a:cubicBezTo>
                  <a:cubicBezTo>
                    <a:pt x="68" y="161"/>
                    <a:pt x="68" y="160"/>
                    <a:pt x="68" y="160"/>
                  </a:cubicBezTo>
                  <a:cubicBezTo>
                    <a:pt x="68" y="159"/>
                    <a:pt x="68" y="159"/>
                    <a:pt x="69" y="158"/>
                  </a:cubicBezTo>
                  <a:cubicBezTo>
                    <a:pt x="69" y="155"/>
                    <a:pt x="70" y="151"/>
                    <a:pt x="71" y="147"/>
                  </a:cubicBezTo>
                  <a:cubicBezTo>
                    <a:pt x="71" y="147"/>
                    <a:pt x="71" y="146"/>
                    <a:pt x="72" y="145"/>
                  </a:cubicBezTo>
                  <a:cubicBezTo>
                    <a:pt x="72" y="144"/>
                    <a:pt x="72" y="143"/>
                    <a:pt x="72" y="142"/>
                  </a:cubicBezTo>
                  <a:cubicBezTo>
                    <a:pt x="72" y="142"/>
                    <a:pt x="72" y="142"/>
                    <a:pt x="72" y="142"/>
                  </a:cubicBezTo>
                  <a:cubicBezTo>
                    <a:pt x="73" y="141"/>
                    <a:pt x="73" y="140"/>
                    <a:pt x="73" y="140"/>
                  </a:cubicBezTo>
                  <a:cubicBezTo>
                    <a:pt x="73" y="139"/>
                    <a:pt x="73" y="139"/>
                    <a:pt x="73" y="138"/>
                  </a:cubicBezTo>
                  <a:cubicBezTo>
                    <a:pt x="74" y="137"/>
                    <a:pt x="73" y="137"/>
                    <a:pt x="74" y="136"/>
                  </a:cubicBezTo>
                  <a:cubicBezTo>
                    <a:pt x="74" y="135"/>
                    <a:pt x="74" y="135"/>
                    <a:pt x="74" y="134"/>
                  </a:cubicBezTo>
                  <a:cubicBezTo>
                    <a:pt x="75" y="132"/>
                    <a:pt x="75" y="129"/>
                    <a:pt x="76" y="126"/>
                  </a:cubicBezTo>
                  <a:cubicBezTo>
                    <a:pt x="77" y="125"/>
                    <a:pt x="77" y="124"/>
                    <a:pt x="77" y="123"/>
                  </a:cubicBezTo>
                  <a:cubicBezTo>
                    <a:pt x="78" y="123"/>
                    <a:pt x="77" y="122"/>
                    <a:pt x="78" y="122"/>
                  </a:cubicBezTo>
                  <a:cubicBezTo>
                    <a:pt x="78" y="120"/>
                    <a:pt x="78" y="118"/>
                    <a:pt x="79" y="117"/>
                  </a:cubicBezTo>
                  <a:cubicBezTo>
                    <a:pt x="79" y="115"/>
                    <a:pt x="80" y="113"/>
                    <a:pt x="80" y="112"/>
                  </a:cubicBezTo>
                  <a:cubicBezTo>
                    <a:pt x="81" y="109"/>
                    <a:pt x="81" y="107"/>
                    <a:pt x="82" y="104"/>
                  </a:cubicBezTo>
                  <a:cubicBezTo>
                    <a:pt x="82" y="104"/>
                    <a:pt x="82" y="104"/>
                    <a:pt x="82" y="103"/>
                  </a:cubicBezTo>
                  <a:cubicBezTo>
                    <a:pt x="83" y="103"/>
                    <a:pt x="83" y="102"/>
                    <a:pt x="83" y="100"/>
                  </a:cubicBezTo>
                  <a:cubicBezTo>
                    <a:pt x="83" y="100"/>
                    <a:pt x="84" y="100"/>
                    <a:pt x="84" y="100"/>
                  </a:cubicBezTo>
                  <a:cubicBezTo>
                    <a:pt x="84" y="98"/>
                    <a:pt x="84" y="96"/>
                    <a:pt x="85" y="95"/>
                  </a:cubicBezTo>
                  <a:cubicBezTo>
                    <a:pt x="85" y="94"/>
                    <a:pt x="85" y="93"/>
                    <a:pt x="86" y="91"/>
                  </a:cubicBezTo>
                  <a:cubicBezTo>
                    <a:pt x="86" y="91"/>
                    <a:pt x="86" y="91"/>
                    <a:pt x="86" y="90"/>
                  </a:cubicBezTo>
                  <a:cubicBezTo>
                    <a:pt x="86" y="90"/>
                    <a:pt x="86" y="90"/>
                    <a:pt x="86" y="90"/>
                  </a:cubicBezTo>
                  <a:cubicBezTo>
                    <a:pt x="86" y="89"/>
                    <a:pt x="86" y="88"/>
                    <a:pt x="87" y="88"/>
                  </a:cubicBezTo>
                  <a:cubicBezTo>
                    <a:pt x="87" y="87"/>
                    <a:pt x="87" y="87"/>
                    <a:pt x="87" y="87"/>
                  </a:cubicBezTo>
                  <a:cubicBezTo>
                    <a:pt x="87" y="86"/>
                    <a:pt x="87" y="86"/>
                    <a:pt x="87" y="86"/>
                  </a:cubicBezTo>
                  <a:cubicBezTo>
                    <a:pt x="88" y="85"/>
                    <a:pt x="88" y="85"/>
                    <a:pt x="88" y="84"/>
                  </a:cubicBezTo>
                  <a:cubicBezTo>
                    <a:pt x="88" y="84"/>
                    <a:pt x="89" y="83"/>
                    <a:pt x="89" y="82"/>
                  </a:cubicBezTo>
                  <a:cubicBezTo>
                    <a:pt x="89" y="82"/>
                    <a:pt x="89" y="81"/>
                    <a:pt x="90" y="81"/>
                  </a:cubicBezTo>
                  <a:cubicBezTo>
                    <a:pt x="90" y="80"/>
                    <a:pt x="90" y="79"/>
                    <a:pt x="90" y="78"/>
                  </a:cubicBezTo>
                  <a:cubicBezTo>
                    <a:pt x="90" y="78"/>
                    <a:pt x="90" y="78"/>
                    <a:pt x="90" y="77"/>
                  </a:cubicBezTo>
                  <a:cubicBezTo>
                    <a:pt x="90" y="77"/>
                    <a:pt x="91" y="76"/>
                    <a:pt x="91" y="75"/>
                  </a:cubicBezTo>
                  <a:cubicBezTo>
                    <a:pt x="92" y="75"/>
                    <a:pt x="92" y="73"/>
                    <a:pt x="92" y="72"/>
                  </a:cubicBezTo>
                  <a:cubicBezTo>
                    <a:pt x="93" y="71"/>
                    <a:pt x="93" y="70"/>
                    <a:pt x="93" y="69"/>
                  </a:cubicBezTo>
                  <a:cubicBezTo>
                    <a:pt x="95" y="64"/>
                    <a:pt x="97" y="60"/>
                    <a:pt x="99" y="55"/>
                  </a:cubicBezTo>
                  <a:cubicBezTo>
                    <a:pt x="99" y="54"/>
                    <a:pt x="99" y="53"/>
                    <a:pt x="100" y="51"/>
                  </a:cubicBezTo>
                  <a:cubicBezTo>
                    <a:pt x="100" y="50"/>
                    <a:pt x="101" y="49"/>
                    <a:pt x="101" y="48"/>
                  </a:cubicBezTo>
                  <a:cubicBezTo>
                    <a:pt x="102" y="46"/>
                    <a:pt x="103" y="43"/>
                    <a:pt x="104" y="41"/>
                  </a:cubicBezTo>
                  <a:cubicBezTo>
                    <a:pt x="104" y="40"/>
                    <a:pt x="104" y="39"/>
                    <a:pt x="105" y="37"/>
                  </a:cubicBezTo>
                  <a:cubicBezTo>
                    <a:pt x="105" y="37"/>
                    <a:pt x="105" y="37"/>
                    <a:pt x="105" y="37"/>
                  </a:cubicBezTo>
                  <a:cubicBezTo>
                    <a:pt x="105" y="36"/>
                    <a:pt x="105" y="36"/>
                    <a:pt x="106" y="36"/>
                  </a:cubicBezTo>
                  <a:cubicBezTo>
                    <a:pt x="106" y="34"/>
                    <a:pt x="107" y="33"/>
                    <a:pt x="107" y="31"/>
                  </a:cubicBezTo>
                  <a:cubicBezTo>
                    <a:pt x="108" y="30"/>
                    <a:pt x="108" y="28"/>
                    <a:pt x="109" y="26"/>
                  </a:cubicBezTo>
                  <a:cubicBezTo>
                    <a:pt x="109" y="26"/>
                    <a:pt x="109" y="26"/>
                    <a:pt x="109" y="26"/>
                  </a:cubicBezTo>
                  <a:cubicBezTo>
                    <a:pt x="109" y="26"/>
                    <a:pt x="109" y="26"/>
                    <a:pt x="109" y="25"/>
                  </a:cubicBezTo>
                  <a:cubicBezTo>
                    <a:pt x="109" y="25"/>
                    <a:pt x="110" y="25"/>
                    <a:pt x="110" y="25"/>
                  </a:cubicBezTo>
                  <a:cubicBezTo>
                    <a:pt x="110" y="25"/>
                    <a:pt x="110" y="25"/>
                    <a:pt x="110" y="25"/>
                  </a:cubicBezTo>
                  <a:cubicBezTo>
                    <a:pt x="110" y="24"/>
                    <a:pt x="110" y="24"/>
                    <a:pt x="110" y="24"/>
                  </a:cubicBezTo>
                  <a:cubicBezTo>
                    <a:pt x="110" y="24"/>
                    <a:pt x="110" y="23"/>
                    <a:pt x="110" y="23"/>
                  </a:cubicBezTo>
                  <a:cubicBezTo>
                    <a:pt x="110" y="23"/>
                    <a:pt x="111" y="23"/>
                    <a:pt x="111" y="23"/>
                  </a:cubicBezTo>
                  <a:cubicBezTo>
                    <a:pt x="111" y="22"/>
                    <a:pt x="111" y="21"/>
                    <a:pt x="111" y="20"/>
                  </a:cubicBezTo>
                  <a:cubicBezTo>
                    <a:pt x="111" y="20"/>
                    <a:pt x="112" y="19"/>
                    <a:pt x="112" y="19"/>
                  </a:cubicBezTo>
                  <a:cubicBezTo>
                    <a:pt x="112" y="19"/>
                    <a:pt x="112" y="18"/>
                    <a:pt x="112" y="18"/>
                  </a:cubicBezTo>
                  <a:cubicBezTo>
                    <a:pt x="113" y="17"/>
                    <a:pt x="113" y="17"/>
                    <a:pt x="113" y="16"/>
                  </a:cubicBezTo>
                  <a:cubicBezTo>
                    <a:pt x="113" y="15"/>
                    <a:pt x="114" y="15"/>
                    <a:pt x="114" y="14"/>
                  </a:cubicBezTo>
                  <a:cubicBezTo>
                    <a:pt x="115" y="13"/>
                    <a:pt x="115" y="12"/>
                    <a:pt x="116" y="11"/>
                  </a:cubicBezTo>
                  <a:cubicBezTo>
                    <a:pt x="116" y="9"/>
                    <a:pt x="118" y="8"/>
                    <a:pt x="119" y="6"/>
                  </a:cubicBezTo>
                  <a:cubicBezTo>
                    <a:pt x="119" y="6"/>
                    <a:pt x="119" y="6"/>
                    <a:pt x="119" y="6"/>
                  </a:cubicBezTo>
                  <a:cubicBezTo>
                    <a:pt x="119" y="6"/>
                    <a:pt x="120" y="5"/>
                    <a:pt x="120" y="5"/>
                  </a:cubicBezTo>
                  <a:cubicBezTo>
                    <a:pt x="121" y="5"/>
                    <a:pt x="121" y="4"/>
                    <a:pt x="121" y="4"/>
                  </a:cubicBezTo>
                  <a:cubicBezTo>
                    <a:pt x="122" y="3"/>
                    <a:pt x="124" y="2"/>
                    <a:pt x="126" y="1"/>
                  </a:cubicBezTo>
                  <a:cubicBezTo>
                    <a:pt x="127" y="1"/>
                    <a:pt x="129" y="0"/>
                    <a:pt x="130" y="0"/>
                  </a:cubicBezTo>
                  <a:cubicBezTo>
                    <a:pt x="131" y="0"/>
                    <a:pt x="131" y="0"/>
                    <a:pt x="132" y="0"/>
                  </a:cubicBezTo>
                  <a:cubicBezTo>
                    <a:pt x="133" y="1"/>
                    <a:pt x="134" y="1"/>
                    <a:pt x="135" y="1"/>
                  </a:cubicBezTo>
                  <a:cubicBezTo>
                    <a:pt x="137" y="2"/>
                    <a:pt x="138" y="3"/>
                    <a:pt x="139" y="4"/>
                  </a:cubicBezTo>
                  <a:cubicBezTo>
                    <a:pt x="139" y="4"/>
                    <a:pt x="139" y="4"/>
                    <a:pt x="139" y="4"/>
                  </a:cubicBezTo>
                  <a:cubicBezTo>
                    <a:pt x="139" y="4"/>
                    <a:pt x="139" y="4"/>
                    <a:pt x="139" y="4"/>
                  </a:cubicBezTo>
                  <a:cubicBezTo>
                    <a:pt x="140" y="4"/>
                    <a:pt x="139" y="4"/>
                    <a:pt x="139" y="4"/>
                  </a:cubicBezTo>
                  <a:cubicBezTo>
                    <a:pt x="140" y="4"/>
                    <a:pt x="140" y="4"/>
                    <a:pt x="140" y="4"/>
                  </a:cubicBezTo>
                  <a:cubicBezTo>
                    <a:pt x="140" y="5"/>
                    <a:pt x="140" y="5"/>
                    <a:pt x="141" y="6"/>
                  </a:cubicBezTo>
                  <a:cubicBezTo>
                    <a:pt x="141" y="6"/>
                    <a:pt x="141" y="6"/>
                    <a:pt x="141" y="6"/>
                  </a:cubicBezTo>
                  <a:cubicBezTo>
                    <a:pt x="142" y="6"/>
                    <a:pt x="142" y="7"/>
                    <a:pt x="142" y="7"/>
                  </a:cubicBezTo>
                  <a:cubicBezTo>
                    <a:pt x="142" y="7"/>
                    <a:pt x="142" y="7"/>
                    <a:pt x="142" y="7"/>
                  </a:cubicBezTo>
                  <a:cubicBezTo>
                    <a:pt x="142" y="8"/>
                    <a:pt x="142" y="8"/>
                    <a:pt x="142" y="8"/>
                  </a:cubicBezTo>
                  <a:cubicBezTo>
                    <a:pt x="142" y="8"/>
                    <a:pt x="142" y="8"/>
                    <a:pt x="142" y="8"/>
                  </a:cubicBezTo>
                  <a:cubicBezTo>
                    <a:pt x="143" y="9"/>
                    <a:pt x="143" y="9"/>
                    <a:pt x="143" y="10"/>
                  </a:cubicBezTo>
                  <a:cubicBezTo>
                    <a:pt x="143" y="10"/>
                    <a:pt x="143" y="11"/>
                    <a:pt x="143" y="11"/>
                  </a:cubicBezTo>
                  <a:cubicBezTo>
                    <a:pt x="144" y="13"/>
                    <a:pt x="144" y="16"/>
                    <a:pt x="143" y="18"/>
                  </a:cubicBezTo>
                  <a:cubicBezTo>
                    <a:pt x="143" y="18"/>
                    <a:pt x="143" y="18"/>
                    <a:pt x="143" y="18"/>
                  </a:cubicBezTo>
                  <a:cubicBezTo>
                    <a:pt x="143" y="19"/>
                    <a:pt x="143" y="19"/>
                    <a:pt x="142" y="19"/>
                  </a:cubicBezTo>
                  <a:cubicBezTo>
                    <a:pt x="142" y="20"/>
                    <a:pt x="141" y="21"/>
                    <a:pt x="141" y="22"/>
                  </a:cubicBezTo>
                  <a:cubicBezTo>
                    <a:pt x="141" y="23"/>
                    <a:pt x="140" y="23"/>
                    <a:pt x="140" y="23"/>
                  </a:cubicBezTo>
                  <a:cubicBezTo>
                    <a:pt x="140" y="24"/>
                    <a:pt x="140" y="24"/>
                    <a:pt x="139" y="24"/>
                  </a:cubicBezTo>
                  <a:cubicBezTo>
                    <a:pt x="139" y="24"/>
                    <a:pt x="140" y="24"/>
                    <a:pt x="139" y="25"/>
                  </a:cubicBezTo>
                  <a:cubicBezTo>
                    <a:pt x="139" y="26"/>
                    <a:pt x="139" y="26"/>
                    <a:pt x="138" y="27"/>
                  </a:cubicBezTo>
                  <a:cubicBezTo>
                    <a:pt x="138" y="27"/>
                    <a:pt x="138" y="26"/>
                    <a:pt x="138" y="27"/>
                  </a:cubicBezTo>
                  <a:cubicBezTo>
                    <a:pt x="137" y="27"/>
                    <a:pt x="137" y="28"/>
                    <a:pt x="137" y="28"/>
                  </a:cubicBezTo>
                  <a:cubicBezTo>
                    <a:pt x="136" y="28"/>
                    <a:pt x="136" y="29"/>
                    <a:pt x="136" y="29"/>
                  </a:cubicBezTo>
                  <a:cubicBezTo>
                    <a:pt x="136" y="29"/>
                    <a:pt x="136" y="29"/>
                    <a:pt x="136" y="29"/>
                  </a:cubicBezTo>
                  <a:cubicBezTo>
                    <a:pt x="135" y="29"/>
                    <a:pt x="135" y="29"/>
                    <a:pt x="135" y="30"/>
                  </a:cubicBezTo>
                  <a:cubicBezTo>
                    <a:pt x="134" y="30"/>
                    <a:pt x="134" y="30"/>
                    <a:pt x="134" y="30"/>
                  </a:cubicBezTo>
                  <a:cubicBezTo>
                    <a:pt x="133" y="32"/>
                    <a:pt x="131" y="33"/>
                    <a:pt x="130" y="36"/>
                  </a:cubicBezTo>
                  <a:cubicBezTo>
                    <a:pt x="129" y="36"/>
                    <a:pt x="129" y="37"/>
                    <a:pt x="128" y="38"/>
                  </a:cubicBezTo>
                  <a:cubicBezTo>
                    <a:pt x="128" y="39"/>
                    <a:pt x="127" y="39"/>
                    <a:pt x="126" y="40"/>
                  </a:cubicBezTo>
                  <a:cubicBezTo>
                    <a:pt x="126" y="40"/>
                    <a:pt x="126" y="40"/>
                    <a:pt x="126" y="41"/>
                  </a:cubicBezTo>
                  <a:cubicBezTo>
                    <a:pt x="126" y="41"/>
                    <a:pt x="126" y="41"/>
                    <a:pt x="126" y="41"/>
                  </a:cubicBezTo>
                  <a:cubicBezTo>
                    <a:pt x="126" y="41"/>
                    <a:pt x="125" y="42"/>
                    <a:pt x="125" y="42"/>
                  </a:cubicBezTo>
                  <a:cubicBezTo>
                    <a:pt x="125" y="43"/>
                    <a:pt x="125" y="43"/>
                    <a:pt x="125" y="43"/>
                  </a:cubicBezTo>
                  <a:cubicBezTo>
                    <a:pt x="124" y="44"/>
                    <a:pt x="123" y="45"/>
                    <a:pt x="123" y="46"/>
                  </a:cubicBezTo>
                  <a:cubicBezTo>
                    <a:pt x="122" y="49"/>
                    <a:pt x="120" y="52"/>
                    <a:pt x="119" y="55"/>
                  </a:cubicBezTo>
                  <a:cubicBezTo>
                    <a:pt x="118" y="57"/>
                    <a:pt x="117" y="59"/>
                    <a:pt x="116" y="61"/>
                  </a:cubicBezTo>
                  <a:cubicBezTo>
                    <a:pt x="115" y="63"/>
                    <a:pt x="115" y="65"/>
                    <a:pt x="114" y="67"/>
                  </a:cubicBezTo>
                  <a:cubicBezTo>
                    <a:pt x="114" y="67"/>
                    <a:pt x="114" y="68"/>
                    <a:pt x="114" y="69"/>
                  </a:cubicBezTo>
                  <a:cubicBezTo>
                    <a:pt x="113" y="70"/>
                    <a:pt x="113" y="70"/>
                    <a:pt x="113" y="71"/>
                  </a:cubicBezTo>
                  <a:cubicBezTo>
                    <a:pt x="112" y="71"/>
                    <a:pt x="113" y="72"/>
                    <a:pt x="112" y="72"/>
                  </a:cubicBezTo>
                  <a:cubicBezTo>
                    <a:pt x="112" y="72"/>
                    <a:pt x="112" y="73"/>
                    <a:pt x="111" y="74"/>
                  </a:cubicBezTo>
                  <a:cubicBezTo>
                    <a:pt x="111" y="74"/>
                    <a:pt x="111" y="74"/>
                    <a:pt x="111" y="74"/>
                  </a:cubicBezTo>
                  <a:cubicBezTo>
                    <a:pt x="111" y="75"/>
                    <a:pt x="110" y="75"/>
                    <a:pt x="110" y="76"/>
                  </a:cubicBezTo>
                  <a:cubicBezTo>
                    <a:pt x="110" y="76"/>
                    <a:pt x="110" y="76"/>
                    <a:pt x="110" y="77"/>
                  </a:cubicBezTo>
                  <a:cubicBezTo>
                    <a:pt x="110" y="77"/>
                    <a:pt x="109" y="78"/>
                    <a:pt x="109" y="79"/>
                  </a:cubicBezTo>
                  <a:cubicBezTo>
                    <a:pt x="109" y="79"/>
                    <a:pt x="109" y="79"/>
                    <a:pt x="109" y="80"/>
                  </a:cubicBezTo>
                  <a:cubicBezTo>
                    <a:pt x="109" y="80"/>
                    <a:pt x="109" y="80"/>
                    <a:pt x="109" y="80"/>
                  </a:cubicBezTo>
                  <a:cubicBezTo>
                    <a:pt x="109" y="81"/>
                    <a:pt x="108" y="81"/>
                    <a:pt x="108" y="82"/>
                  </a:cubicBezTo>
                  <a:cubicBezTo>
                    <a:pt x="108" y="82"/>
                    <a:pt x="108" y="83"/>
                    <a:pt x="108" y="83"/>
                  </a:cubicBezTo>
                  <a:cubicBezTo>
                    <a:pt x="107" y="83"/>
                    <a:pt x="107" y="84"/>
                    <a:pt x="107" y="84"/>
                  </a:cubicBezTo>
                  <a:cubicBezTo>
                    <a:pt x="107" y="85"/>
                    <a:pt x="106" y="86"/>
                    <a:pt x="107" y="87"/>
                  </a:cubicBezTo>
                  <a:cubicBezTo>
                    <a:pt x="106" y="87"/>
                    <a:pt x="106" y="88"/>
                    <a:pt x="106" y="88"/>
                  </a:cubicBezTo>
                  <a:cubicBezTo>
                    <a:pt x="106" y="90"/>
                    <a:pt x="105" y="91"/>
                    <a:pt x="104" y="92"/>
                  </a:cubicBezTo>
                  <a:cubicBezTo>
                    <a:pt x="104" y="94"/>
                    <a:pt x="103" y="95"/>
                    <a:pt x="104" y="96"/>
                  </a:cubicBezTo>
                  <a:cubicBezTo>
                    <a:pt x="103" y="96"/>
                    <a:pt x="103" y="97"/>
                    <a:pt x="103" y="98"/>
                  </a:cubicBezTo>
                  <a:cubicBezTo>
                    <a:pt x="103" y="98"/>
                    <a:pt x="103" y="98"/>
                    <a:pt x="103" y="99"/>
                  </a:cubicBezTo>
                  <a:cubicBezTo>
                    <a:pt x="103" y="99"/>
                    <a:pt x="103" y="99"/>
                    <a:pt x="103" y="100"/>
                  </a:cubicBezTo>
                  <a:cubicBezTo>
                    <a:pt x="102" y="100"/>
                    <a:pt x="102" y="100"/>
                    <a:pt x="102" y="101"/>
                  </a:cubicBezTo>
                  <a:cubicBezTo>
                    <a:pt x="102" y="102"/>
                    <a:pt x="101" y="102"/>
                    <a:pt x="101" y="103"/>
                  </a:cubicBezTo>
                  <a:cubicBezTo>
                    <a:pt x="101" y="104"/>
                    <a:pt x="102" y="104"/>
                    <a:pt x="102" y="105"/>
                  </a:cubicBezTo>
                  <a:cubicBezTo>
                    <a:pt x="102" y="105"/>
                    <a:pt x="101" y="105"/>
                    <a:pt x="101" y="106"/>
                  </a:cubicBezTo>
                  <a:cubicBezTo>
                    <a:pt x="101" y="107"/>
                    <a:pt x="100" y="107"/>
                    <a:pt x="100" y="108"/>
                  </a:cubicBezTo>
                  <a:cubicBezTo>
                    <a:pt x="100" y="108"/>
                    <a:pt x="100" y="109"/>
                    <a:pt x="100" y="109"/>
                  </a:cubicBezTo>
                  <a:cubicBezTo>
                    <a:pt x="100" y="110"/>
                    <a:pt x="99" y="110"/>
                    <a:pt x="99" y="111"/>
                  </a:cubicBezTo>
                  <a:cubicBezTo>
                    <a:pt x="99" y="111"/>
                    <a:pt x="99" y="112"/>
                    <a:pt x="99" y="113"/>
                  </a:cubicBezTo>
                  <a:cubicBezTo>
                    <a:pt x="98" y="114"/>
                    <a:pt x="98" y="115"/>
                    <a:pt x="97" y="116"/>
                  </a:cubicBezTo>
                  <a:cubicBezTo>
                    <a:pt x="97" y="116"/>
                    <a:pt x="97" y="117"/>
                    <a:pt x="97" y="117"/>
                  </a:cubicBezTo>
                  <a:cubicBezTo>
                    <a:pt x="97" y="117"/>
                    <a:pt x="97" y="118"/>
                    <a:pt x="97" y="118"/>
                  </a:cubicBezTo>
                  <a:cubicBezTo>
                    <a:pt x="97" y="118"/>
                    <a:pt x="97" y="119"/>
                    <a:pt x="97" y="119"/>
                  </a:cubicBezTo>
                  <a:cubicBezTo>
                    <a:pt x="96" y="120"/>
                    <a:pt x="97" y="120"/>
                    <a:pt x="97" y="120"/>
                  </a:cubicBezTo>
                  <a:cubicBezTo>
                    <a:pt x="97" y="120"/>
                    <a:pt x="97" y="121"/>
                    <a:pt x="97" y="121"/>
                  </a:cubicBezTo>
                  <a:cubicBezTo>
                    <a:pt x="96" y="122"/>
                    <a:pt x="96" y="123"/>
                    <a:pt x="96" y="123"/>
                  </a:cubicBezTo>
                  <a:cubicBezTo>
                    <a:pt x="96" y="124"/>
                    <a:pt x="96" y="124"/>
                    <a:pt x="96" y="125"/>
                  </a:cubicBezTo>
                  <a:cubicBezTo>
                    <a:pt x="96" y="125"/>
                    <a:pt x="96" y="125"/>
                    <a:pt x="96" y="126"/>
                  </a:cubicBezTo>
                  <a:cubicBezTo>
                    <a:pt x="96" y="127"/>
                    <a:pt x="95" y="127"/>
                    <a:pt x="95" y="128"/>
                  </a:cubicBezTo>
                  <a:cubicBezTo>
                    <a:pt x="95" y="129"/>
                    <a:pt x="94" y="129"/>
                    <a:pt x="94" y="129"/>
                  </a:cubicBezTo>
                  <a:cubicBezTo>
                    <a:pt x="93" y="131"/>
                    <a:pt x="93" y="132"/>
                    <a:pt x="92" y="134"/>
                  </a:cubicBezTo>
                  <a:cubicBezTo>
                    <a:pt x="92" y="135"/>
                    <a:pt x="92" y="135"/>
                    <a:pt x="92" y="135"/>
                  </a:cubicBezTo>
                  <a:cubicBezTo>
                    <a:pt x="92" y="136"/>
                    <a:pt x="91" y="136"/>
                    <a:pt x="91" y="137"/>
                  </a:cubicBezTo>
                  <a:cubicBezTo>
                    <a:pt x="91" y="137"/>
                    <a:pt x="91" y="138"/>
                    <a:pt x="91" y="138"/>
                  </a:cubicBezTo>
                  <a:cubicBezTo>
                    <a:pt x="91" y="138"/>
                    <a:pt x="90" y="139"/>
                    <a:pt x="90" y="139"/>
                  </a:cubicBezTo>
                  <a:cubicBezTo>
                    <a:pt x="90" y="139"/>
                    <a:pt x="90" y="139"/>
                    <a:pt x="90" y="140"/>
                  </a:cubicBezTo>
                  <a:cubicBezTo>
                    <a:pt x="89" y="140"/>
                    <a:pt x="89" y="142"/>
                    <a:pt x="89" y="142"/>
                  </a:cubicBezTo>
                  <a:cubicBezTo>
                    <a:pt x="89" y="145"/>
                    <a:pt x="88" y="147"/>
                    <a:pt x="87" y="149"/>
                  </a:cubicBezTo>
                  <a:cubicBezTo>
                    <a:pt x="87" y="150"/>
                    <a:pt x="87" y="150"/>
                    <a:pt x="87" y="151"/>
                  </a:cubicBezTo>
                  <a:cubicBezTo>
                    <a:pt x="87" y="151"/>
                    <a:pt x="87" y="151"/>
                    <a:pt x="87" y="151"/>
                  </a:cubicBezTo>
                  <a:cubicBezTo>
                    <a:pt x="87" y="152"/>
                    <a:pt x="87" y="152"/>
                    <a:pt x="87" y="153"/>
                  </a:cubicBezTo>
                  <a:cubicBezTo>
                    <a:pt x="87" y="153"/>
                    <a:pt x="86" y="153"/>
                    <a:pt x="86" y="153"/>
                  </a:cubicBezTo>
                  <a:cubicBezTo>
                    <a:pt x="86" y="154"/>
                    <a:pt x="86" y="155"/>
                    <a:pt x="86" y="155"/>
                  </a:cubicBezTo>
                  <a:cubicBezTo>
                    <a:pt x="86" y="156"/>
                    <a:pt x="86" y="156"/>
                    <a:pt x="86" y="156"/>
                  </a:cubicBezTo>
                  <a:cubicBezTo>
                    <a:pt x="85" y="157"/>
                    <a:pt x="85" y="158"/>
                    <a:pt x="85" y="159"/>
                  </a:cubicBezTo>
                  <a:cubicBezTo>
                    <a:pt x="85" y="160"/>
                    <a:pt x="85" y="160"/>
                    <a:pt x="85" y="161"/>
                  </a:cubicBezTo>
                  <a:cubicBezTo>
                    <a:pt x="85" y="161"/>
                    <a:pt x="85" y="162"/>
                    <a:pt x="84" y="163"/>
                  </a:cubicBezTo>
                  <a:cubicBezTo>
                    <a:pt x="84" y="163"/>
                    <a:pt x="84" y="164"/>
                    <a:pt x="84" y="165"/>
                  </a:cubicBezTo>
                  <a:cubicBezTo>
                    <a:pt x="84" y="166"/>
                    <a:pt x="84" y="166"/>
                    <a:pt x="84" y="166"/>
                  </a:cubicBezTo>
                  <a:cubicBezTo>
                    <a:pt x="84" y="167"/>
                    <a:pt x="83" y="167"/>
                    <a:pt x="84" y="168"/>
                  </a:cubicBezTo>
                  <a:cubicBezTo>
                    <a:pt x="84" y="169"/>
                    <a:pt x="83" y="169"/>
                    <a:pt x="83" y="169"/>
                  </a:cubicBezTo>
                  <a:cubicBezTo>
                    <a:pt x="83" y="170"/>
                    <a:pt x="84" y="170"/>
                    <a:pt x="83" y="170"/>
                  </a:cubicBezTo>
                  <a:cubicBezTo>
                    <a:pt x="83" y="171"/>
                    <a:pt x="83" y="171"/>
                    <a:pt x="82" y="171"/>
                  </a:cubicBezTo>
                  <a:cubicBezTo>
                    <a:pt x="82" y="172"/>
                    <a:pt x="82" y="173"/>
                    <a:pt x="82" y="174"/>
                  </a:cubicBezTo>
                  <a:cubicBezTo>
                    <a:pt x="82" y="175"/>
                    <a:pt x="82" y="175"/>
                    <a:pt x="82" y="176"/>
                  </a:cubicBezTo>
                  <a:cubicBezTo>
                    <a:pt x="82" y="176"/>
                    <a:pt x="82" y="177"/>
                    <a:pt x="82" y="177"/>
                  </a:cubicBezTo>
                  <a:cubicBezTo>
                    <a:pt x="82" y="177"/>
                    <a:pt x="82" y="177"/>
                    <a:pt x="82" y="177"/>
                  </a:cubicBezTo>
                  <a:cubicBezTo>
                    <a:pt x="82" y="178"/>
                    <a:pt x="82" y="178"/>
                    <a:pt x="82" y="179"/>
                  </a:cubicBezTo>
                  <a:cubicBezTo>
                    <a:pt x="81" y="179"/>
                    <a:pt x="81" y="180"/>
                    <a:pt x="81" y="181"/>
                  </a:cubicBezTo>
                  <a:cubicBezTo>
                    <a:pt x="80" y="181"/>
                    <a:pt x="81" y="182"/>
                    <a:pt x="81" y="182"/>
                  </a:cubicBezTo>
                  <a:cubicBezTo>
                    <a:pt x="81" y="183"/>
                    <a:pt x="81" y="183"/>
                    <a:pt x="80" y="183"/>
                  </a:cubicBezTo>
                  <a:cubicBezTo>
                    <a:pt x="80" y="185"/>
                    <a:pt x="80" y="185"/>
                    <a:pt x="79" y="186"/>
                  </a:cubicBezTo>
                  <a:cubicBezTo>
                    <a:pt x="79" y="186"/>
                    <a:pt x="80" y="186"/>
                    <a:pt x="80" y="187"/>
                  </a:cubicBezTo>
                  <a:cubicBezTo>
                    <a:pt x="80" y="187"/>
                    <a:pt x="79" y="187"/>
                    <a:pt x="79" y="187"/>
                  </a:cubicBezTo>
                  <a:cubicBezTo>
                    <a:pt x="79" y="187"/>
                    <a:pt x="80" y="188"/>
                    <a:pt x="80" y="188"/>
                  </a:cubicBezTo>
                  <a:cubicBezTo>
                    <a:pt x="79" y="189"/>
                    <a:pt x="79" y="190"/>
                    <a:pt x="79" y="191"/>
                  </a:cubicBezTo>
                  <a:cubicBezTo>
                    <a:pt x="79" y="192"/>
                    <a:pt x="79" y="191"/>
                    <a:pt x="79" y="192"/>
                  </a:cubicBezTo>
                  <a:cubicBezTo>
                    <a:pt x="79" y="192"/>
                    <a:pt x="79" y="192"/>
                    <a:pt x="78" y="192"/>
                  </a:cubicBezTo>
                  <a:cubicBezTo>
                    <a:pt x="78" y="193"/>
                    <a:pt x="79" y="193"/>
                    <a:pt x="79" y="193"/>
                  </a:cubicBezTo>
                  <a:cubicBezTo>
                    <a:pt x="78" y="193"/>
                    <a:pt x="78" y="194"/>
                    <a:pt x="79" y="194"/>
                  </a:cubicBezTo>
                  <a:cubicBezTo>
                    <a:pt x="79" y="195"/>
                    <a:pt x="78" y="194"/>
                    <a:pt x="78" y="195"/>
                  </a:cubicBezTo>
                  <a:cubicBezTo>
                    <a:pt x="78" y="195"/>
                    <a:pt x="78" y="196"/>
                    <a:pt x="78" y="197"/>
                  </a:cubicBezTo>
                  <a:cubicBezTo>
                    <a:pt x="78" y="197"/>
                    <a:pt x="78" y="197"/>
                    <a:pt x="78" y="197"/>
                  </a:cubicBezTo>
                  <a:cubicBezTo>
                    <a:pt x="78" y="198"/>
                    <a:pt x="78" y="199"/>
                    <a:pt x="78" y="199"/>
                  </a:cubicBezTo>
                  <a:cubicBezTo>
                    <a:pt x="77" y="199"/>
                    <a:pt x="77" y="200"/>
                    <a:pt x="77" y="200"/>
                  </a:cubicBezTo>
                  <a:cubicBezTo>
                    <a:pt x="77" y="200"/>
                    <a:pt x="77" y="200"/>
                    <a:pt x="77" y="201"/>
                  </a:cubicBezTo>
                  <a:cubicBezTo>
                    <a:pt x="77" y="201"/>
                    <a:pt x="77" y="201"/>
                    <a:pt x="77" y="202"/>
                  </a:cubicBezTo>
                  <a:cubicBezTo>
                    <a:pt x="77" y="202"/>
                    <a:pt x="77" y="202"/>
                    <a:pt x="77" y="202"/>
                  </a:cubicBezTo>
                  <a:cubicBezTo>
                    <a:pt x="77" y="203"/>
                    <a:pt x="77" y="204"/>
                    <a:pt x="77" y="204"/>
                  </a:cubicBezTo>
                  <a:cubicBezTo>
                    <a:pt x="77" y="205"/>
                    <a:pt x="78" y="204"/>
                    <a:pt x="78" y="204"/>
                  </a:cubicBezTo>
                  <a:cubicBezTo>
                    <a:pt x="78" y="205"/>
                    <a:pt x="78" y="206"/>
                    <a:pt x="78" y="206"/>
                  </a:cubicBezTo>
                  <a:cubicBezTo>
                    <a:pt x="78" y="206"/>
                    <a:pt x="78" y="207"/>
                    <a:pt x="78" y="207"/>
                  </a:cubicBezTo>
                  <a:cubicBezTo>
                    <a:pt x="78" y="208"/>
                    <a:pt x="78" y="209"/>
                    <a:pt x="77" y="209"/>
                  </a:cubicBezTo>
                  <a:cubicBezTo>
                    <a:pt x="77" y="211"/>
                    <a:pt x="77" y="211"/>
                    <a:pt x="76" y="212"/>
                  </a:cubicBezTo>
                  <a:cubicBezTo>
                    <a:pt x="76" y="212"/>
                    <a:pt x="75" y="213"/>
                    <a:pt x="75" y="213"/>
                  </a:cubicBezTo>
                  <a:cubicBezTo>
                    <a:pt x="75" y="214"/>
                    <a:pt x="75" y="214"/>
                    <a:pt x="75" y="215"/>
                  </a:cubicBezTo>
                  <a:cubicBezTo>
                    <a:pt x="75" y="215"/>
                    <a:pt x="75" y="216"/>
                    <a:pt x="75" y="216"/>
                  </a:cubicBezTo>
                  <a:cubicBezTo>
                    <a:pt x="75" y="216"/>
                    <a:pt x="75" y="217"/>
                    <a:pt x="75" y="218"/>
                  </a:cubicBezTo>
                  <a:cubicBezTo>
                    <a:pt x="75" y="219"/>
                    <a:pt x="75" y="219"/>
                    <a:pt x="75" y="219"/>
                  </a:cubicBezTo>
                  <a:cubicBezTo>
                    <a:pt x="74" y="220"/>
                    <a:pt x="75" y="221"/>
                    <a:pt x="75" y="221"/>
                  </a:cubicBezTo>
                  <a:cubicBezTo>
                    <a:pt x="75" y="222"/>
                    <a:pt x="75" y="222"/>
                    <a:pt x="75" y="222"/>
                  </a:cubicBezTo>
                  <a:cubicBezTo>
                    <a:pt x="76" y="222"/>
                    <a:pt x="75" y="223"/>
                    <a:pt x="76" y="223"/>
                  </a:cubicBezTo>
                  <a:cubicBezTo>
                    <a:pt x="76" y="223"/>
                    <a:pt x="76" y="223"/>
                    <a:pt x="75" y="224"/>
                  </a:cubicBezTo>
                  <a:cubicBezTo>
                    <a:pt x="75" y="224"/>
                    <a:pt x="74" y="223"/>
                    <a:pt x="74" y="224"/>
                  </a:cubicBezTo>
                  <a:cubicBezTo>
                    <a:pt x="74" y="226"/>
                    <a:pt x="74" y="226"/>
                    <a:pt x="74" y="226"/>
                  </a:cubicBezTo>
                  <a:cubicBezTo>
                    <a:pt x="73" y="227"/>
                    <a:pt x="73" y="231"/>
                    <a:pt x="73" y="233"/>
                  </a:cubicBezTo>
                  <a:cubicBezTo>
                    <a:pt x="72" y="235"/>
                    <a:pt x="72" y="236"/>
                    <a:pt x="72" y="238"/>
                  </a:cubicBezTo>
                  <a:cubicBezTo>
                    <a:pt x="72" y="238"/>
                    <a:pt x="72" y="238"/>
                    <a:pt x="72" y="239"/>
                  </a:cubicBezTo>
                  <a:cubicBezTo>
                    <a:pt x="72" y="240"/>
                    <a:pt x="72" y="241"/>
                    <a:pt x="72" y="242"/>
                  </a:cubicBezTo>
                  <a:cubicBezTo>
                    <a:pt x="72" y="242"/>
                    <a:pt x="71" y="243"/>
                    <a:pt x="71" y="243"/>
                  </a:cubicBezTo>
                  <a:cubicBezTo>
                    <a:pt x="71" y="244"/>
                    <a:pt x="71" y="245"/>
                    <a:pt x="71" y="245"/>
                  </a:cubicBezTo>
                  <a:cubicBezTo>
                    <a:pt x="71" y="245"/>
                    <a:pt x="71" y="245"/>
                    <a:pt x="71" y="245"/>
                  </a:cubicBezTo>
                  <a:cubicBezTo>
                    <a:pt x="71" y="246"/>
                    <a:pt x="71" y="248"/>
                    <a:pt x="71" y="249"/>
                  </a:cubicBezTo>
                  <a:cubicBezTo>
                    <a:pt x="70" y="251"/>
                    <a:pt x="70" y="254"/>
                    <a:pt x="70" y="256"/>
                  </a:cubicBezTo>
                  <a:cubicBezTo>
                    <a:pt x="70" y="257"/>
                    <a:pt x="69" y="258"/>
                    <a:pt x="69" y="260"/>
                  </a:cubicBezTo>
                  <a:cubicBezTo>
                    <a:pt x="69" y="260"/>
                    <a:pt x="69" y="260"/>
                    <a:pt x="69" y="260"/>
                  </a:cubicBezTo>
                  <a:cubicBezTo>
                    <a:pt x="69" y="260"/>
                    <a:pt x="69" y="260"/>
                    <a:pt x="69" y="260"/>
                  </a:cubicBezTo>
                  <a:cubicBezTo>
                    <a:pt x="69" y="261"/>
                    <a:pt x="69" y="261"/>
                    <a:pt x="69" y="261"/>
                  </a:cubicBezTo>
                  <a:cubicBezTo>
                    <a:pt x="69" y="265"/>
                    <a:pt x="68" y="269"/>
                    <a:pt x="67" y="273"/>
                  </a:cubicBezTo>
                  <a:cubicBezTo>
                    <a:pt x="67" y="274"/>
                    <a:pt x="67" y="274"/>
                    <a:pt x="67" y="274"/>
                  </a:cubicBezTo>
                  <a:cubicBezTo>
                    <a:pt x="67" y="274"/>
                    <a:pt x="67" y="274"/>
                    <a:pt x="67" y="274"/>
                  </a:cubicBezTo>
                  <a:cubicBezTo>
                    <a:pt x="67" y="274"/>
                    <a:pt x="67" y="275"/>
                    <a:pt x="67" y="275"/>
                  </a:cubicBezTo>
                  <a:cubicBezTo>
                    <a:pt x="67" y="275"/>
                    <a:pt x="67" y="276"/>
                    <a:pt x="67" y="276"/>
                  </a:cubicBezTo>
                  <a:cubicBezTo>
                    <a:pt x="67" y="277"/>
                    <a:pt x="66" y="278"/>
                    <a:pt x="67" y="279"/>
                  </a:cubicBezTo>
                  <a:cubicBezTo>
                    <a:pt x="66" y="280"/>
                    <a:pt x="66" y="282"/>
                    <a:pt x="66" y="283"/>
                  </a:cubicBezTo>
                  <a:cubicBezTo>
                    <a:pt x="66" y="283"/>
                    <a:pt x="65" y="284"/>
                    <a:pt x="65" y="284"/>
                  </a:cubicBezTo>
                  <a:cubicBezTo>
                    <a:pt x="65" y="285"/>
                    <a:pt x="65" y="286"/>
                    <a:pt x="64" y="287"/>
                  </a:cubicBezTo>
                  <a:cubicBezTo>
                    <a:pt x="63" y="288"/>
                    <a:pt x="63" y="288"/>
                    <a:pt x="62" y="289"/>
                  </a:cubicBezTo>
                  <a:cubicBezTo>
                    <a:pt x="61" y="289"/>
                    <a:pt x="61" y="289"/>
                    <a:pt x="61" y="289"/>
                  </a:cubicBezTo>
                  <a:cubicBezTo>
                    <a:pt x="61" y="289"/>
                    <a:pt x="61" y="289"/>
                    <a:pt x="61" y="289"/>
                  </a:cubicBezTo>
                  <a:cubicBezTo>
                    <a:pt x="61" y="290"/>
                    <a:pt x="60" y="290"/>
                    <a:pt x="60" y="290"/>
                  </a:cubicBezTo>
                  <a:cubicBezTo>
                    <a:pt x="59" y="290"/>
                    <a:pt x="59" y="290"/>
                    <a:pt x="58" y="290"/>
                  </a:cubicBezTo>
                  <a:cubicBezTo>
                    <a:pt x="56" y="290"/>
                    <a:pt x="55" y="290"/>
                    <a:pt x="54" y="289"/>
                  </a:cubicBezTo>
                  <a:cubicBezTo>
                    <a:pt x="54" y="289"/>
                    <a:pt x="54" y="289"/>
                    <a:pt x="54" y="289"/>
                  </a:cubicBezTo>
                  <a:cubicBezTo>
                    <a:pt x="53" y="289"/>
                    <a:pt x="53" y="289"/>
                    <a:pt x="53" y="288"/>
                  </a:cubicBezTo>
                  <a:cubicBezTo>
                    <a:pt x="52" y="288"/>
                    <a:pt x="52" y="287"/>
                    <a:pt x="51" y="287"/>
                  </a:cubicBezTo>
                  <a:cubicBezTo>
                    <a:pt x="51" y="286"/>
                    <a:pt x="51" y="286"/>
                    <a:pt x="51" y="285"/>
                  </a:cubicBezTo>
                  <a:cubicBezTo>
                    <a:pt x="51" y="285"/>
                    <a:pt x="51" y="284"/>
                    <a:pt x="51" y="284"/>
                  </a:cubicBezTo>
                  <a:cubicBezTo>
                    <a:pt x="50" y="283"/>
                    <a:pt x="50" y="283"/>
                    <a:pt x="50" y="283"/>
                  </a:cubicBezTo>
                  <a:cubicBezTo>
                    <a:pt x="50" y="281"/>
                    <a:pt x="50" y="280"/>
                    <a:pt x="49" y="279"/>
                  </a:cubicBezTo>
                  <a:cubicBezTo>
                    <a:pt x="49" y="278"/>
                    <a:pt x="49" y="277"/>
                    <a:pt x="49" y="276"/>
                  </a:cubicBezTo>
                  <a:cubicBezTo>
                    <a:pt x="49" y="275"/>
                    <a:pt x="49" y="274"/>
                    <a:pt x="48" y="273"/>
                  </a:cubicBezTo>
                  <a:cubicBezTo>
                    <a:pt x="48" y="272"/>
                    <a:pt x="48" y="270"/>
                    <a:pt x="47" y="269"/>
                  </a:cubicBezTo>
                  <a:cubicBezTo>
                    <a:pt x="47" y="269"/>
                    <a:pt x="48" y="268"/>
                    <a:pt x="47" y="268"/>
                  </a:cubicBezTo>
                  <a:cubicBezTo>
                    <a:pt x="47" y="268"/>
                    <a:pt x="47" y="268"/>
                    <a:pt x="47" y="267"/>
                  </a:cubicBezTo>
                  <a:cubicBezTo>
                    <a:pt x="47" y="267"/>
                    <a:pt x="47" y="266"/>
                    <a:pt x="47" y="266"/>
                  </a:cubicBezTo>
                  <a:cubicBezTo>
                    <a:pt x="47" y="266"/>
                    <a:pt x="47" y="266"/>
                    <a:pt x="47" y="265"/>
                  </a:cubicBezTo>
                  <a:cubicBezTo>
                    <a:pt x="47" y="265"/>
                    <a:pt x="47" y="264"/>
                    <a:pt x="47" y="263"/>
                  </a:cubicBezTo>
                  <a:cubicBezTo>
                    <a:pt x="46" y="262"/>
                    <a:pt x="46" y="261"/>
                    <a:pt x="46" y="259"/>
                  </a:cubicBezTo>
                  <a:cubicBezTo>
                    <a:pt x="46" y="259"/>
                    <a:pt x="45" y="259"/>
                    <a:pt x="45" y="258"/>
                  </a:cubicBezTo>
                  <a:cubicBezTo>
                    <a:pt x="45" y="258"/>
                    <a:pt x="46" y="258"/>
                    <a:pt x="46" y="257"/>
                  </a:cubicBezTo>
                  <a:cubicBezTo>
                    <a:pt x="45" y="256"/>
                    <a:pt x="45" y="255"/>
                    <a:pt x="45" y="254"/>
                  </a:cubicBezTo>
                  <a:cubicBezTo>
                    <a:pt x="45" y="253"/>
                    <a:pt x="45" y="252"/>
                    <a:pt x="44" y="251"/>
                  </a:cubicBezTo>
                  <a:cubicBezTo>
                    <a:pt x="44" y="250"/>
                    <a:pt x="45" y="249"/>
                    <a:pt x="44" y="249"/>
                  </a:cubicBezTo>
                  <a:cubicBezTo>
                    <a:pt x="44" y="249"/>
                    <a:pt x="43" y="249"/>
                    <a:pt x="43" y="249"/>
                  </a:cubicBezTo>
                  <a:cubicBezTo>
                    <a:pt x="43" y="248"/>
                    <a:pt x="44" y="248"/>
                    <a:pt x="44" y="247"/>
                  </a:cubicBezTo>
                  <a:cubicBezTo>
                    <a:pt x="44" y="246"/>
                    <a:pt x="43" y="246"/>
                    <a:pt x="43" y="24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80" name="Freeform 17">
              <a:extLst>
                <a:ext uri="{FF2B5EF4-FFF2-40B4-BE49-F238E27FC236}">
                  <a16:creationId xmlns:a16="http://schemas.microsoft.com/office/drawing/2014/main" id="{0AFAE51E-87C2-1C4D-8E51-AC498433B156}"/>
                </a:ext>
              </a:extLst>
            </p:cNvPr>
            <p:cNvSpPr>
              <a:spLocks/>
            </p:cNvSpPr>
            <p:nvPr/>
          </p:nvSpPr>
          <p:spPr bwMode="auto">
            <a:xfrm>
              <a:off x="2651" y="1768"/>
              <a:ext cx="1198" cy="1060"/>
            </a:xfrm>
            <a:custGeom>
              <a:avLst/>
              <a:gdLst>
                <a:gd name="T0" fmla="*/ 241 w 280"/>
                <a:gd name="T1" fmla="*/ 22 h 253"/>
                <a:gd name="T2" fmla="*/ 241 w 280"/>
                <a:gd name="T3" fmla="*/ 41 h 253"/>
                <a:gd name="T4" fmla="*/ 242 w 280"/>
                <a:gd name="T5" fmla="*/ 54 h 253"/>
                <a:gd name="T6" fmla="*/ 264 w 280"/>
                <a:gd name="T7" fmla="*/ 47 h 253"/>
                <a:gd name="T8" fmla="*/ 280 w 280"/>
                <a:gd name="T9" fmla="*/ 51 h 253"/>
                <a:gd name="T10" fmla="*/ 271 w 280"/>
                <a:gd name="T11" fmla="*/ 65 h 253"/>
                <a:gd name="T12" fmla="*/ 231 w 280"/>
                <a:gd name="T13" fmla="*/ 81 h 253"/>
                <a:gd name="T14" fmla="*/ 199 w 280"/>
                <a:gd name="T15" fmla="*/ 98 h 253"/>
                <a:gd name="T16" fmla="*/ 175 w 280"/>
                <a:gd name="T17" fmla="*/ 112 h 253"/>
                <a:gd name="T18" fmla="*/ 154 w 280"/>
                <a:gd name="T19" fmla="*/ 125 h 253"/>
                <a:gd name="T20" fmla="*/ 138 w 280"/>
                <a:gd name="T21" fmla="*/ 142 h 253"/>
                <a:gd name="T22" fmla="*/ 138 w 280"/>
                <a:gd name="T23" fmla="*/ 159 h 253"/>
                <a:gd name="T24" fmla="*/ 138 w 280"/>
                <a:gd name="T25" fmla="*/ 181 h 253"/>
                <a:gd name="T26" fmla="*/ 137 w 280"/>
                <a:gd name="T27" fmla="*/ 193 h 253"/>
                <a:gd name="T28" fmla="*/ 136 w 280"/>
                <a:gd name="T29" fmla="*/ 203 h 253"/>
                <a:gd name="T30" fmla="*/ 138 w 280"/>
                <a:gd name="T31" fmla="*/ 215 h 253"/>
                <a:gd name="T32" fmla="*/ 140 w 280"/>
                <a:gd name="T33" fmla="*/ 225 h 253"/>
                <a:gd name="T34" fmla="*/ 143 w 280"/>
                <a:gd name="T35" fmla="*/ 236 h 253"/>
                <a:gd name="T36" fmla="*/ 142 w 280"/>
                <a:gd name="T37" fmla="*/ 246 h 253"/>
                <a:gd name="T38" fmla="*/ 121 w 280"/>
                <a:gd name="T39" fmla="*/ 236 h 253"/>
                <a:gd name="T40" fmla="*/ 122 w 280"/>
                <a:gd name="T41" fmla="*/ 209 h 253"/>
                <a:gd name="T42" fmla="*/ 122 w 280"/>
                <a:gd name="T43" fmla="*/ 176 h 253"/>
                <a:gd name="T44" fmla="*/ 115 w 280"/>
                <a:gd name="T45" fmla="*/ 153 h 253"/>
                <a:gd name="T46" fmla="*/ 94 w 280"/>
                <a:gd name="T47" fmla="*/ 169 h 253"/>
                <a:gd name="T48" fmla="*/ 70 w 280"/>
                <a:gd name="T49" fmla="*/ 189 h 253"/>
                <a:gd name="T50" fmla="*/ 40 w 280"/>
                <a:gd name="T51" fmla="*/ 217 h 253"/>
                <a:gd name="T52" fmla="*/ 23 w 280"/>
                <a:gd name="T53" fmla="*/ 235 h 253"/>
                <a:gd name="T54" fmla="*/ 1 w 280"/>
                <a:gd name="T55" fmla="*/ 236 h 253"/>
                <a:gd name="T56" fmla="*/ 21 w 280"/>
                <a:gd name="T57" fmla="*/ 210 h 253"/>
                <a:gd name="T58" fmla="*/ 49 w 280"/>
                <a:gd name="T59" fmla="*/ 185 h 253"/>
                <a:gd name="T60" fmla="*/ 69 w 280"/>
                <a:gd name="T61" fmla="*/ 169 h 253"/>
                <a:gd name="T62" fmla="*/ 85 w 280"/>
                <a:gd name="T63" fmla="*/ 156 h 253"/>
                <a:gd name="T64" fmla="*/ 110 w 280"/>
                <a:gd name="T65" fmla="*/ 138 h 253"/>
                <a:gd name="T66" fmla="*/ 122 w 280"/>
                <a:gd name="T67" fmla="*/ 125 h 253"/>
                <a:gd name="T68" fmla="*/ 101 w 280"/>
                <a:gd name="T69" fmla="*/ 126 h 253"/>
                <a:gd name="T70" fmla="*/ 90 w 280"/>
                <a:gd name="T71" fmla="*/ 100 h 253"/>
                <a:gd name="T72" fmla="*/ 97 w 280"/>
                <a:gd name="T73" fmla="*/ 65 h 253"/>
                <a:gd name="T74" fmla="*/ 111 w 280"/>
                <a:gd name="T75" fmla="*/ 52 h 253"/>
                <a:gd name="T76" fmla="*/ 112 w 280"/>
                <a:gd name="T77" fmla="*/ 69 h 253"/>
                <a:gd name="T78" fmla="*/ 106 w 280"/>
                <a:gd name="T79" fmla="*/ 93 h 253"/>
                <a:gd name="T80" fmla="*/ 119 w 280"/>
                <a:gd name="T81" fmla="*/ 105 h 253"/>
                <a:gd name="T82" fmla="*/ 125 w 280"/>
                <a:gd name="T83" fmla="*/ 71 h 253"/>
                <a:gd name="T84" fmla="*/ 135 w 280"/>
                <a:gd name="T85" fmla="*/ 42 h 253"/>
                <a:gd name="T86" fmla="*/ 143 w 280"/>
                <a:gd name="T87" fmla="*/ 59 h 253"/>
                <a:gd name="T88" fmla="*/ 140 w 280"/>
                <a:gd name="T89" fmla="*/ 90 h 253"/>
                <a:gd name="T90" fmla="*/ 139 w 280"/>
                <a:gd name="T91" fmla="*/ 109 h 253"/>
                <a:gd name="T92" fmla="*/ 161 w 280"/>
                <a:gd name="T93" fmla="*/ 105 h 253"/>
                <a:gd name="T94" fmla="*/ 177 w 280"/>
                <a:gd name="T95" fmla="*/ 94 h 253"/>
                <a:gd name="T96" fmla="*/ 197 w 280"/>
                <a:gd name="T97" fmla="*/ 84 h 253"/>
                <a:gd name="T98" fmla="*/ 216 w 280"/>
                <a:gd name="T99" fmla="*/ 73 h 253"/>
                <a:gd name="T100" fmla="*/ 225 w 280"/>
                <a:gd name="T101" fmla="*/ 63 h 253"/>
                <a:gd name="T102" fmla="*/ 223 w 280"/>
                <a:gd name="T103" fmla="*/ 38 h 253"/>
                <a:gd name="T104" fmla="*/ 212 w 280"/>
                <a:gd name="T105" fmla="*/ 23 h 253"/>
                <a:gd name="T106" fmla="*/ 206 w 280"/>
                <a:gd name="T107" fmla="*/ 38 h 253"/>
                <a:gd name="T108" fmla="*/ 204 w 280"/>
                <a:gd name="T109" fmla="*/ 49 h 253"/>
                <a:gd name="T110" fmla="*/ 204 w 280"/>
                <a:gd name="T111" fmla="*/ 62 h 253"/>
                <a:gd name="T112" fmla="*/ 197 w 280"/>
                <a:gd name="T113" fmla="*/ 75 h 253"/>
                <a:gd name="T114" fmla="*/ 186 w 280"/>
                <a:gd name="T115" fmla="*/ 61 h 253"/>
                <a:gd name="T116" fmla="*/ 191 w 280"/>
                <a:gd name="T117" fmla="*/ 19 h 253"/>
                <a:gd name="T118" fmla="*/ 207 w 280"/>
                <a:gd name="T119" fmla="*/ 13 h 253"/>
                <a:gd name="T120" fmla="*/ 229 w 280"/>
                <a:gd name="T121"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0" h="253">
                  <a:moveTo>
                    <a:pt x="241" y="8"/>
                  </a:moveTo>
                  <a:cubicBezTo>
                    <a:pt x="241" y="8"/>
                    <a:pt x="241" y="8"/>
                    <a:pt x="240" y="8"/>
                  </a:cubicBezTo>
                  <a:cubicBezTo>
                    <a:pt x="240" y="9"/>
                    <a:pt x="240" y="10"/>
                    <a:pt x="241" y="10"/>
                  </a:cubicBezTo>
                  <a:cubicBezTo>
                    <a:pt x="241" y="11"/>
                    <a:pt x="241" y="11"/>
                    <a:pt x="241" y="11"/>
                  </a:cubicBezTo>
                  <a:cubicBezTo>
                    <a:pt x="241" y="12"/>
                    <a:pt x="242" y="12"/>
                    <a:pt x="242" y="12"/>
                  </a:cubicBezTo>
                  <a:cubicBezTo>
                    <a:pt x="241" y="12"/>
                    <a:pt x="241" y="13"/>
                    <a:pt x="240" y="13"/>
                  </a:cubicBezTo>
                  <a:cubicBezTo>
                    <a:pt x="240" y="14"/>
                    <a:pt x="240" y="15"/>
                    <a:pt x="240" y="16"/>
                  </a:cubicBezTo>
                  <a:cubicBezTo>
                    <a:pt x="241" y="16"/>
                    <a:pt x="241" y="15"/>
                    <a:pt x="241" y="16"/>
                  </a:cubicBezTo>
                  <a:cubicBezTo>
                    <a:pt x="241" y="16"/>
                    <a:pt x="241" y="17"/>
                    <a:pt x="241" y="17"/>
                  </a:cubicBezTo>
                  <a:cubicBezTo>
                    <a:pt x="241" y="18"/>
                    <a:pt x="242" y="18"/>
                    <a:pt x="242" y="18"/>
                  </a:cubicBezTo>
                  <a:cubicBezTo>
                    <a:pt x="241" y="18"/>
                    <a:pt x="241" y="18"/>
                    <a:pt x="241" y="18"/>
                  </a:cubicBezTo>
                  <a:cubicBezTo>
                    <a:pt x="240" y="18"/>
                    <a:pt x="241" y="19"/>
                    <a:pt x="241" y="19"/>
                  </a:cubicBezTo>
                  <a:cubicBezTo>
                    <a:pt x="240" y="20"/>
                    <a:pt x="241" y="19"/>
                    <a:pt x="241" y="20"/>
                  </a:cubicBezTo>
                  <a:cubicBezTo>
                    <a:pt x="241" y="20"/>
                    <a:pt x="241" y="20"/>
                    <a:pt x="241" y="20"/>
                  </a:cubicBezTo>
                  <a:cubicBezTo>
                    <a:pt x="241" y="21"/>
                    <a:pt x="241" y="22"/>
                    <a:pt x="241" y="22"/>
                  </a:cubicBezTo>
                  <a:cubicBezTo>
                    <a:pt x="241" y="22"/>
                    <a:pt x="241" y="22"/>
                    <a:pt x="241" y="22"/>
                  </a:cubicBezTo>
                  <a:cubicBezTo>
                    <a:pt x="241" y="23"/>
                    <a:pt x="240" y="22"/>
                    <a:pt x="240" y="23"/>
                  </a:cubicBezTo>
                  <a:cubicBezTo>
                    <a:pt x="240" y="24"/>
                    <a:pt x="240" y="24"/>
                    <a:pt x="241" y="24"/>
                  </a:cubicBezTo>
                  <a:cubicBezTo>
                    <a:pt x="241" y="25"/>
                    <a:pt x="240" y="24"/>
                    <a:pt x="240" y="25"/>
                  </a:cubicBezTo>
                  <a:cubicBezTo>
                    <a:pt x="240" y="26"/>
                    <a:pt x="240" y="26"/>
                    <a:pt x="241" y="26"/>
                  </a:cubicBezTo>
                  <a:cubicBezTo>
                    <a:pt x="241" y="26"/>
                    <a:pt x="240" y="26"/>
                    <a:pt x="240" y="26"/>
                  </a:cubicBezTo>
                  <a:cubicBezTo>
                    <a:pt x="240" y="28"/>
                    <a:pt x="240" y="31"/>
                    <a:pt x="240" y="34"/>
                  </a:cubicBezTo>
                  <a:cubicBezTo>
                    <a:pt x="240" y="34"/>
                    <a:pt x="241" y="34"/>
                    <a:pt x="241" y="35"/>
                  </a:cubicBezTo>
                  <a:cubicBezTo>
                    <a:pt x="241" y="35"/>
                    <a:pt x="240" y="35"/>
                    <a:pt x="240" y="35"/>
                  </a:cubicBezTo>
                  <a:cubicBezTo>
                    <a:pt x="240" y="35"/>
                    <a:pt x="240" y="36"/>
                    <a:pt x="240" y="36"/>
                  </a:cubicBezTo>
                  <a:cubicBezTo>
                    <a:pt x="240" y="36"/>
                    <a:pt x="240" y="36"/>
                    <a:pt x="240" y="37"/>
                  </a:cubicBezTo>
                  <a:cubicBezTo>
                    <a:pt x="240" y="37"/>
                    <a:pt x="240" y="37"/>
                    <a:pt x="240" y="38"/>
                  </a:cubicBezTo>
                  <a:cubicBezTo>
                    <a:pt x="240" y="38"/>
                    <a:pt x="240" y="38"/>
                    <a:pt x="241" y="39"/>
                  </a:cubicBezTo>
                  <a:cubicBezTo>
                    <a:pt x="241" y="39"/>
                    <a:pt x="241" y="39"/>
                    <a:pt x="240" y="39"/>
                  </a:cubicBezTo>
                  <a:cubicBezTo>
                    <a:pt x="240" y="40"/>
                    <a:pt x="241" y="40"/>
                    <a:pt x="241" y="41"/>
                  </a:cubicBezTo>
                  <a:cubicBezTo>
                    <a:pt x="240" y="40"/>
                    <a:pt x="240" y="42"/>
                    <a:pt x="240" y="43"/>
                  </a:cubicBezTo>
                  <a:cubicBezTo>
                    <a:pt x="240" y="44"/>
                    <a:pt x="240" y="43"/>
                    <a:pt x="240" y="43"/>
                  </a:cubicBezTo>
                  <a:cubicBezTo>
                    <a:pt x="240" y="44"/>
                    <a:pt x="240" y="44"/>
                    <a:pt x="240" y="44"/>
                  </a:cubicBezTo>
                  <a:cubicBezTo>
                    <a:pt x="240" y="44"/>
                    <a:pt x="240" y="43"/>
                    <a:pt x="241" y="44"/>
                  </a:cubicBezTo>
                  <a:cubicBezTo>
                    <a:pt x="241" y="45"/>
                    <a:pt x="241" y="45"/>
                    <a:pt x="240" y="45"/>
                  </a:cubicBezTo>
                  <a:cubicBezTo>
                    <a:pt x="240" y="45"/>
                    <a:pt x="240" y="45"/>
                    <a:pt x="240" y="45"/>
                  </a:cubicBezTo>
                  <a:cubicBezTo>
                    <a:pt x="240" y="46"/>
                    <a:pt x="240" y="46"/>
                    <a:pt x="241" y="46"/>
                  </a:cubicBezTo>
                  <a:cubicBezTo>
                    <a:pt x="241" y="46"/>
                    <a:pt x="241" y="47"/>
                    <a:pt x="240" y="47"/>
                  </a:cubicBezTo>
                  <a:cubicBezTo>
                    <a:pt x="240" y="48"/>
                    <a:pt x="240" y="48"/>
                    <a:pt x="240" y="49"/>
                  </a:cubicBezTo>
                  <a:cubicBezTo>
                    <a:pt x="240" y="49"/>
                    <a:pt x="241" y="49"/>
                    <a:pt x="241" y="49"/>
                  </a:cubicBezTo>
                  <a:cubicBezTo>
                    <a:pt x="241" y="49"/>
                    <a:pt x="240" y="50"/>
                    <a:pt x="241" y="50"/>
                  </a:cubicBezTo>
                  <a:cubicBezTo>
                    <a:pt x="241" y="51"/>
                    <a:pt x="242" y="50"/>
                    <a:pt x="242" y="51"/>
                  </a:cubicBezTo>
                  <a:cubicBezTo>
                    <a:pt x="242" y="52"/>
                    <a:pt x="240" y="51"/>
                    <a:pt x="241" y="52"/>
                  </a:cubicBezTo>
                  <a:cubicBezTo>
                    <a:pt x="241" y="53"/>
                    <a:pt x="241" y="52"/>
                    <a:pt x="242" y="52"/>
                  </a:cubicBezTo>
                  <a:cubicBezTo>
                    <a:pt x="242" y="53"/>
                    <a:pt x="242" y="53"/>
                    <a:pt x="242" y="54"/>
                  </a:cubicBezTo>
                  <a:cubicBezTo>
                    <a:pt x="242" y="54"/>
                    <a:pt x="242" y="54"/>
                    <a:pt x="242" y="54"/>
                  </a:cubicBezTo>
                  <a:cubicBezTo>
                    <a:pt x="242" y="55"/>
                    <a:pt x="243" y="54"/>
                    <a:pt x="243" y="54"/>
                  </a:cubicBezTo>
                  <a:cubicBezTo>
                    <a:pt x="243" y="55"/>
                    <a:pt x="243" y="55"/>
                    <a:pt x="244" y="56"/>
                  </a:cubicBezTo>
                  <a:cubicBezTo>
                    <a:pt x="244" y="56"/>
                    <a:pt x="245" y="56"/>
                    <a:pt x="246" y="56"/>
                  </a:cubicBezTo>
                  <a:cubicBezTo>
                    <a:pt x="246" y="56"/>
                    <a:pt x="247" y="56"/>
                    <a:pt x="248" y="56"/>
                  </a:cubicBezTo>
                  <a:cubicBezTo>
                    <a:pt x="248" y="55"/>
                    <a:pt x="249" y="55"/>
                    <a:pt x="249" y="55"/>
                  </a:cubicBezTo>
                  <a:cubicBezTo>
                    <a:pt x="249" y="55"/>
                    <a:pt x="249" y="55"/>
                    <a:pt x="250" y="55"/>
                  </a:cubicBezTo>
                  <a:cubicBezTo>
                    <a:pt x="251" y="54"/>
                    <a:pt x="252" y="54"/>
                    <a:pt x="253" y="53"/>
                  </a:cubicBezTo>
                  <a:cubicBezTo>
                    <a:pt x="254" y="53"/>
                    <a:pt x="254" y="53"/>
                    <a:pt x="255" y="52"/>
                  </a:cubicBezTo>
                  <a:cubicBezTo>
                    <a:pt x="255" y="52"/>
                    <a:pt x="256" y="52"/>
                    <a:pt x="257" y="51"/>
                  </a:cubicBezTo>
                  <a:cubicBezTo>
                    <a:pt x="257" y="51"/>
                    <a:pt x="258" y="51"/>
                    <a:pt x="258" y="51"/>
                  </a:cubicBezTo>
                  <a:cubicBezTo>
                    <a:pt x="259" y="50"/>
                    <a:pt x="260" y="49"/>
                    <a:pt x="261" y="49"/>
                  </a:cubicBezTo>
                  <a:cubicBezTo>
                    <a:pt x="261" y="49"/>
                    <a:pt x="261" y="49"/>
                    <a:pt x="261" y="49"/>
                  </a:cubicBezTo>
                  <a:cubicBezTo>
                    <a:pt x="262" y="49"/>
                    <a:pt x="262" y="49"/>
                    <a:pt x="262" y="49"/>
                  </a:cubicBezTo>
                  <a:cubicBezTo>
                    <a:pt x="263" y="48"/>
                    <a:pt x="263" y="48"/>
                    <a:pt x="264" y="47"/>
                  </a:cubicBezTo>
                  <a:cubicBezTo>
                    <a:pt x="264" y="47"/>
                    <a:pt x="265" y="47"/>
                    <a:pt x="265" y="47"/>
                  </a:cubicBezTo>
                  <a:cubicBezTo>
                    <a:pt x="265" y="47"/>
                    <a:pt x="266" y="47"/>
                    <a:pt x="266" y="47"/>
                  </a:cubicBezTo>
                  <a:cubicBezTo>
                    <a:pt x="266" y="46"/>
                    <a:pt x="267" y="46"/>
                    <a:pt x="267" y="46"/>
                  </a:cubicBezTo>
                  <a:cubicBezTo>
                    <a:pt x="268" y="46"/>
                    <a:pt x="268" y="46"/>
                    <a:pt x="268" y="46"/>
                  </a:cubicBezTo>
                  <a:cubicBezTo>
                    <a:pt x="269" y="46"/>
                    <a:pt x="270" y="46"/>
                    <a:pt x="270" y="46"/>
                  </a:cubicBezTo>
                  <a:cubicBezTo>
                    <a:pt x="272" y="46"/>
                    <a:pt x="273" y="46"/>
                    <a:pt x="275" y="47"/>
                  </a:cubicBezTo>
                  <a:cubicBezTo>
                    <a:pt x="275" y="47"/>
                    <a:pt x="275" y="46"/>
                    <a:pt x="275" y="46"/>
                  </a:cubicBezTo>
                  <a:cubicBezTo>
                    <a:pt x="276" y="46"/>
                    <a:pt x="276" y="47"/>
                    <a:pt x="276" y="47"/>
                  </a:cubicBezTo>
                  <a:cubicBezTo>
                    <a:pt x="276" y="47"/>
                    <a:pt x="277" y="46"/>
                    <a:pt x="277" y="47"/>
                  </a:cubicBezTo>
                  <a:cubicBezTo>
                    <a:pt x="277" y="47"/>
                    <a:pt x="277" y="47"/>
                    <a:pt x="278" y="48"/>
                  </a:cubicBezTo>
                  <a:cubicBezTo>
                    <a:pt x="278" y="48"/>
                    <a:pt x="278" y="48"/>
                    <a:pt x="278" y="48"/>
                  </a:cubicBezTo>
                  <a:cubicBezTo>
                    <a:pt x="278" y="48"/>
                    <a:pt x="278" y="48"/>
                    <a:pt x="278" y="49"/>
                  </a:cubicBezTo>
                  <a:cubicBezTo>
                    <a:pt x="278" y="49"/>
                    <a:pt x="278" y="49"/>
                    <a:pt x="279" y="49"/>
                  </a:cubicBezTo>
                  <a:cubicBezTo>
                    <a:pt x="279" y="50"/>
                    <a:pt x="279" y="50"/>
                    <a:pt x="279" y="50"/>
                  </a:cubicBezTo>
                  <a:cubicBezTo>
                    <a:pt x="280" y="50"/>
                    <a:pt x="279" y="51"/>
                    <a:pt x="280" y="51"/>
                  </a:cubicBezTo>
                  <a:cubicBezTo>
                    <a:pt x="280" y="51"/>
                    <a:pt x="280" y="51"/>
                    <a:pt x="280" y="52"/>
                  </a:cubicBezTo>
                  <a:cubicBezTo>
                    <a:pt x="280" y="52"/>
                    <a:pt x="280" y="52"/>
                    <a:pt x="280" y="52"/>
                  </a:cubicBezTo>
                  <a:cubicBezTo>
                    <a:pt x="280" y="53"/>
                    <a:pt x="280" y="53"/>
                    <a:pt x="279" y="54"/>
                  </a:cubicBezTo>
                  <a:cubicBezTo>
                    <a:pt x="279" y="54"/>
                    <a:pt x="280" y="53"/>
                    <a:pt x="280" y="54"/>
                  </a:cubicBezTo>
                  <a:cubicBezTo>
                    <a:pt x="280" y="54"/>
                    <a:pt x="280" y="54"/>
                    <a:pt x="280" y="55"/>
                  </a:cubicBezTo>
                  <a:cubicBezTo>
                    <a:pt x="279" y="55"/>
                    <a:pt x="279" y="56"/>
                    <a:pt x="279" y="56"/>
                  </a:cubicBezTo>
                  <a:cubicBezTo>
                    <a:pt x="279" y="57"/>
                    <a:pt x="279" y="56"/>
                    <a:pt x="278" y="57"/>
                  </a:cubicBezTo>
                  <a:cubicBezTo>
                    <a:pt x="279" y="57"/>
                    <a:pt x="278" y="58"/>
                    <a:pt x="278" y="58"/>
                  </a:cubicBezTo>
                  <a:cubicBezTo>
                    <a:pt x="278" y="58"/>
                    <a:pt x="278" y="58"/>
                    <a:pt x="278" y="58"/>
                  </a:cubicBezTo>
                  <a:cubicBezTo>
                    <a:pt x="277" y="59"/>
                    <a:pt x="276" y="60"/>
                    <a:pt x="276" y="61"/>
                  </a:cubicBezTo>
                  <a:cubicBezTo>
                    <a:pt x="275" y="61"/>
                    <a:pt x="275" y="62"/>
                    <a:pt x="274" y="63"/>
                  </a:cubicBezTo>
                  <a:cubicBezTo>
                    <a:pt x="274" y="63"/>
                    <a:pt x="274" y="63"/>
                    <a:pt x="273" y="63"/>
                  </a:cubicBezTo>
                  <a:cubicBezTo>
                    <a:pt x="273" y="63"/>
                    <a:pt x="273" y="64"/>
                    <a:pt x="272" y="64"/>
                  </a:cubicBezTo>
                  <a:cubicBezTo>
                    <a:pt x="272" y="64"/>
                    <a:pt x="272" y="64"/>
                    <a:pt x="272" y="64"/>
                  </a:cubicBezTo>
                  <a:cubicBezTo>
                    <a:pt x="272" y="64"/>
                    <a:pt x="271" y="65"/>
                    <a:pt x="271" y="65"/>
                  </a:cubicBezTo>
                  <a:cubicBezTo>
                    <a:pt x="271" y="65"/>
                    <a:pt x="271" y="65"/>
                    <a:pt x="270" y="65"/>
                  </a:cubicBezTo>
                  <a:cubicBezTo>
                    <a:pt x="270" y="65"/>
                    <a:pt x="270" y="65"/>
                    <a:pt x="270" y="65"/>
                  </a:cubicBezTo>
                  <a:cubicBezTo>
                    <a:pt x="270" y="65"/>
                    <a:pt x="270" y="66"/>
                    <a:pt x="269" y="66"/>
                  </a:cubicBezTo>
                  <a:cubicBezTo>
                    <a:pt x="268" y="67"/>
                    <a:pt x="266" y="67"/>
                    <a:pt x="264" y="68"/>
                  </a:cubicBezTo>
                  <a:cubicBezTo>
                    <a:pt x="259" y="69"/>
                    <a:pt x="254" y="71"/>
                    <a:pt x="250" y="72"/>
                  </a:cubicBezTo>
                  <a:cubicBezTo>
                    <a:pt x="249" y="73"/>
                    <a:pt x="248" y="73"/>
                    <a:pt x="248" y="73"/>
                  </a:cubicBezTo>
                  <a:cubicBezTo>
                    <a:pt x="247" y="74"/>
                    <a:pt x="246" y="74"/>
                    <a:pt x="245" y="74"/>
                  </a:cubicBezTo>
                  <a:cubicBezTo>
                    <a:pt x="245" y="75"/>
                    <a:pt x="243" y="75"/>
                    <a:pt x="243" y="76"/>
                  </a:cubicBezTo>
                  <a:cubicBezTo>
                    <a:pt x="242" y="76"/>
                    <a:pt x="242" y="76"/>
                    <a:pt x="242" y="76"/>
                  </a:cubicBezTo>
                  <a:cubicBezTo>
                    <a:pt x="242" y="76"/>
                    <a:pt x="242" y="76"/>
                    <a:pt x="241" y="76"/>
                  </a:cubicBezTo>
                  <a:cubicBezTo>
                    <a:pt x="240" y="76"/>
                    <a:pt x="239" y="77"/>
                    <a:pt x="238" y="78"/>
                  </a:cubicBezTo>
                  <a:cubicBezTo>
                    <a:pt x="238" y="78"/>
                    <a:pt x="237" y="78"/>
                    <a:pt x="237" y="78"/>
                  </a:cubicBezTo>
                  <a:cubicBezTo>
                    <a:pt x="236" y="78"/>
                    <a:pt x="235" y="79"/>
                    <a:pt x="234" y="80"/>
                  </a:cubicBezTo>
                  <a:cubicBezTo>
                    <a:pt x="233" y="80"/>
                    <a:pt x="232" y="80"/>
                    <a:pt x="232" y="80"/>
                  </a:cubicBezTo>
                  <a:cubicBezTo>
                    <a:pt x="232" y="80"/>
                    <a:pt x="232" y="81"/>
                    <a:pt x="231" y="81"/>
                  </a:cubicBezTo>
                  <a:cubicBezTo>
                    <a:pt x="231" y="81"/>
                    <a:pt x="230" y="81"/>
                    <a:pt x="230" y="81"/>
                  </a:cubicBezTo>
                  <a:cubicBezTo>
                    <a:pt x="230" y="81"/>
                    <a:pt x="230" y="82"/>
                    <a:pt x="229" y="82"/>
                  </a:cubicBezTo>
                  <a:cubicBezTo>
                    <a:pt x="229" y="82"/>
                    <a:pt x="229" y="82"/>
                    <a:pt x="229" y="82"/>
                  </a:cubicBezTo>
                  <a:cubicBezTo>
                    <a:pt x="228" y="82"/>
                    <a:pt x="228" y="83"/>
                    <a:pt x="228" y="83"/>
                  </a:cubicBezTo>
                  <a:cubicBezTo>
                    <a:pt x="227" y="83"/>
                    <a:pt x="227" y="83"/>
                    <a:pt x="226" y="83"/>
                  </a:cubicBezTo>
                  <a:cubicBezTo>
                    <a:pt x="226" y="84"/>
                    <a:pt x="225" y="84"/>
                    <a:pt x="225" y="84"/>
                  </a:cubicBezTo>
                  <a:cubicBezTo>
                    <a:pt x="224" y="84"/>
                    <a:pt x="224" y="85"/>
                    <a:pt x="223" y="85"/>
                  </a:cubicBezTo>
                  <a:cubicBezTo>
                    <a:pt x="222" y="86"/>
                    <a:pt x="221" y="86"/>
                    <a:pt x="220" y="87"/>
                  </a:cubicBezTo>
                  <a:cubicBezTo>
                    <a:pt x="219" y="87"/>
                    <a:pt x="219" y="88"/>
                    <a:pt x="218" y="88"/>
                  </a:cubicBezTo>
                  <a:cubicBezTo>
                    <a:pt x="217" y="88"/>
                    <a:pt x="216" y="89"/>
                    <a:pt x="215" y="89"/>
                  </a:cubicBezTo>
                  <a:cubicBezTo>
                    <a:pt x="214" y="90"/>
                    <a:pt x="212" y="91"/>
                    <a:pt x="210" y="92"/>
                  </a:cubicBezTo>
                  <a:cubicBezTo>
                    <a:pt x="209" y="92"/>
                    <a:pt x="208" y="93"/>
                    <a:pt x="207" y="94"/>
                  </a:cubicBezTo>
                  <a:cubicBezTo>
                    <a:pt x="207" y="94"/>
                    <a:pt x="207" y="94"/>
                    <a:pt x="206" y="94"/>
                  </a:cubicBezTo>
                  <a:cubicBezTo>
                    <a:pt x="205" y="95"/>
                    <a:pt x="204" y="95"/>
                    <a:pt x="203" y="96"/>
                  </a:cubicBezTo>
                  <a:cubicBezTo>
                    <a:pt x="202" y="97"/>
                    <a:pt x="200" y="97"/>
                    <a:pt x="199" y="98"/>
                  </a:cubicBezTo>
                  <a:cubicBezTo>
                    <a:pt x="199" y="98"/>
                    <a:pt x="199" y="98"/>
                    <a:pt x="198" y="98"/>
                  </a:cubicBezTo>
                  <a:cubicBezTo>
                    <a:pt x="198" y="99"/>
                    <a:pt x="198" y="99"/>
                    <a:pt x="198" y="99"/>
                  </a:cubicBezTo>
                  <a:cubicBezTo>
                    <a:pt x="197" y="99"/>
                    <a:pt x="197" y="99"/>
                    <a:pt x="197" y="99"/>
                  </a:cubicBezTo>
                  <a:cubicBezTo>
                    <a:pt x="196" y="99"/>
                    <a:pt x="196" y="100"/>
                    <a:pt x="196" y="100"/>
                  </a:cubicBezTo>
                  <a:cubicBezTo>
                    <a:pt x="194" y="101"/>
                    <a:pt x="192" y="102"/>
                    <a:pt x="190" y="103"/>
                  </a:cubicBezTo>
                  <a:cubicBezTo>
                    <a:pt x="189" y="103"/>
                    <a:pt x="189" y="104"/>
                    <a:pt x="189" y="104"/>
                  </a:cubicBezTo>
                  <a:cubicBezTo>
                    <a:pt x="188" y="104"/>
                    <a:pt x="188" y="104"/>
                    <a:pt x="188" y="105"/>
                  </a:cubicBezTo>
                  <a:cubicBezTo>
                    <a:pt x="187" y="105"/>
                    <a:pt x="187" y="105"/>
                    <a:pt x="187" y="105"/>
                  </a:cubicBezTo>
                  <a:cubicBezTo>
                    <a:pt x="186" y="105"/>
                    <a:pt x="185" y="106"/>
                    <a:pt x="184" y="106"/>
                  </a:cubicBezTo>
                  <a:cubicBezTo>
                    <a:pt x="184" y="107"/>
                    <a:pt x="183" y="107"/>
                    <a:pt x="182" y="108"/>
                  </a:cubicBezTo>
                  <a:cubicBezTo>
                    <a:pt x="181" y="108"/>
                    <a:pt x="180" y="109"/>
                    <a:pt x="179" y="109"/>
                  </a:cubicBezTo>
                  <a:cubicBezTo>
                    <a:pt x="179" y="110"/>
                    <a:pt x="178" y="110"/>
                    <a:pt x="177" y="110"/>
                  </a:cubicBezTo>
                  <a:cubicBezTo>
                    <a:pt x="177" y="111"/>
                    <a:pt x="176" y="111"/>
                    <a:pt x="176" y="111"/>
                  </a:cubicBezTo>
                  <a:cubicBezTo>
                    <a:pt x="176" y="111"/>
                    <a:pt x="175" y="112"/>
                    <a:pt x="175" y="112"/>
                  </a:cubicBezTo>
                  <a:cubicBezTo>
                    <a:pt x="175" y="112"/>
                    <a:pt x="175" y="112"/>
                    <a:pt x="175" y="112"/>
                  </a:cubicBezTo>
                  <a:cubicBezTo>
                    <a:pt x="175" y="112"/>
                    <a:pt x="174" y="113"/>
                    <a:pt x="173" y="113"/>
                  </a:cubicBezTo>
                  <a:cubicBezTo>
                    <a:pt x="172" y="114"/>
                    <a:pt x="171" y="114"/>
                    <a:pt x="170" y="115"/>
                  </a:cubicBezTo>
                  <a:cubicBezTo>
                    <a:pt x="169" y="116"/>
                    <a:pt x="168" y="116"/>
                    <a:pt x="167" y="117"/>
                  </a:cubicBezTo>
                  <a:cubicBezTo>
                    <a:pt x="167" y="117"/>
                    <a:pt x="166" y="117"/>
                    <a:pt x="166" y="118"/>
                  </a:cubicBezTo>
                  <a:cubicBezTo>
                    <a:pt x="165" y="118"/>
                    <a:pt x="164" y="119"/>
                    <a:pt x="163" y="119"/>
                  </a:cubicBezTo>
                  <a:cubicBezTo>
                    <a:pt x="163" y="120"/>
                    <a:pt x="162" y="120"/>
                    <a:pt x="162" y="120"/>
                  </a:cubicBezTo>
                  <a:cubicBezTo>
                    <a:pt x="161" y="120"/>
                    <a:pt x="161" y="121"/>
                    <a:pt x="160" y="121"/>
                  </a:cubicBezTo>
                  <a:cubicBezTo>
                    <a:pt x="160" y="121"/>
                    <a:pt x="160" y="121"/>
                    <a:pt x="160" y="122"/>
                  </a:cubicBezTo>
                  <a:cubicBezTo>
                    <a:pt x="160" y="122"/>
                    <a:pt x="159" y="122"/>
                    <a:pt x="159" y="122"/>
                  </a:cubicBezTo>
                  <a:cubicBezTo>
                    <a:pt x="159" y="122"/>
                    <a:pt x="159" y="122"/>
                    <a:pt x="158" y="122"/>
                  </a:cubicBezTo>
                  <a:cubicBezTo>
                    <a:pt x="158" y="122"/>
                    <a:pt x="158" y="122"/>
                    <a:pt x="158" y="123"/>
                  </a:cubicBezTo>
                  <a:cubicBezTo>
                    <a:pt x="158" y="123"/>
                    <a:pt x="157" y="123"/>
                    <a:pt x="157" y="123"/>
                  </a:cubicBezTo>
                  <a:cubicBezTo>
                    <a:pt x="157" y="123"/>
                    <a:pt x="157" y="124"/>
                    <a:pt x="156" y="124"/>
                  </a:cubicBezTo>
                  <a:cubicBezTo>
                    <a:pt x="156" y="124"/>
                    <a:pt x="156" y="124"/>
                    <a:pt x="156" y="124"/>
                  </a:cubicBezTo>
                  <a:cubicBezTo>
                    <a:pt x="156" y="124"/>
                    <a:pt x="155" y="124"/>
                    <a:pt x="154" y="125"/>
                  </a:cubicBezTo>
                  <a:cubicBezTo>
                    <a:pt x="154" y="125"/>
                    <a:pt x="154" y="125"/>
                    <a:pt x="153" y="125"/>
                  </a:cubicBezTo>
                  <a:cubicBezTo>
                    <a:pt x="153" y="126"/>
                    <a:pt x="152" y="126"/>
                    <a:pt x="152" y="127"/>
                  </a:cubicBezTo>
                  <a:cubicBezTo>
                    <a:pt x="151" y="127"/>
                    <a:pt x="151" y="127"/>
                    <a:pt x="151" y="127"/>
                  </a:cubicBezTo>
                  <a:cubicBezTo>
                    <a:pt x="151" y="127"/>
                    <a:pt x="151" y="127"/>
                    <a:pt x="151" y="127"/>
                  </a:cubicBezTo>
                  <a:cubicBezTo>
                    <a:pt x="151" y="127"/>
                    <a:pt x="150" y="128"/>
                    <a:pt x="150" y="128"/>
                  </a:cubicBezTo>
                  <a:cubicBezTo>
                    <a:pt x="149" y="128"/>
                    <a:pt x="148" y="129"/>
                    <a:pt x="148" y="129"/>
                  </a:cubicBezTo>
                  <a:cubicBezTo>
                    <a:pt x="148" y="129"/>
                    <a:pt x="147" y="130"/>
                    <a:pt x="147" y="130"/>
                  </a:cubicBezTo>
                  <a:cubicBezTo>
                    <a:pt x="146" y="131"/>
                    <a:pt x="144" y="132"/>
                    <a:pt x="142" y="133"/>
                  </a:cubicBezTo>
                  <a:cubicBezTo>
                    <a:pt x="142" y="134"/>
                    <a:pt x="142" y="134"/>
                    <a:pt x="141" y="135"/>
                  </a:cubicBezTo>
                  <a:cubicBezTo>
                    <a:pt x="140" y="135"/>
                    <a:pt x="140" y="136"/>
                    <a:pt x="139" y="135"/>
                  </a:cubicBezTo>
                  <a:cubicBezTo>
                    <a:pt x="139" y="136"/>
                    <a:pt x="139" y="136"/>
                    <a:pt x="138" y="137"/>
                  </a:cubicBezTo>
                  <a:cubicBezTo>
                    <a:pt x="139" y="137"/>
                    <a:pt x="139" y="138"/>
                    <a:pt x="138" y="139"/>
                  </a:cubicBezTo>
                  <a:cubicBezTo>
                    <a:pt x="138" y="139"/>
                    <a:pt x="139" y="139"/>
                    <a:pt x="139" y="139"/>
                  </a:cubicBezTo>
                  <a:cubicBezTo>
                    <a:pt x="139" y="140"/>
                    <a:pt x="138" y="139"/>
                    <a:pt x="138" y="140"/>
                  </a:cubicBezTo>
                  <a:cubicBezTo>
                    <a:pt x="138" y="140"/>
                    <a:pt x="138" y="142"/>
                    <a:pt x="138" y="142"/>
                  </a:cubicBezTo>
                  <a:cubicBezTo>
                    <a:pt x="138" y="143"/>
                    <a:pt x="139" y="142"/>
                    <a:pt x="139" y="143"/>
                  </a:cubicBezTo>
                  <a:cubicBezTo>
                    <a:pt x="139" y="144"/>
                    <a:pt x="138" y="144"/>
                    <a:pt x="138" y="145"/>
                  </a:cubicBezTo>
                  <a:cubicBezTo>
                    <a:pt x="137" y="145"/>
                    <a:pt x="138" y="145"/>
                    <a:pt x="138" y="145"/>
                  </a:cubicBezTo>
                  <a:cubicBezTo>
                    <a:pt x="138" y="146"/>
                    <a:pt x="138" y="147"/>
                    <a:pt x="138" y="147"/>
                  </a:cubicBezTo>
                  <a:cubicBezTo>
                    <a:pt x="138" y="148"/>
                    <a:pt x="138" y="148"/>
                    <a:pt x="138" y="148"/>
                  </a:cubicBezTo>
                  <a:cubicBezTo>
                    <a:pt x="138" y="149"/>
                    <a:pt x="138" y="149"/>
                    <a:pt x="138" y="150"/>
                  </a:cubicBezTo>
                  <a:cubicBezTo>
                    <a:pt x="138" y="150"/>
                    <a:pt x="138" y="151"/>
                    <a:pt x="138" y="151"/>
                  </a:cubicBezTo>
                  <a:cubicBezTo>
                    <a:pt x="138" y="152"/>
                    <a:pt x="138" y="152"/>
                    <a:pt x="138" y="152"/>
                  </a:cubicBezTo>
                  <a:cubicBezTo>
                    <a:pt x="138" y="152"/>
                    <a:pt x="138" y="152"/>
                    <a:pt x="138" y="153"/>
                  </a:cubicBezTo>
                  <a:cubicBezTo>
                    <a:pt x="138" y="153"/>
                    <a:pt x="138" y="153"/>
                    <a:pt x="138" y="153"/>
                  </a:cubicBezTo>
                  <a:cubicBezTo>
                    <a:pt x="137" y="154"/>
                    <a:pt x="138" y="153"/>
                    <a:pt x="137" y="153"/>
                  </a:cubicBezTo>
                  <a:cubicBezTo>
                    <a:pt x="137" y="154"/>
                    <a:pt x="138" y="154"/>
                    <a:pt x="138" y="155"/>
                  </a:cubicBezTo>
                  <a:cubicBezTo>
                    <a:pt x="138" y="156"/>
                    <a:pt x="137" y="156"/>
                    <a:pt x="138" y="157"/>
                  </a:cubicBezTo>
                  <a:cubicBezTo>
                    <a:pt x="137" y="157"/>
                    <a:pt x="138" y="157"/>
                    <a:pt x="138" y="157"/>
                  </a:cubicBezTo>
                  <a:cubicBezTo>
                    <a:pt x="138" y="158"/>
                    <a:pt x="138" y="159"/>
                    <a:pt x="138" y="159"/>
                  </a:cubicBezTo>
                  <a:cubicBezTo>
                    <a:pt x="138" y="161"/>
                    <a:pt x="138" y="163"/>
                    <a:pt x="137" y="164"/>
                  </a:cubicBezTo>
                  <a:cubicBezTo>
                    <a:pt x="137" y="165"/>
                    <a:pt x="138" y="165"/>
                    <a:pt x="138" y="165"/>
                  </a:cubicBezTo>
                  <a:cubicBezTo>
                    <a:pt x="138" y="165"/>
                    <a:pt x="138" y="166"/>
                    <a:pt x="137" y="166"/>
                  </a:cubicBezTo>
                  <a:cubicBezTo>
                    <a:pt x="138" y="166"/>
                    <a:pt x="138" y="167"/>
                    <a:pt x="138" y="168"/>
                  </a:cubicBezTo>
                  <a:cubicBezTo>
                    <a:pt x="137" y="167"/>
                    <a:pt x="138" y="168"/>
                    <a:pt x="137" y="169"/>
                  </a:cubicBezTo>
                  <a:cubicBezTo>
                    <a:pt x="137" y="169"/>
                    <a:pt x="137" y="168"/>
                    <a:pt x="138" y="169"/>
                  </a:cubicBezTo>
                  <a:cubicBezTo>
                    <a:pt x="138" y="169"/>
                    <a:pt x="138" y="169"/>
                    <a:pt x="138" y="170"/>
                  </a:cubicBezTo>
                  <a:cubicBezTo>
                    <a:pt x="138" y="170"/>
                    <a:pt x="138" y="171"/>
                    <a:pt x="138" y="171"/>
                  </a:cubicBezTo>
                  <a:cubicBezTo>
                    <a:pt x="138" y="171"/>
                    <a:pt x="138" y="172"/>
                    <a:pt x="138" y="172"/>
                  </a:cubicBezTo>
                  <a:cubicBezTo>
                    <a:pt x="137" y="173"/>
                    <a:pt x="138" y="173"/>
                    <a:pt x="137" y="173"/>
                  </a:cubicBezTo>
                  <a:cubicBezTo>
                    <a:pt x="138" y="174"/>
                    <a:pt x="138" y="174"/>
                    <a:pt x="138" y="175"/>
                  </a:cubicBezTo>
                  <a:cubicBezTo>
                    <a:pt x="138" y="176"/>
                    <a:pt x="138" y="177"/>
                    <a:pt x="137" y="177"/>
                  </a:cubicBezTo>
                  <a:cubicBezTo>
                    <a:pt x="138" y="177"/>
                    <a:pt x="138" y="179"/>
                    <a:pt x="137" y="179"/>
                  </a:cubicBezTo>
                  <a:cubicBezTo>
                    <a:pt x="137" y="180"/>
                    <a:pt x="138" y="180"/>
                    <a:pt x="137" y="180"/>
                  </a:cubicBezTo>
                  <a:cubicBezTo>
                    <a:pt x="137" y="181"/>
                    <a:pt x="138" y="181"/>
                    <a:pt x="138" y="181"/>
                  </a:cubicBezTo>
                  <a:cubicBezTo>
                    <a:pt x="138" y="182"/>
                    <a:pt x="138" y="183"/>
                    <a:pt x="137" y="183"/>
                  </a:cubicBezTo>
                  <a:cubicBezTo>
                    <a:pt x="138" y="183"/>
                    <a:pt x="137" y="184"/>
                    <a:pt x="138" y="184"/>
                  </a:cubicBezTo>
                  <a:cubicBezTo>
                    <a:pt x="138" y="184"/>
                    <a:pt x="137" y="184"/>
                    <a:pt x="137" y="185"/>
                  </a:cubicBezTo>
                  <a:cubicBezTo>
                    <a:pt x="137" y="185"/>
                    <a:pt x="137" y="185"/>
                    <a:pt x="138" y="185"/>
                  </a:cubicBezTo>
                  <a:cubicBezTo>
                    <a:pt x="138" y="185"/>
                    <a:pt x="137" y="185"/>
                    <a:pt x="137" y="185"/>
                  </a:cubicBezTo>
                  <a:cubicBezTo>
                    <a:pt x="137" y="186"/>
                    <a:pt x="138" y="186"/>
                    <a:pt x="137" y="187"/>
                  </a:cubicBezTo>
                  <a:cubicBezTo>
                    <a:pt x="138" y="187"/>
                    <a:pt x="137" y="187"/>
                    <a:pt x="138" y="187"/>
                  </a:cubicBezTo>
                  <a:cubicBezTo>
                    <a:pt x="138" y="188"/>
                    <a:pt x="137" y="188"/>
                    <a:pt x="137" y="188"/>
                  </a:cubicBezTo>
                  <a:cubicBezTo>
                    <a:pt x="137" y="188"/>
                    <a:pt x="137" y="189"/>
                    <a:pt x="137" y="189"/>
                  </a:cubicBezTo>
                  <a:cubicBezTo>
                    <a:pt x="137" y="189"/>
                    <a:pt x="137" y="190"/>
                    <a:pt x="137" y="190"/>
                  </a:cubicBezTo>
                  <a:cubicBezTo>
                    <a:pt x="137" y="190"/>
                    <a:pt x="137" y="190"/>
                    <a:pt x="137" y="190"/>
                  </a:cubicBezTo>
                  <a:cubicBezTo>
                    <a:pt x="137" y="190"/>
                    <a:pt x="138" y="191"/>
                    <a:pt x="138" y="192"/>
                  </a:cubicBezTo>
                  <a:cubicBezTo>
                    <a:pt x="138" y="192"/>
                    <a:pt x="137" y="191"/>
                    <a:pt x="137" y="192"/>
                  </a:cubicBezTo>
                  <a:cubicBezTo>
                    <a:pt x="137" y="193"/>
                    <a:pt x="138" y="193"/>
                    <a:pt x="138" y="193"/>
                  </a:cubicBezTo>
                  <a:cubicBezTo>
                    <a:pt x="137" y="193"/>
                    <a:pt x="137" y="193"/>
                    <a:pt x="137" y="193"/>
                  </a:cubicBezTo>
                  <a:cubicBezTo>
                    <a:pt x="137" y="194"/>
                    <a:pt x="138" y="194"/>
                    <a:pt x="138" y="194"/>
                  </a:cubicBezTo>
                  <a:cubicBezTo>
                    <a:pt x="137" y="194"/>
                    <a:pt x="138" y="195"/>
                    <a:pt x="138" y="195"/>
                  </a:cubicBezTo>
                  <a:cubicBezTo>
                    <a:pt x="138" y="195"/>
                    <a:pt x="137" y="195"/>
                    <a:pt x="137" y="195"/>
                  </a:cubicBezTo>
                  <a:cubicBezTo>
                    <a:pt x="137" y="195"/>
                    <a:pt x="138" y="196"/>
                    <a:pt x="137" y="196"/>
                  </a:cubicBezTo>
                  <a:cubicBezTo>
                    <a:pt x="137" y="196"/>
                    <a:pt x="137" y="196"/>
                    <a:pt x="137" y="197"/>
                  </a:cubicBezTo>
                  <a:cubicBezTo>
                    <a:pt x="137" y="197"/>
                    <a:pt x="137" y="197"/>
                    <a:pt x="136" y="198"/>
                  </a:cubicBezTo>
                  <a:cubicBezTo>
                    <a:pt x="137" y="198"/>
                    <a:pt x="137" y="198"/>
                    <a:pt x="137" y="199"/>
                  </a:cubicBezTo>
                  <a:cubicBezTo>
                    <a:pt x="137" y="199"/>
                    <a:pt x="137" y="199"/>
                    <a:pt x="137" y="199"/>
                  </a:cubicBezTo>
                  <a:cubicBezTo>
                    <a:pt x="138" y="199"/>
                    <a:pt x="137" y="199"/>
                    <a:pt x="138" y="199"/>
                  </a:cubicBezTo>
                  <a:cubicBezTo>
                    <a:pt x="138" y="200"/>
                    <a:pt x="137" y="200"/>
                    <a:pt x="137" y="200"/>
                  </a:cubicBezTo>
                  <a:cubicBezTo>
                    <a:pt x="137" y="200"/>
                    <a:pt x="138" y="201"/>
                    <a:pt x="138" y="200"/>
                  </a:cubicBezTo>
                  <a:cubicBezTo>
                    <a:pt x="138" y="200"/>
                    <a:pt x="137" y="201"/>
                    <a:pt x="138" y="201"/>
                  </a:cubicBezTo>
                  <a:cubicBezTo>
                    <a:pt x="138" y="201"/>
                    <a:pt x="138" y="201"/>
                    <a:pt x="138" y="201"/>
                  </a:cubicBezTo>
                  <a:cubicBezTo>
                    <a:pt x="138" y="201"/>
                    <a:pt x="138" y="202"/>
                    <a:pt x="137" y="201"/>
                  </a:cubicBezTo>
                  <a:cubicBezTo>
                    <a:pt x="137" y="202"/>
                    <a:pt x="137" y="202"/>
                    <a:pt x="136" y="203"/>
                  </a:cubicBezTo>
                  <a:cubicBezTo>
                    <a:pt x="137" y="203"/>
                    <a:pt x="137" y="203"/>
                    <a:pt x="137" y="203"/>
                  </a:cubicBezTo>
                  <a:cubicBezTo>
                    <a:pt x="137" y="204"/>
                    <a:pt x="137" y="204"/>
                    <a:pt x="137" y="204"/>
                  </a:cubicBezTo>
                  <a:cubicBezTo>
                    <a:pt x="137" y="204"/>
                    <a:pt x="137" y="204"/>
                    <a:pt x="137" y="205"/>
                  </a:cubicBezTo>
                  <a:cubicBezTo>
                    <a:pt x="137" y="205"/>
                    <a:pt x="138" y="205"/>
                    <a:pt x="138" y="205"/>
                  </a:cubicBezTo>
                  <a:cubicBezTo>
                    <a:pt x="138" y="206"/>
                    <a:pt x="137" y="205"/>
                    <a:pt x="137" y="205"/>
                  </a:cubicBezTo>
                  <a:cubicBezTo>
                    <a:pt x="136" y="206"/>
                    <a:pt x="136" y="206"/>
                    <a:pt x="137" y="206"/>
                  </a:cubicBezTo>
                  <a:cubicBezTo>
                    <a:pt x="136" y="207"/>
                    <a:pt x="136" y="207"/>
                    <a:pt x="137" y="207"/>
                  </a:cubicBezTo>
                  <a:cubicBezTo>
                    <a:pt x="138" y="207"/>
                    <a:pt x="137" y="206"/>
                    <a:pt x="138" y="207"/>
                  </a:cubicBezTo>
                  <a:cubicBezTo>
                    <a:pt x="138" y="207"/>
                    <a:pt x="137" y="208"/>
                    <a:pt x="138" y="208"/>
                  </a:cubicBezTo>
                  <a:cubicBezTo>
                    <a:pt x="138" y="208"/>
                    <a:pt x="138" y="209"/>
                    <a:pt x="137" y="209"/>
                  </a:cubicBezTo>
                  <a:cubicBezTo>
                    <a:pt x="137" y="209"/>
                    <a:pt x="138" y="210"/>
                    <a:pt x="137" y="211"/>
                  </a:cubicBezTo>
                  <a:cubicBezTo>
                    <a:pt x="137" y="212"/>
                    <a:pt x="138" y="211"/>
                    <a:pt x="138" y="212"/>
                  </a:cubicBezTo>
                  <a:cubicBezTo>
                    <a:pt x="138" y="212"/>
                    <a:pt x="138" y="213"/>
                    <a:pt x="139" y="212"/>
                  </a:cubicBezTo>
                  <a:cubicBezTo>
                    <a:pt x="139" y="213"/>
                    <a:pt x="139" y="213"/>
                    <a:pt x="138" y="213"/>
                  </a:cubicBezTo>
                  <a:cubicBezTo>
                    <a:pt x="138" y="214"/>
                    <a:pt x="138" y="214"/>
                    <a:pt x="138" y="215"/>
                  </a:cubicBezTo>
                  <a:cubicBezTo>
                    <a:pt x="138" y="215"/>
                    <a:pt x="139" y="214"/>
                    <a:pt x="139" y="215"/>
                  </a:cubicBezTo>
                  <a:cubicBezTo>
                    <a:pt x="139" y="215"/>
                    <a:pt x="138" y="215"/>
                    <a:pt x="138" y="216"/>
                  </a:cubicBezTo>
                  <a:cubicBezTo>
                    <a:pt x="138" y="216"/>
                    <a:pt x="139" y="216"/>
                    <a:pt x="139" y="216"/>
                  </a:cubicBezTo>
                  <a:cubicBezTo>
                    <a:pt x="139" y="217"/>
                    <a:pt x="139" y="217"/>
                    <a:pt x="139" y="217"/>
                  </a:cubicBezTo>
                  <a:cubicBezTo>
                    <a:pt x="139" y="217"/>
                    <a:pt x="140" y="218"/>
                    <a:pt x="139" y="218"/>
                  </a:cubicBezTo>
                  <a:cubicBezTo>
                    <a:pt x="139" y="218"/>
                    <a:pt x="139" y="218"/>
                    <a:pt x="139" y="218"/>
                  </a:cubicBezTo>
                  <a:cubicBezTo>
                    <a:pt x="139" y="218"/>
                    <a:pt x="139" y="219"/>
                    <a:pt x="139" y="220"/>
                  </a:cubicBezTo>
                  <a:cubicBezTo>
                    <a:pt x="138" y="220"/>
                    <a:pt x="140" y="219"/>
                    <a:pt x="139" y="219"/>
                  </a:cubicBezTo>
                  <a:cubicBezTo>
                    <a:pt x="138" y="220"/>
                    <a:pt x="139" y="220"/>
                    <a:pt x="139" y="220"/>
                  </a:cubicBezTo>
                  <a:cubicBezTo>
                    <a:pt x="139" y="221"/>
                    <a:pt x="139" y="222"/>
                    <a:pt x="138" y="222"/>
                  </a:cubicBezTo>
                  <a:cubicBezTo>
                    <a:pt x="139" y="222"/>
                    <a:pt x="139" y="223"/>
                    <a:pt x="139" y="223"/>
                  </a:cubicBezTo>
                  <a:cubicBezTo>
                    <a:pt x="139" y="223"/>
                    <a:pt x="139" y="223"/>
                    <a:pt x="140" y="222"/>
                  </a:cubicBezTo>
                  <a:cubicBezTo>
                    <a:pt x="140" y="223"/>
                    <a:pt x="140" y="223"/>
                    <a:pt x="140" y="224"/>
                  </a:cubicBezTo>
                  <a:cubicBezTo>
                    <a:pt x="140" y="224"/>
                    <a:pt x="140" y="224"/>
                    <a:pt x="140" y="225"/>
                  </a:cubicBezTo>
                  <a:cubicBezTo>
                    <a:pt x="140" y="225"/>
                    <a:pt x="140" y="225"/>
                    <a:pt x="140" y="225"/>
                  </a:cubicBezTo>
                  <a:cubicBezTo>
                    <a:pt x="141" y="226"/>
                    <a:pt x="141" y="226"/>
                    <a:pt x="141" y="227"/>
                  </a:cubicBezTo>
                  <a:cubicBezTo>
                    <a:pt x="141" y="227"/>
                    <a:pt x="141" y="227"/>
                    <a:pt x="141" y="227"/>
                  </a:cubicBezTo>
                  <a:cubicBezTo>
                    <a:pt x="141" y="228"/>
                    <a:pt x="141" y="229"/>
                    <a:pt x="141" y="229"/>
                  </a:cubicBezTo>
                  <a:cubicBezTo>
                    <a:pt x="141" y="229"/>
                    <a:pt x="141" y="229"/>
                    <a:pt x="141" y="230"/>
                  </a:cubicBezTo>
                  <a:cubicBezTo>
                    <a:pt x="140" y="230"/>
                    <a:pt x="139" y="229"/>
                    <a:pt x="139" y="230"/>
                  </a:cubicBezTo>
                  <a:cubicBezTo>
                    <a:pt x="139" y="230"/>
                    <a:pt x="140" y="230"/>
                    <a:pt x="140" y="230"/>
                  </a:cubicBezTo>
                  <a:cubicBezTo>
                    <a:pt x="140" y="230"/>
                    <a:pt x="140" y="230"/>
                    <a:pt x="141" y="230"/>
                  </a:cubicBezTo>
                  <a:cubicBezTo>
                    <a:pt x="141" y="231"/>
                    <a:pt x="140" y="231"/>
                    <a:pt x="140" y="231"/>
                  </a:cubicBezTo>
                  <a:cubicBezTo>
                    <a:pt x="140" y="232"/>
                    <a:pt x="139" y="233"/>
                    <a:pt x="140" y="234"/>
                  </a:cubicBezTo>
                  <a:cubicBezTo>
                    <a:pt x="141" y="234"/>
                    <a:pt x="140" y="233"/>
                    <a:pt x="141" y="233"/>
                  </a:cubicBezTo>
                  <a:cubicBezTo>
                    <a:pt x="141" y="233"/>
                    <a:pt x="141" y="233"/>
                    <a:pt x="141" y="233"/>
                  </a:cubicBezTo>
                  <a:cubicBezTo>
                    <a:pt x="141" y="234"/>
                    <a:pt x="142" y="234"/>
                    <a:pt x="142" y="234"/>
                  </a:cubicBezTo>
                  <a:cubicBezTo>
                    <a:pt x="142" y="235"/>
                    <a:pt x="142" y="234"/>
                    <a:pt x="141" y="235"/>
                  </a:cubicBezTo>
                  <a:cubicBezTo>
                    <a:pt x="141" y="235"/>
                    <a:pt x="142" y="235"/>
                    <a:pt x="142" y="235"/>
                  </a:cubicBezTo>
                  <a:cubicBezTo>
                    <a:pt x="142" y="236"/>
                    <a:pt x="143" y="236"/>
                    <a:pt x="143" y="236"/>
                  </a:cubicBezTo>
                  <a:cubicBezTo>
                    <a:pt x="142" y="236"/>
                    <a:pt x="143" y="236"/>
                    <a:pt x="142" y="236"/>
                  </a:cubicBezTo>
                  <a:cubicBezTo>
                    <a:pt x="142" y="236"/>
                    <a:pt x="142" y="236"/>
                    <a:pt x="142" y="236"/>
                  </a:cubicBezTo>
                  <a:cubicBezTo>
                    <a:pt x="142" y="236"/>
                    <a:pt x="142" y="237"/>
                    <a:pt x="142" y="237"/>
                  </a:cubicBezTo>
                  <a:cubicBezTo>
                    <a:pt x="142" y="237"/>
                    <a:pt x="142" y="237"/>
                    <a:pt x="142" y="238"/>
                  </a:cubicBezTo>
                  <a:cubicBezTo>
                    <a:pt x="141" y="238"/>
                    <a:pt x="141" y="237"/>
                    <a:pt x="141" y="237"/>
                  </a:cubicBezTo>
                  <a:cubicBezTo>
                    <a:pt x="141" y="238"/>
                    <a:pt x="142" y="237"/>
                    <a:pt x="142" y="238"/>
                  </a:cubicBezTo>
                  <a:cubicBezTo>
                    <a:pt x="142" y="239"/>
                    <a:pt x="141" y="239"/>
                    <a:pt x="141" y="239"/>
                  </a:cubicBezTo>
                  <a:cubicBezTo>
                    <a:pt x="141" y="240"/>
                    <a:pt x="142" y="240"/>
                    <a:pt x="142" y="240"/>
                  </a:cubicBezTo>
                  <a:cubicBezTo>
                    <a:pt x="142" y="240"/>
                    <a:pt x="142" y="240"/>
                    <a:pt x="142" y="241"/>
                  </a:cubicBezTo>
                  <a:cubicBezTo>
                    <a:pt x="142" y="241"/>
                    <a:pt x="143" y="241"/>
                    <a:pt x="143" y="241"/>
                  </a:cubicBezTo>
                  <a:cubicBezTo>
                    <a:pt x="143" y="242"/>
                    <a:pt x="143" y="242"/>
                    <a:pt x="142" y="243"/>
                  </a:cubicBezTo>
                  <a:cubicBezTo>
                    <a:pt x="143" y="243"/>
                    <a:pt x="142" y="244"/>
                    <a:pt x="143" y="244"/>
                  </a:cubicBezTo>
                  <a:cubicBezTo>
                    <a:pt x="142" y="244"/>
                    <a:pt x="142" y="244"/>
                    <a:pt x="142" y="245"/>
                  </a:cubicBezTo>
                  <a:cubicBezTo>
                    <a:pt x="142" y="245"/>
                    <a:pt x="143" y="246"/>
                    <a:pt x="143" y="246"/>
                  </a:cubicBezTo>
                  <a:cubicBezTo>
                    <a:pt x="143" y="246"/>
                    <a:pt x="142" y="246"/>
                    <a:pt x="142" y="246"/>
                  </a:cubicBezTo>
                  <a:cubicBezTo>
                    <a:pt x="141" y="247"/>
                    <a:pt x="141" y="248"/>
                    <a:pt x="140" y="249"/>
                  </a:cubicBezTo>
                  <a:cubicBezTo>
                    <a:pt x="140" y="250"/>
                    <a:pt x="139" y="250"/>
                    <a:pt x="138" y="251"/>
                  </a:cubicBezTo>
                  <a:cubicBezTo>
                    <a:pt x="138" y="251"/>
                    <a:pt x="138" y="251"/>
                    <a:pt x="138" y="251"/>
                  </a:cubicBezTo>
                  <a:cubicBezTo>
                    <a:pt x="138" y="251"/>
                    <a:pt x="138" y="251"/>
                    <a:pt x="138" y="251"/>
                  </a:cubicBezTo>
                  <a:cubicBezTo>
                    <a:pt x="138" y="251"/>
                    <a:pt x="138" y="252"/>
                    <a:pt x="138" y="252"/>
                  </a:cubicBezTo>
                  <a:cubicBezTo>
                    <a:pt x="138" y="252"/>
                    <a:pt x="137" y="252"/>
                    <a:pt x="137" y="252"/>
                  </a:cubicBezTo>
                  <a:cubicBezTo>
                    <a:pt x="137" y="252"/>
                    <a:pt x="137" y="252"/>
                    <a:pt x="137" y="252"/>
                  </a:cubicBezTo>
                  <a:cubicBezTo>
                    <a:pt x="137" y="252"/>
                    <a:pt x="136" y="252"/>
                    <a:pt x="136" y="253"/>
                  </a:cubicBezTo>
                  <a:cubicBezTo>
                    <a:pt x="135" y="253"/>
                    <a:pt x="134" y="253"/>
                    <a:pt x="132" y="253"/>
                  </a:cubicBezTo>
                  <a:cubicBezTo>
                    <a:pt x="130" y="253"/>
                    <a:pt x="129" y="253"/>
                    <a:pt x="128" y="252"/>
                  </a:cubicBezTo>
                  <a:cubicBezTo>
                    <a:pt x="127" y="252"/>
                    <a:pt x="127" y="252"/>
                    <a:pt x="126" y="252"/>
                  </a:cubicBezTo>
                  <a:cubicBezTo>
                    <a:pt x="125" y="251"/>
                    <a:pt x="125" y="251"/>
                    <a:pt x="124" y="250"/>
                  </a:cubicBezTo>
                  <a:cubicBezTo>
                    <a:pt x="123" y="249"/>
                    <a:pt x="123" y="248"/>
                    <a:pt x="122" y="247"/>
                  </a:cubicBezTo>
                  <a:cubicBezTo>
                    <a:pt x="122" y="246"/>
                    <a:pt x="122" y="245"/>
                    <a:pt x="122" y="244"/>
                  </a:cubicBezTo>
                  <a:cubicBezTo>
                    <a:pt x="121" y="242"/>
                    <a:pt x="121" y="239"/>
                    <a:pt x="121" y="236"/>
                  </a:cubicBezTo>
                  <a:cubicBezTo>
                    <a:pt x="121" y="236"/>
                    <a:pt x="121" y="236"/>
                    <a:pt x="121" y="236"/>
                  </a:cubicBezTo>
                  <a:cubicBezTo>
                    <a:pt x="120" y="235"/>
                    <a:pt x="121" y="234"/>
                    <a:pt x="121" y="234"/>
                  </a:cubicBezTo>
                  <a:cubicBezTo>
                    <a:pt x="121" y="233"/>
                    <a:pt x="121" y="233"/>
                    <a:pt x="121" y="233"/>
                  </a:cubicBezTo>
                  <a:cubicBezTo>
                    <a:pt x="121" y="233"/>
                    <a:pt x="121" y="233"/>
                    <a:pt x="121" y="232"/>
                  </a:cubicBezTo>
                  <a:cubicBezTo>
                    <a:pt x="121" y="231"/>
                    <a:pt x="121" y="229"/>
                    <a:pt x="121" y="227"/>
                  </a:cubicBezTo>
                  <a:cubicBezTo>
                    <a:pt x="121" y="226"/>
                    <a:pt x="121" y="226"/>
                    <a:pt x="121" y="226"/>
                  </a:cubicBezTo>
                  <a:cubicBezTo>
                    <a:pt x="121" y="225"/>
                    <a:pt x="121" y="222"/>
                    <a:pt x="121" y="220"/>
                  </a:cubicBezTo>
                  <a:cubicBezTo>
                    <a:pt x="121" y="220"/>
                    <a:pt x="121" y="220"/>
                    <a:pt x="121" y="220"/>
                  </a:cubicBezTo>
                  <a:cubicBezTo>
                    <a:pt x="121" y="219"/>
                    <a:pt x="121" y="219"/>
                    <a:pt x="121" y="219"/>
                  </a:cubicBezTo>
                  <a:cubicBezTo>
                    <a:pt x="121" y="219"/>
                    <a:pt x="121" y="218"/>
                    <a:pt x="121" y="218"/>
                  </a:cubicBezTo>
                  <a:cubicBezTo>
                    <a:pt x="121" y="218"/>
                    <a:pt x="121" y="218"/>
                    <a:pt x="121" y="218"/>
                  </a:cubicBezTo>
                  <a:cubicBezTo>
                    <a:pt x="121" y="218"/>
                    <a:pt x="121" y="218"/>
                    <a:pt x="121" y="217"/>
                  </a:cubicBezTo>
                  <a:cubicBezTo>
                    <a:pt x="121" y="216"/>
                    <a:pt x="122" y="213"/>
                    <a:pt x="122" y="211"/>
                  </a:cubicBezTo>
                  <a:cubicBezTo>
                    <a:pt x="122" y="211"/>
                    <a:pt x="121" y="211"/>
                    <a:pt x="121" y="210"/>
                  </a:cubicBezTo>
                  <a:cubicBezTo>
                    <a:pt x="121" y="210"/>
                    <a:pt x="122" y="210"/>
                    <a:pt x="122" y="209"/>
                  </a:cubicBezTo>
                  <a:cubicBezTo>
                    <a:pt x="122" y="209"/>
                    <a:pt x="122" y="208"/>
                    <a:pt x="122" y="208"/>
                  </a:cubicBezTo>
                  <a:cubicBezTo>
                    <a:pt x="122" y="207"/>
                    <a:pt x="122" y="206"/>
                    <a:pt x="122" y="205"/>
                  </a:cubicBezTo>
                  <a:cubicBezTo>
                    <a:pt x="122" y="204"/>
                    <a:pt x="122" y="203"/>
                    <a:pt x="122" y="203"/>
                  </a:cubicBezTo>
                  <a:cubicBezTo>
                    <a:pt x="122" y="202"/>
                    <a:pt x="122" y="202"/>
                    <a:pt x="122" y="202"/>
                  </a:cubicBezTo>
                  <a:cubicBezTo>
                    <a:pt x="122" y="201"/>
                    <a:pt x="122" y="200"/>
                    <a:pt x="122" y="199"/>
                  </a:cubicBezTo>
                  <a:cubicBezTo>
                    <a:pt x="122" y="197"/>
                    <a:pt x="122" y="196"/>
                    <a:pt x="122" y="194"/>
                  </a:cubicBezTo>
                  <a:cubicBezTo>
                    <a:pt x="122" y="194"/>
                    <a:pt x="122" y="193"/>
                    <a:pt x="122" y="193"/>
                  </a:cubicBezTo>
                  <a:cubicBezTo>
                    <a:pt x="122" y="193"/>
                    <a:pt x="122" y="192"/>
                    <a:pt x="122" y="192"/>
                  </a:cubicBezTo>
                  <a:cubicBezTo>
                    <a:pt x="122" y="191"/>
                    <a:pt x="122" y="191"/>
                    <a:pt x="122" y="191"/>
                  </a:cubicBezTo>
                  <a:cubicBezTo>
                    <a:pt x="121" y="190"/>
                    <a:pt x="122" y="190"/>
                    <a:pt x="122" y="190"/>
                  </a:cubicBezTo>
                  <a:cubicBezTo>
                    <a:pt x="122" y="189"/>
                    <a:pt x="122" y="187"/>
                    <a:pt x="122" y="186"/>
                  </a:cubicBezTo>
                  <a:cubicBezTo>
                    <a:pt x="122" y="186"/>
                    <a:pt x="122" y="186"/>
                    <a:pt x="122" y="186"/>
                  </a:cubicBezTo>
                  <a:cubicBezTo>
                    <a:pt x="122" y="184"/>
                    <a:pt x="122" y="183"/>
                    <a:pt x="122" y="182"/>
                  </a:cubicBezTo>
                  <a:cubicBezTo>
                    <a:pt x="122" y="181"/>
                    <a:pt x="122" y="180"/>
                    <a:pt x="122" y="179"/>
                  </a:cubicBezTo>
                  <a:cubicBezTo>
                    <a:pt x="122" y="178"/>
                    <a:pt x="122" y="177"/>
                    <a:pt x="122" y="176"/>
                  </a:cubicBezTo>
                  <a:cubicBezTo>
                    <a:pt x="122" y="175"/>
                    <a:pt x="122" y="173"/>
                    <a:pt x="122" y="171"/>
                  </a:cubicBezTo>
                  <a:cubicBezTo>
                    <a:pt x="122" y="167"/>
                    <a:pt x="122" y="163"/>
                    <a:pt x="122" y="159"/>
                  </a:cubicBezTo>
                  <a:cubicBezTo>
                    <a:pt x="122" y="159"/>
                    <a:pt x="122" y="158"/>
                    <a:pt x="122" y="157"/>
                  </a:cubicBezTo>
                  <a:cubicBezTo>
                    <a:pt x="122" y="156"/>
                    <a:pt x="122" y="153"/>
                    <a:pt x="122" y="152"/>
                  </a:cubicBezTo>
                  <a:cubicBezTo>
                    <a:pt x="122" y="151"/>
                    <a:pt x="122" y="151"/>
                    <a:pt x="122" y="151"/>
                  </a:cubicBezTo>
                  <a:cubicBezTo>
                    <a:pt x="122" y="151"/>
                    <a:pt x="122" y="150"/>
                    <a:pt x="122" y="150"/>
                  </a:cubicBezTo>
                  <a:cubicBezTo>
                    <a:pt x="122" y="149"/>
                    <a:pt x="123" y="148"/>
                    <a:pt x="122" y="148"/>
                  </a:cubicBezTo>
                  <a:cubicBezTo>
                    <a:pt x="122" y="148"/>
                    <a:pt x="121" y="148"/>
                    <a:pt x="121" y="148"/>
                  </a:cubicBezTo>
                  <a:cubicBezTo>
                    <a:pt x="121" y="149"/>
                    <a:pt x="120" y="149"/>
                    <a:pt x="120" y="149"/>
                  </a:cubicBezTo>
                  <a:cubicBezTo>
                    <a:pt x="120" y="149"/>
                    <a:pt x="120" y="149"/>
                    <a:pt x="120" y="149"/>
                  </a:cubicBezTo>
                  <a:cubicBezTo>
                    <a:pt x="119" y="149"/>
                    <a:pt x="119" y="150"/>
                    <a:pt x="118" y="150"/>
                  </a:cubicBezTo>
                  <a:cubicBezTo>
                    <a:pt x="118" y="150"/>
                    <a:pt x="118" y="150"/>
                    <a:pt x="117" y="151"/>
                  </a:cubicBezTo>
                  <a:cubicBezTo>
                    <a:pt x="117" y="151"/>
                    <a:pt x="117" y="151"/>
                    <a:pt x="116" y="151"/>
                  </a:cubicBezTo>
                  <a:cubicBezTo>
                    <a:pt x="116" y="151"/>
                    <a:pt x="116" y="152"/>
                    <a:pt x="116" y="152"/>
                  </a:cubicBezTo>
                  <a:cubicBezTo>
                    <a:pt x="116" y="152"/>
                    <a:pt x="115" y="152"/>
                    <a:pt x="115" y="153"/>
                  </a:cubicBezTo>
                  <a:cubicBezTo>
                    <a:pt x="114" y="153"/>
                    <a:pt x="113" y="154"/>
                    <a:pt x="112" y="154"/>
                  </a:cubicBezTo>
                  <a:cubicBezTo>
                    <a:pt x="111" y="155"/>
                    <a:pt x="111" y="156"/>
                    <a:pt x="110" y="157"/>
                  </a:cubicBezTo>
                  <a:cubicBezTo>
                    <a:pt x="110" y="157"/>
                    <a:pt x="109" y="157"/>
                    <a:pt x="109" y="157"/>
                  </a:cubicBezTo>
                  <a:cubicBezTo>
                    <a:pt x="109" y="157"/>
                    <a:pt x="109" y="157"/>
                    <a:pt x="109" y="157"/>
                  </a:cubicBezTo>
                  <a:cubicBezTo>
                    <a:pt x="109" y="157"/>
                    <a:pt x="108" y="157"/>
                    <a:pt x="108" y="157"/>
                  </a:cubicBezTo>
                  <a:cubicBezTo>
                    <a:pt x="108" y="158"/>
                    <a:pt x="108" y="158"/>
                    <a:pt x="108" y="158"/>
                  </a:cubicBezTo>
                  <a:cubicBezTo>
                    <a:pt x="107" y="159"/>
                    <a:pt x="106" y="160"/>
                    <a:pt x="104" y="161"/>
                  </a:cubicBezTo>
                  <a:cubicBezTo>
                    <a:pt x="104" y="161"/>
                    <a:pt x="103" y="161"/>
                    <a:pt x="103" y="162"/>
                  </a:cubicBezTo>
                  <a:cubicBezTo>
                    <a:pt x="102" y="162"/>
                    <a:pt x="102" y="163"/>
                    <a:pt x="101" y="163"/>
                  </a:cubicBezTo>
                  <a:cubicBezTo>
                    <a:pt x="101" y="164"/>
                    <a:pt x="101" y="164"/>
                    <a:pt x="101" y="164"/>
                  </a:cubicBezTo>
                  <a:cubicBezTo>
                    <a:pt x="100" y="164"/>
                    <a:pt x="100" y="164"/>
                    <a:pt x="100" y="164"/>
                  </a:cubicBezTo>
                  <a:cubicBezTo>
                    <a:pt x="99" y="165"/>
                    <a:pt x="99" y="165"/>
                    <a:pt x="98" y="166"/>
                  </a:cubicBezTo>
                  <a:cubicBezTo>
                    <a:pt x="98" y="166"/>
                    <a:pt x="98" y="166"/>
                    <a:pt x="97" y="166"/>
                  </a:cubicBezTo>
                  <a:cubicBezTo>
                    <a:pt x="97" y="166"/>
                    <a:pt x="97" y="166"/>
                    <a:pt x="97" y="167"/>
                  </a:cubicBezTo>
                  <a:cubicBezTo>
                    <a:pt x="96" y="167"/>
                    <a:pt x="95" y="168"/>
                    <a:pt x="94" y="169"/>
                  </a:cubicBezTo>
                  <a:cubicBezTo>
                    <a:pt x="93" y="170"/>
                    <a:pt x="92" y="171"/>
                    <a:pt x="91" y="172"/>
                  </a:cubicBezTo>
                  <a:cubicBezTo>
                    <a:pt x="90" y="172"/>
                    <a:pt x="89" y="173"/>
                    <a:pt x="89" y="173"/>
                  </a:cubicBezTo>
                  <a:cubicBezTo>
                    <a:pt x="89" y="173"/>
                    <a:pt x="88" y="173"/>
                    <a:pt x="88" y="173"/>
                  </a:cubicBezTo>
                  <a:cubicBezTo>
                    <a:pt x="88" y="174"/>
                    <a:pt x="87" y="175"/>
                    <a:pt x="86" y="175"/>
                  </a:cubicBezTo>
                  <a:cubicBezTo>
                    <a:pt x="86" y="176"/>
                    <a:pt x="86" y="176"/>
                    <a:pt x="85" y="176"/>
                  </a:cubicBezTo>
                  <a:cubicBezTo>
                    <a:pt x="85" y="176"/>
                    <a:pt x="84" y="177"/>
                    <a:pt x="83" y="178"/>
                  </a:cubicBezTo>
                  <a:cubicBezTo>
                    <a:pt x="83" y="178"/>
                    <a:pt x="83" y="178"/>
                    <a:pt x="83" y="178"/>
                  </a:cubicBezTo>
                  <a:cubicBezTo>
                    <a:pt x="82" y="179"/>
                    <a:pt x="82" y="179"/>
                    <a:pt x="82" y="179"/>
                  </a:cubicBezTo>
                  <a:cubicBezTo>
                    <a:pt x="82" y="179"/>
                    <a:pt x="81" y="179"/>
                    <a:pt x="81" y="180"/>
                  </a:cubicBezTo>
                  <a:cubicBezTo>
                    <a:pt x="81" y="180"/>
                    <a:pt x="80" y="181"/>
                    <a:pt x="80" y="181"/>
                  </a:cubicBezTo>
                  <a:cubicBezTo>
                    <a:pt x="79" y="181"/>
                    <a:pt x="79" y="181"/>
                    <a:pt x="79" y="181"/>
                  </a:cubicBezTo>
                  <a:cubicBezTo>
                    <a:pt x="78" y="182"/>
                    <a:pt x="77" y="183"/>
                    <a:pt x="76" y="183"/>
                  </a:cubicBezTo>
                  <a:cubicBezTo>
                    <a:pt x="76" y="184"/>
                    <a:pt x="75" y="185"/>
                    <a:pt x="74" y="185"/>
                  </a:cubicBezTo>
                  <a:cubicBezTo>
                    <a:pt x="73" y="186"/>
                    <a:pt x="72" y="187"/>
                    <a:pt x="71" y="188"/>
                  </a:cubicBezTo>
                  <a:cubicBezTo>
                    <a:pt x="71" y="188"/>
                    <a:pt x="70" y="188"/>
                    <a:pt x="70" y="189"/>
                  </a:cubicBezTo>
                  <a:cubicBezTo>
                    <a:pt x="69" y="190"/>
                    <a:pt x="68" y="191"/>
                    <a:pt x="67" y="191"/>
                  </a:cubicBezTo>
                  <a:cubicBezTo>
                    <a:pt x="66" y="192"/>
                    <a:pt x="65" y="193"/>
                    <a:pt x="64" y="194"/>
                  </a:cubicBezTo>
                  <a:cubicBezTo>
                    <a:pt x="63" y="194"/>
                    <a:pt x="62" y="195"/>
                    <a:pt x="62" y="195"/>
                  </a:cubicBezTo>
                  <a:cubicBezTo>
                    <a:pt x="62" y="195"/>
                    <a:pt x="62" y="196"/>
                    <a:pt x="61" y="196"/>
                  </a:cubicBezTo>
                  <a:cubicBezTo>
                    <a:pt x="61" y="196"/>
                    <a:pt x="61" y="196"/>
                    <a:pt x="61" y="196"/>
                  </a:cubicBezTo>
                  <a:cubicBezTo>
                    <a:pt x="60" y="196"/>
                    <a:pt x="60" y="197"/>
                    <a:pt x="60" y="197"/>
                  </a:cubicBezTo>
                  <a:cubicBezTo>
                    <a:pt x="59" y="198"/>
                    <a:pt x="58" y="199"/>
                    <a:pt x="57" y="200"/>
                  </a:cubicBezTo>
                  <a:cubicBezTo>
                    <a:pt x="57" y="200"/>
                    <a:pt x="57" y="200"/>
                    <a:pt x="57" y="201"/>
                  </a:cubicBezTo>
                  <a:cubicBezTo>
                    <a:pt x="56" y="201"/>
                    <a:pt x="55" y="202"/>
                    <a:pt x="54" y="203"/>
                  </a:cubicBezTo>
                  <a:cubicBezTo>
                    <a:pt x="53" y="203"/>
                    <a:pt x="53" y="204"/>
                    <a:pt x="52" y="205"/>
                  </a:cubicBezTo>
                  <a:cubicBezTo>
                    <a:pt x="52" y="205"/>
                    <a:pt x="51" y="206"/>
                    <a:pt x="51" y="206"/>
                  </a:cubicBezTo>
                  <a:cubicBezTo>
                    <a:pt x="49" y="208"/>
                    <a:pt x="47" y="210"/>
                    <a:pt x="45" y="212"/>
                  </a:cubicBezTo>
                  <a:cubicBezTo>
                    <a:pt x="44" y="212"/>
                    <a:pt x="45" y="212"/>
                    <a:pt x="44" y="212"/>
                  </a:cubicBezTo>
                  <a:cubicBezTo>
                    <a:pt x="43" y="213"/>
                    <a:pt x="43" y="215"/>
                    <a:pt x="41" y="215"/>
                  </a:cubicBezTo>
                  <a:cubicBezTo>
                    <a:pt x="41" y="216"/>
                    <a:pt x="41" y="216"/>
                    <a:pt x="40" y="217"/>
                  </a:cubicBezTo>
                  <a:cubicBezTo>
                    <a:pt x="40" y="217"/>
                    <a:pt x="40" y="217"/>
                    <a:pt x="40" y="217"/>
                  </a:cubicBezTo>
                  <a:cubicBezTo>
                    <a:pt x="40" y="217"/>
                    <a:pt x="40" y="218"/>
                    <a:pt x="39" y="218"/>
                  </a:cubicBezTo>
                  <a:cubicBezTo>
                    <a:pt x="39" y="218"/>
                    <a:pt x="39" y="219"/>
                    <a:pt x="38" y="219"/>
                  </a:cubicBezTo>
                  <a:cubicBezTo>
                    <a:pt x="38" y="220"/>
                    <a:pt x="36" y="221"/>
                    <a:pt x="36" y="222"/>
                  </a:cubicBezTo>
                  <a:cubicBezTo>
                    <a:pt x="35" y="222"/>
                    <a:pt x="35" y="223"/>
                    <a:pt x="34" y="224"/>
                  </a:cubicBezTo>
                  <a:cubicBezTo>
                    <a:pt x="33" y="224"/>
                    <a:pt x="32" y="225"/>
                    <a:pt x="31" y="226"/>
                  </a:cubicBezTo>
                  <a:cubicBezTo>
                    <a:pt x="31" y="226"/>
                    <a:pt x="30" y="227"/>
                    <a:pt x="30" y="227"/>
                  </a:cubicBezTo>
                  <a:cubicBezTo>
                    <a:pt x="30" y="227"/>
                    <a:pt x="30" y="227"/>
                    <a:pt x="30" y="228"/>
                  </a:cubicBezTo>
                  <a:cubicBezTo>
                    <a:pt x="30" y="228"/>
                    <a:pt x="29" y="228"/>
                    <a:pt x="29" y="228"/>
                  </a:cubicBezTo>
                  <a:cubicBezTo>
                    <a:pt x="29" y="229"/>
                    <a:pt x="29" y="229"/>
                    <a:pt x="28" y="230"/>
                  </a:cubicBezTo>
                  <a:cubicBezTo>
                    <a:pt x="28" y="230"/>
                    <a:pt x="28" y="230"/>
                    <a:pt x="27" y="231"/>
                  </a:cubicBezTo>
                  <a:cubicBezTo>
                    <a:pt x="27" y="231"/>
                    <a:pt x="26" y="231"/>
                    <a:pt x="26" y="232"/>
                  </a:cubicBezTo>
                  <a:cubicBezTo>
                    <a:pt x="26" y="232"/>
                    <a:pt x="25" y="233"/>
                    <a:pt x="25" y="233"/>
                  </a:cubicBezTo>
                  <a:cubicBezTo>
                    <a:pt x="25" y="234"/>
                    <a:pt x="24" y="234"/>
                    <a:pt x="23" y="234"/>
                  </a:cubicBezTo>
                  <a:cubicBezTo>
                    <a:pt x="23" y="234"/>
                    <a:pt x="23" y="235"/>
                    <a:pt x="23" y="235"/>
                  </a:cubicBezTo>
                  <a:cubicBezTo>
                    <a:pt x="23" y="235"/>
                    <a:pt x="22" y="235"/>
                    <a:pt x="22" y="236"/>
                  </a:cubicBezTo>
                  <a:cubicBezTo>
                    <a:pt x="22" y="237"/>
                    <a:pt x="21" y="237"/>
                    <a:pt x="20" y="238"/>
                  </a:cubicBezTo>
                  <a:cubicBezTo>
                    <a:pt x="20" y="238"/>
                    <a:pt x="20" y="238"/>
                    <a:pt x="20" y="238"/>
                  </a:cubicBezTo>
                  <a:cubicBezTo>
                    <a:pt x="20" y="238"/>
                    <a:pt x="19" y="239"/>
                    <a:pt x="19" y="239"/>
                  </a:cubicBezTo>
                  <a:cubicBezTo>
                    <a:pt x="18" y="240"/>
                    <a:pt x="17" y="241"/>
                    <a:pt x="16" y="241"/>
                  </a:cubicBezTo>
                  <a:cubicBezTo>
                    <a:pt x="16" y="243"/>
                    <a:pt x="14" y="243"/>
                    <a:pt x="14" y="243"/>
                  </a:cubicBezTo>
                  <a:cubicBezTo>
                    <a:pt x="12" y="243"/>
                    <a:pt x="11" y="244"/>
                    <a:pt x="10" y="244"/>
                  </a:cubicBezTo>
                  <a:cubicBezTo>
                    <a:pt x="9" y="244"/>
                    <a:pt x="9" y="243"/>
                    <a:pt x="9" y="243"/>
                  </a:cubicBezTo>
                  <a:cubicBezTo>
                    <a:pt x="9" y="243"/>
                    <a:pt x="8" y="243"/>
                    <a:pt x="8" y="243"/>
                  </a:cubicBezTo>
                  <a:cubicBezTo>
                    <a:pt x="8" y="243"/>
                    <a:pt x="7" y="243"/>
                    <a:pt x="7" y="243"/>
                  </a:cubicBezTo>
                  <a:cubicBezTo>
                    <a:pt x="7" y="243"/>
                    <a:pt x="6" y="243"/>
                    <a:pt x="6" y="243"/>
                  </a:cubicBezTo>
                  <a:cubicBezTo>
                    <a:pt x="5" y="242"/>
                    <a:pt x="4" y="242"/>
                    <a:pt x="4" y="241"/>
                  </a:cubicBezTo>
                  <a:cubicBezTo>
                    <a:pt x="3" y="241"/>
                    <a:pt x="3" y="241"/>
                    <a:pt x="2" y="240"/>
                  </a:cubicBezTo>
                  <a:cubicBezTo>
                    <a:pt x="2" y="239"/>
                    <a:pt x="1" y="238"/>
                    <a:pt x="1" y="237"/>
                  </a:cubicBezTo>
                  <a:cubicBezTo>
                    <a:pt x="1" y="237"/>
                    <a:pt x="1" y="237"/>
                    <a:pt x="1" y="236"/>
                  </a:cubicBezTo>
                  <a:cubicBezTo>
                    <a:pt x="1" y="236"/>
                    <a:pt x="1" y="236"/>
                    <a:pt x="1" y="235"/>
                  </a:cubicBezTo>
                  <a:cubicBezTo>
                    <a:pt x="1" y="235"/>
                    <a:pt x="0" y="234"/>
                    <a:pt x="0" y="234"/>
                  </a:cubicBezTo>
                  <a:cubicBezTo>
                    <a:pt x="0" y="233"/>
                    <a:pt x="1" y="232"/>
                    <a:pt x="1" y="231"/>
                  </a:cubicBezTo>
                  <a:cubicBezTo>
                    <a:pt x="4" y="227"/>
                    <a:pt x="7" y="223"/>
                    <a:pt x="11" y="219"/>
                  </a:cubicBezTo>
                  <a:cubicBezTo>
                    <a:pt x="11" y="219"/>
                    <a:pt x="12" y="218"/>
                    <a:pt x="13" y="218"/>
                  </a:cubicBezTo>
                  <a:cubicBezTo>
                    <a:pt x="13" y="217"/>
                    <a:pt x="14" y="217"/>
                    <a:pt x="14" y="216"/>
                  </a:cubicBezTo>
                  <a:cubicBezTo>
                    <a:pt x="14" y="216"/>
                    <a:pt x="14" y="216"/>
                    <a:pt x="14" y="216"/>
                  </a:cubicBezTo>
                  <a:cubicBezTo>
                    <a:pt x="15" y="216"/>
                    <a:pt x="15" y="215"/>
                    <a:pt x="16" y="215"/>
                  </a:cubicBezTo>
                  <a:cubicBezTo>
                    <a:pt x="16" y="215"/>
                    <a:pt x="16" y="214"/>
                    <a:pt x="16" y="214"/>
                  </a:cubicBezTo>
                  <a:cubicBezTo>
                    <a:pt x="17" y="214"/>
                    <a:pt x="17" y="214"/>
                    <a:pt x="17" y="213"/>
                  </a:cubicBezTo>
                  <a:cubicBezTo>
                    <a:pt x="18" y="213"/>
                    <a:pt x="18" y="213"/>
                    <a:pt x="18" y="213"/>
                  </a:cubicBezTo>
                  <a:cubicBezTo>
                    <a:pt x="18" y="213"/>
                    <a:pt x="18" y="213"/>
                    <a:pt x="18" y="213"/>
                  </a:cubicBezTo>
                  <a:cubicBezTo>
                    <a:pt x="19" y="212"/>
                    <a:pt x="19" y="212"/>
                    <a:pt x="19" y="212"/>
                  </a:cubicBezTo>
                  <a:cubicBezTo>
                    <a:pt x="19" y="211"/>
                    <a:pt x="19" y="211"/>
                    <a:pt x="20" y="211"/>
                  </a:cubicBezTo>
                  <a:cubicBezTo>
                    <a:pt x="20" y="211"/>
                    <a:pt x="21" y="210"/>
                    <a:pt x="21" y="210"/>
                  </a:cubicBezTo>
                  <a:cubicBezTo>
                    <a:pt x="23" y="209"/>
                    <a:pt x="23" y="207"/>
                    <a:pt x="25" y="206"/>
                  </a:cubicBezTo>
                  <a:cubicBezTo>
                    <a:pt x="25" y="206"/>
                    <a:pt x="26" y="205"/>
                    <a:pt x="27" y="205"/>
                  </a:cubicBezTo>
                  <a:cubicBezTo>
                    <a:pt x="27" y="204"/>
                    <a:pt x="28" y="203"/>
                    <a:pt x="29" y="202"/>
                  </a:cubicBezTo>
                  <a:cubicBezTo>
                    <a:pt x="31" y="200"/>
                    <a:pt x="34" y="198"/>
                    <a:pt x="36" y="197"/>
                  </a:cubicBezTo>
                  <a:cubicBezTo>
                    <a:pt x="36" y="196"/>
                    <a:pt x="36" y="196"/>
                    <a:pt x="36" y="196"/>
                  </a:cubicBezTo>
                  <a:cubicBezTo>
                    <a:pt x="37" y="196"/>
                    <a:pt x="37" y="195"/>
                    <a:pt x="38" y="195"/>
                  </a:cubicBezTo>
                  <a:cubicBezTo>
                    <a:pt x="38" y="194"/>
                    <a:pt x="39" y="194"/>
                    <a:pt x="40" y="193"/>
                  </a:cubicBezTo>
                  <a:cubicBezTo>
                    <a:pt x="40" y="193"/>
                    <a:pt x="40" y="193"/>
                    <a:pt x="40" y="192"/>
                  </a:cubicBezTo>
                  <a:cubicBezTo>
                    <a:pt x="41" y="192"/>
                    <a:pt x="41" y="192"/>
                    <a:pt x="41" y="192"/>
                  </a:cubicBezTo>
                  <a:cubicBezTo>
                    <a:pt x="41" y="192"/>
                    <a:pt x="41" y="192"/>
                    <a:pt x="41" y="192"/>
                  </a:cubicBezTo>
                  <a:cubicBezTo>
                    <a:pt x="41" y="192"/>
                    <a:pt x="42" y="192"/>
                    <a:pt x="42" y="192"/>
                  </a:cubicBezTo>
                  <a:cubicBezTo>
                    <a:pt x="42" y="191"/>
                    <a:pt x="42" y="191"/>
                    <a:pt x="43" y="190"/>
                  </a:cubicBezTo>
                  <a:cubicBezTo>
                    <a:pt x="44" y="190"/>
                    <a:pt x="45" y="189"/>
                    <a:pt x="46" y="188"/>
                  </a:cubicBezTo>
                  <a:cubicBezTo>
                    <a:pt x="46" y="188"/>
                    <a:pt x="47" y="187"/>
                    <a:pt x="47" y="187"/>
                  </a:cubicBezTo>
                  <a:cubicBezTo>
                    <a:pt x="48" y="186"/>
                    <a:pt x="49" y="186"/>
                    <a:pt x="49" y="185"/>
                  </a:cubicBezTo>
                  <a:cubicBezTo>
                    <a:pt x="50" y="185"/>
                    <a:pt x="50" y="185"/>
                    <a:pt x="50" y="184"/>
                  </a:cubicBezTo>
                  <a:cubicBezTo>
                    <a:pt x="50" y="184"/>
                    <a:pt x="51" y="184"/>
                    <a:pt x="51" y="184"/>
                  </a:cubicBezTo>
                  <a:cubicBezTo>
                    <a:pt x="51" y="183"/>
                    <a:pt x="52" y="183"/>
                    <a:pt x="53" y="182"/>
                  </a:cubicBezTo>
                  <a:cubicBezTo>
                    <a:pt x="53" y="182"/>
                    <a:pt x="54" y="181"/>
                    <a:pt x="54" y="181"/>
                  </a:cubicBezTo>
                  <a:cubicBezTo>
                    <a:pt x="55" y="181"/>
                    <a:pt x="55" y="180"/>
                    <a:pt x="56" y="180"/>
                  </a:cubicBezTo>
                  <a:cubicBezTo>
                    <a:pt x="56" y="179"/>
                    <a:pt x="57" y="179"/>
                    <a:pt x="57" y="179"/>
                  </a:cubicBezTo>
                  <a:cubicBezTo>
                    <a:pt x="57" y="179"/>
                    <a:pt x="57" y="178"/>
                    <a:pt x="57" y="178"/>
                  </a:cubicBezTo>
                  <a:cubicBezTo>
                    <a:pt x="57" y="178"/>
                    <a:pt x="58" y="178"/>
                    <a:pt x="58" y="178"/>
                  </a:cubicBezTo>
                  <a:cubicBezTo>
                    <a:pt x="58" y="178"/>
                    <a:pt x="59" y="177"/>
                    <a:pt x="59" y="177"/>
                  </a:cubicBezTo>
                  <a:cubicBezTo>
                    <a:pt x="60" y="177"/>
                    <a:pt x="60" y="176"/>
                    <a:pt x="61" y="175"/>
                  </a:cubicBezTo>
                  <a:cubicBezTo>
                    <a:pt x="61" y="175"/>
                    <a:pt x="62" y="175"/>
                    <a:pt x="62" y="175"/>
                  </a:cubicBezTo>
                  <a:cubicBezTo>
                    <a:pt x="62" y="175"/>
                    <a:pt x="62" y="175"/>
                    <a:pt x="62" y="175"/>
                  </a:cubicBezTo>
                  <a:cubicBezTo>
                    <a:pt x="63" y="174"/>
                    <a:pt x="63" y="173"/>
                    <a:pt x="64" y="173"/>
                  </a:cubicBezTo>
                  <a:cubicBezTo>
                    <a:pt x="65" y="172"/>
                    <a:pt x="66" y="171"/>
                    <a:pt x="68" y="170"/>
                  </a:cubicBezTo>
                  <a:cubicBezTo>
                    <a:pt x="68" y="170"/>
                    <a:pt x="69" y="169"/>
                    <a:pt x="69" y="169"/>
                  </a:cubicBezTo>
                  <a:cubicBezTo>
                    <a:pt x="69" y="169"/>
                    <a:pt x="70" y="168"/>
                    <a:pt x="70" y="168"/>
                  </a:cubicBezTo>
                  <a:cubicBezTo>
                    <a:pt x="70" y="168"/>
                    <a:pt x="70" y="168"/>
                    <a:pt x="70" y="168"/>
                  </a:cubicBezTo>
                  <a:cubicBezTo>
                    <a:pt x="71" y="167"/>
                    <a:pt x="72" y="167"/>
                    <a:pt x="72" y="166"/>
                  </a:cubicBezTo>
                  <a:cubicBezTo>
                    <a:pt x="73" y="166"/>
                    <a:pt x="73" y="166"/>
                    <a:pt x="73" y="166"/>
                  </a:cubicBezTo>
                  <a:cubicBezTo>
                    <a:pt x="73" y="165"/>
                    <a:pt x="74" y="165"/>
                    <a:pt x="74" y="165"/>
                  </a:cubicBezTo>
                  <a:cubicBezTo>
                    <a:pt x="74" y="164"/>
                    <a:pt x="75" y="165"/>
                    <a:pt x="75" y="164"/>
                  </a:cubicBezTo>
                  <a:cubicBezTo>
                    <a:pt x="75" y="164"/>
                    <a:pt x="75" y="164"/>
                    <a:pt x="75" y="164"/>
                  </a:cubicBezTo>
                  <a:cubicBezTo>
                    <a:pt x="76" y="163"/>
                    <a:pt x="77" y="163"/>
                    <a:pt x="77" y="162"/>
                  </a:cubicBezTo>
                  <a:cubicBezTo>
                    <a:pt x="78" y="162"/>
                    <a:pt x="79" y="161"/>
                    <a:pt x="79" y="161"/>
                  </a:cubicBezTo>
                  <a:cubicBezTo>
                    <a:pt x="79" y="161"/>
                    <a:pt x="80" y="160"/>
                    <a:pt x="80" y="160"/>
                  </a:cubicBezTo>
                  <a:cubicBezTo>
                    <a:pt x="80" y="160"/>
                    <a:pt x="81" y="160"/>
                    <a:pt x="81" y="159"/>
                  </a:cubicBezTo>
                  <a:cubicBezTo>
                    <a:pt x="81" y="159"/>
                    <a:pt x="82" y="159"/>
                    <a:pt x="82" y="159"/>
                  </a:cubicBezTo>
                  <a:cubicBezTo>
                    <a:pt x="82" y="159"/>
                    <a:pt x="82" y="159"/>
                    <a:pt x="82" y="159"/>
                  </a:cubicBezTo>
                  <a:cubicBezTo>
                    <a:pt x="83" y="158"/>
                    <a:pt x="83" y="158"/>
                    <a:pt x="83" y="158"/>
                  </a:cubicBezTo>
                  <a:cubicBezTo>
                    <a:pt x="84" y="157"/>
                    <a:pt x="85" y="157"/>
                    <a:pt x="85" y="156"/>
                  </a:cubicBezTo>
                  <a:cubicBezTo>
                    <a:pt x="86" y="156"/>
                    <a:pt x="86" y="156"/>
                    <a:pt x="87" y="155"/>
                  </a:cubicBezTo>
                  <a:cubicBezTo>
                    <a:pt x="87" y="155"/>
                    <a:pt x="88" y="154"/>
                    <a:pt x="89" y="154"/>
                  </a:cubicBezTo>
                  <a:cubicBezTo>
                    <a:pt x="90" y="152"/>
                    <a:pt x="92" y="152"/>
                    <a:pt x="94" y="150"/>
                  </a:cubicBezTo>
                  <a:cubicBezTo>
                    <a:pt x="95" y="150"/>
                    <a:pt x="95" y="149"/>
                    <a:pt x="96" y="148"/>
                  </a:cubicBezTo>
                  <a:cubicBezTo>
                    <a:pt x="96" y="148"/>
                    <a:pt x="97" y="148"/>
                    <a:pt x="97" y="148"/>
                  </a:cubicBezTo>
                  <a:cubicBezTo>
                    <a:pt x="97" y="148"/>
                    <a:pt x="97" y="147"/>
                    <a:pt x="98" y="147"/>
                  </a:cubicBezTo>
                  <a:cubicBezTo>
                    <a:pt x="98" y="147"/>
                    <a:pt x="98" y="147"/>
                    <a:pt x="98" y="147"/>
                  </a:cubicBezTo>
                  <a:cubicBezTo>
                    <a:pt x="98" y="147"/>
                    <a:pt x="99" y="146"/>
                    <a:pt x="99" y="146"/>
                  </a:cubicBezTo>
                  <a:cubicBezTo>
                    <a:pt x="99" y="146"/>
                    <a:pt x="99" y="146"/>
                    <a:pt x="99" y="146"/>
                  </a:cubicBezTo>
                  <a:cubicBezTo>
                    <a:pt x="99" y="146"/>
                    <a:pt x="100" y="146"/>
                    <a:pt x="100" y="146"/>
                  </a:cubicBezTo>
                  <a:cubicBezTo>
                    <a:pt x="100" y="146"/>
                    <a:pt x="100" y="145"/>
                    <a:pt x="101" y="145"/>
                  </a:cubicBezTo>
                  <a:cubicBezTo>
                    <a:pt x="101" y="145"/>
                    <a:pt x="102" y="145"/>
                    <a:pt x="102" y="144"/>
                  </a:cubicBezTo>
                  <a:cubicBezTo>
                    <a:pt x="104" y="143"/>
                    <a:pt x="105" y="142"/>
                    <a:pt x="107" y="141"/>
                  </a:cubicBezTo>
                  <a:cubicBezTo>
                    <a:pt x="107" y="140"/>
                    <a:pt x="108" y="139"/>
                    <a:pt x="109" y="139"/>
                  </a:cubicBezTo>
                  <a:cubicBezTo>
                    <a:pt x="109" y="139"/>
                    <a:pt x="110" y="138"/>
                    <a:pt x="110" y="138"/>
                  </a:cubicBezTo>
                  <a:cubicBezTo>
                    <a:pt x="111" y="138"/>
                    <a:pt x="111" y="137"/>
                    <a:pt x="112" y="136"/>
                  </a:cubicBezTo>
                  <a:cubicBezTo>
                    <a:pt x="112" y="136"/>
                    <a:pt x="113" y="136"/>
                    <a:pt x="113" y="136"/>
                  </a:cubicBezTo>
                  <a:cubicBezTo>
                    <a:pt x="113" y="136"/>
                    <a:pt x="113" y="135"/>
                    <a:pt x="114" y="135"/>
                  </a:cubicBezTo>
                  <a:cubicBezTo>
                    <a:pt x="114" y="135"/>
                    <a:pt x="114" y="135"/>
                    <a:pt x="114" y="135"/>
                  </a:cubicBezTo>
                  <a:cubicBezTo>
                    <a:pt x="114" y="135"/>
                    <a:pt x="114" y="135"/>
                    <a:pt x="114" y="135"/>
                  </a:cubicBezTo>
                  <a:cubicBezTo>
                    <a:pt x="114" y="135"/>
                    <a:pt x="115" y="135"/>
                    <a:pt x="115" y="134"/>
                  </a:cubicBezTo>
                  <a:cubicBezTo>
                    <a:pt x="115" y="134"/>
                    <a:pt x="115" y="134"/>
                    <a:pt x="115" y="134"/>
                  </a:cubicBezTo>
                  <a:cubicBezTo>
                    <a:pt x="115" y="134"/>
                    <a:pt x="115" y="134"/>
                    <a:pt x="115" y="134"/>
                  </a:cubicBezTo>
                  <a:cubicBezTo>
                    <a:pt x="116" y="134"/>
                    <a:pt x="116" y="133"/>
                    <a:pt x="117" y="133"/>
                  </a:cubicBezTo>
                  <a:cubicBezTo>
                    <a:pt x="118" y="132"/>
                    <a:pt x="119" y="132"/>
                    <a:pt x="120" y="131"/>
                  </a:cubicBezTo>
                  <a:cubicBezTo>
                    <a:pt x="121" y="131"/>
                    <a:pt x="121" y="130"/>
                    <a:pt x="122" y="129"/>
                  </a:cubicBezTo>
                  <a:cubicBezTo>
                    <a:pt x="122" y="128"/>
                    <a:pt x="122" y="128"/>
                    <a:pt x="122" y="128"/>
                  </a:cubicBezTo>
                  <a:cubicBezTo>
                    <a:pt x="122" y="127"/>
                    <a:pt x="122" y="127"/>
                    <a:pt x="122" y="127"/>
                  </a:cubicBezTo>
                  <a:cubicBezTo>
                    <a:pt x="122" y="126"/>
                    <a:pt x="122" y="126"/>
                    <a:pt x="122" y="126"/>
                  </a:cubicBezTo>
                  <a:cubicBezTo>
                    <a:pt x="122" y="126"/>
                    <a:pt x="122" y="125"/>
                    <a:pt x="122" y="125"/>
                  </a:cubicBezTo>
                  <a:cubicBezTo>
                    <a:pt x="122" y="124"/>
                    <a:pt x="123" y="122"/>
                    <a:pt x="122" y="120"/>
                  </a:cubicBezTo>
                  <a:cubicBezTo>
                    <a:pt x="121" y="120"/>
                    <a:pt x="121" y="120"/>
                    <a:pt x="121" y="121"/>
                  </a:cubicBezTo>
                  <a:cubicBezTo>
                    <a:pt x="120" y="120"/>
                    <a:pt x="120" y="121"/>
                    <a:pt x="119" y="121"/>
                  </a:cubicBezTo>
                  <a:cubicBezTo>
                    <a:pt x="119" y="121"/>
                    <a:pt x="119" y="122"/>
                    <a:pt x="119" y="122"/>
                  </a:cubicBezTo>
                  <a:cubicBezTo>
                    <a:pt x="118" y="122"/>
                    <a:pt x="118" y="122"/>
                    <a:pt x="118" y="122"/>
                  </a:cubicBezTo>
                  <a:cubicBezTo>
                    <a:pt x="117" y="123"/>
                    <a:pt x="116" y="123"/>
                    <a:pt x="116" y="124"/>
                  </a:cubicBezTo>
                  <a:cubicBezTo>
                    <a:pt x="115" y="124"/>
                    <a:pt x="114" y="124"/>
                    <a:pt x="114" y="124"/>
                  </a:cubicBezTo>
                  <a:cubicBezTo>
                    <a:pt x="113" y="124"/>
                    <a:pt x="113" y="124"/>
                    <a:pt x="113" y="125"/>
                  </a:cubicBezTo>
                  <a:cubicBezTo>
                    <a:pt x="112" y="125"/>
                    <a:pt x="112" y="125"/>
                    <a:pt x="111" y="125"/>
                  </a:cubicBezTo>
                  <a:cubicBezTo>
                    <a:pt x="111" y="125"/>
                    <a:pt x="111" y="125"/>
                    <a:pt x="111" y="125"/>
                  </a:cubicBezTo>
                  <a:cubicBezTo>
                    <a:pt x="111" y="126"/>
                    <a:pt x="110" y="126"/>
                    <a:pt x="109" y="125"/>
                  </a:cubicBezTo>
                  <a:cubicBezTo>
                    <a:pt x="108" y="126"/>
                    <a:pt x="106" y="126"/>
                    <a:pt x="104" y="126"/>
                  </a:cubicBezTo>
                  <a:cubicBezTo>
                    <a:pt x="103" y="126"/>
                    <a:pt x="103" y="126"/>
                    <a:pt x="103" y="126"/>
                  </a:cubicBezTo>
                  <a:cubicBezTo>
                    <a:pt x="103" y="126"/>
                    <a:pt x="103" y="127"/>
                    <a:pt x="103" y="127"/>
                  </a:cubicBezTo>
                  <a:cubicBezTo>
                    <a:pt x="102" y="127"/>
                    <a:pt x="101" y="127"/>
                    <a:pt x="101" y="126"/>
                  </a:cubicBezTo>
                  <a:cubicBezTo>
                    <a:pt x="99" y="126"/>
                    <a:pt x="99" y="126"/>
                    <a:pt x="97" y="126"/>
                  </a:cubicBezTo>
                  <a:cubicBezTo>
                    <a:pt x="97" y="126"/>
                    <a:pt x="97" y="125"/>
                    <a:pt x="97" y="125"/>
                  </a:cubicBezTo>
                  <a:cubicBezTo>
                    <a:pt x="96" y="125"/>
                    <a:pt x="95" y="124"/>
                    <a:pt x="94" y="124"/>
                  </a:cubicBezTo>
                  <a:cubicBezTo>
                    <a:pt x="94" y="123"/>
                    <a:pt x="93" y="123"/>
                    <a:pt x="93" y="123"/>
                  </a:cubicBezTo>
                  <a:cubicBezTo>
                    <a:pt x="92" y="122"/>
                    <a:pt x="92" y="122"/>
                    <a:pt x="92" y="121"/>
                  </a:cubicBezTo>
                  <a:cubicBezTo>
                    <a:pt x="92" y="121"/>
                    <a:pt x="91" y="121"/>
                    <a:pt x="91" y="120"/>
                  </a:cubicBezTo>
                  <a:cubicBezTo>
                    <a:pt x="91" y="120"/>
                    <a:pt x="91" y="120"/>
                    <a:pt x="91" y="119"/>
                  </a:cubicBezTo>
                  <a:cubicBezTo>
                    <a:pt x="91" y="119"/>
                    <a:pt x="90" y="118"/>
                    <a:pt x="90" y="117"/>
                  </a:cubicBezTo>
                  <a:cubicBezTo>
                    <a:pt x="90" y="117"/>
                    <a:pt x="90" y="116"/>
                    <a:pt x="90" y="116"/>
                  </a:cubicBezTo>
                  <a:cubicBezTo>
                    <a:pt x="90" y="116"/>
                    <a:pt x="90" y="115"/>
                    <a:pt x="90" y="115"/>
                  </a:cubicBezTo>
                  <a:cubicBezTo>
                    <a:pt x="90" y="115"/>
                    <a:pt x="90" y="115"/>
                    <a:pt x="90" y="115"/>
                  </a:cubicBezTo>
                  <a:cubicBezTo>
                    <a:pt x="90" y="114"/>
                    <a:pt x="90" y="114"/>
                    <a:pt x="90" y="113"/>
                  </a:cubicBezTo>
                  <a:cubicBezTo>
                    <a:pt x="89" y="112"/>
                    <a:pt x="90" y="110"/>
                    <a:pt x="90" y="108"/>
                  </a:cubicBezTo>
                  <a:cubicBezTo>
                    <a:pt x="90" y="107"/>
                    <a:pt x="90" y="107"/>
                    <a:pt x="90" y="106"/>
                  </a:cubicBezTo>
                  <a:cubicBezTo>
                    <a:pt x="90" y="105"/>
                    <a:pt x="90" y="102"/>
                    <a:pt x="90" y="100"/>
                  </a:cubicBezTo>
                  <a:cubicBezTo>
                    <a:pt x="90" y="100"/>
                    <a:pt x="89" y="100"/>
                    <a:pt x="89" y="99"/>
                  </a:cubicBezTo>
                  <a:cubicBezTo>
                    <a:pt x="89" y="99"/>
                    <a:pt x="89" y="99"/>
                    <a:pt x="89" y="98"/>
                  </a:cubicBezTo>
                  <a:cubicBezTo>
                    <a:pt x="90" y="98"/>
                    <a:pt x="89" y="97"/>
                    <a:pt x="89" y="97"/>
                  </a:cubicBezTo>
                  <a:cubicBezTo>
                    <a:pt x="89" y="96"/>
                    <a:pt x="90" y="96"/>
                    <a:pt x="90" y="95"/>
                  </a:cubicBezTo>
                  <a:cubicBezTo>
                    <a:pt x="90" y="94"/>
                    <a:pt x="90" y="91"/>
                    <a:pt x="90" y="89"/>
                  </a:cubicBezTo>
                  <a:cubicBezTo>
                    <a:pt x="90" y="89"/>
                    <a:pt x="90" y="89"/>
                    <a:pt x="90" y="89"/>
                  </a:cubicBezTo>
                  <a:cubicBezTo>
                    <a:pt x="90" y="87"/>
                    <a:pt x="90" y="86"/>
                    <a:pt x="91" y="85"/>
                  </a:cubicBezTo>
                  <a:cubicBezTo>
                    <a:pt x="91" y="84"/>
                    <a:pt x="91" y="84"/>
                    <a:pt x="91" y="83"/>
                  </a:cubicBezTo>
                  <a:cubicBezTo>
                    <a:pt x="91" y="83"/>
                    <a:pt x="91" y="82"/>
                    <a:pt x="91" y="82"/>
                  </a:cubicBezTo>
                  <a:cubicBezTo>
                    <a:pt x="91" y="82"/>
                    <a:pt x="91" y="82"/>
                    <a:pt x="91" y="82"/>
                  </a:cubicBezTo>
                  <a:cubicBezTo>
                    <a:pt x="92" y="79"/>
                    <a:pt x="93" y="75"/>
                    <a:pt x="94" y="73"/>
                  </a:cubicBezTo>
                  <a:cubicBezTo>
                    <a:pt x="94" y="71"/>
                    <a:pt x="95" y="70"/>
                    <a:pt x="95" y="69"/>
                  </a:cubicBezTo>
                  <a:cubicBezTo>
                    <a:pt x="95" y="68"/>
                    <a:pt x="96" y="68"/>
                    <a:pt x="96" y="68"/>
                  </a:cubicBezTo>
                  <a:cubicBezTo>
                    <a:pt x="96" y="67"/>
                    <a:pt x="96" y="67"/>
                    <a:pt x="97" y="67"/>
                  </a:cubicBezTo>
                  <a:cubicBezTo>
                    <a:pt x="97" y="66"/>
                    <a:pt x="97" y="66"/>
                    <a:pt x="97" y="65"/>
                  </a:cubicBezTo>
                  <a:cubicBezTo>
                    <a:pt x="98" y="65"/>
                    <a:pt x="98" y="64"/>
                    <a:pt x="98" y="63"/>
                  </a:cubicBezTo>
                  <a:cubicBezTo>
                    <a:pt x="99" y="63"/>
                    <a:pt x="99" y="62"/>
                    <a:pt x="100" y="62"/>
                  </a:cubicBezTo>
                  <a:cubicBezTo>
                    <a:pt x="100" y="62"/>
                    <a:pt x="100" y="61"/>
                    <a:pt x="100" y="61"/>
                  </a:cubicBezTo>
                  <a:cubicBezTo>
                    <a:pt x="100" y="61"/>
                    <a:pt x="100" y="61"/>
                    <a:pt x="100" y="61"/>
                  </a:cubicBezTo>
                  <a:cubicBezTo>
                    <a:pt x="100" y="61"/>
                    <a:pt x="100" y="61"/>
                    <a:pt x="101" y="60"/>
                  </a:cubicBezTo>
                  <a:cubicBezTo>
                    <a:pt x="101" y="60"/>
                    <a:pt x="101" y="60"/>
                    <a:pt x="102" y="59"/>
                  </a:cubicBezTo>
                  <a:cubicBezTo>
                    <a:pt x="102" y="59"/>
                    <a:pt x="102" y="59"/>
                    <a:pt x="102" y="58"/>
                  </a:cubicBezTo>
                  <a:cubicBezTo>
                    <a:pt x="103" y="58"/>
                    <a:pt x="103" y="57"/>
                    <a:pt x="104" y="57"/>
                  </a:cubicBezTo>
                  <a:cubicBezTo>
                    <a:pt x="104" y="56"/>
                    <a:pt x="105" y="56"/>
                    <a:pt x="105" y="56"/>
                  </a:cubicBezTo>
                  <a:cubicBezTo>
                    <a:pt x="105" y="56"/>
                    <a:pt x="106" y="56"/>
                    <a:pt x="106" y="56"/>
                  </a:cubicBezTo>
                  <a:cubicBezTo>
                    <a:pt x="106" y="55"/>
                    <a:pt x="106" y="55"/>
                    <a:pt x="106" y="55"/>
                  </a:cubicBezTo>
                  <a:cubicBezTo>
                    <a:pt x="106" y="55"/>
                    <a:pt x="107" y="55"/>
                    <a:pt x="107" y="54"/>
                  </a:cubicBezTo>
                  <a:cubicBezTo>
                    <a:pt x="108" y="54"/>
                    <a:pt x="108" y="54"/>
                    <a:pt x="108" y="54"/>
                  </a:cubicBezTo>
                  <a:cubicBezTo>
                    <a:pt x="108" y="54"/>
                    <a:pt x="109" y="53"/>
                    <a:pt x="109" y="53"/>
                  </a:cubicBezTo>
                  <a:cubicBezTo>
                    <a:pt x="109" y="53"/>
                    <a:pt x="111" y="53"/>
                    <a:pt x="111" y="52"/>
                  </a:cubicBezTo>
                  <a:cubicBezTo>
                    <a:pt x="112" y="52"/>
                    <a:pt x="112" y="52"/>
                    <a:pt x="113" y="52"/>
                  </a:cubicBezTo>
                  <a:cubicBezTo>
                    <a:pt x="114" y="52"/>
                    <a:pt x="115" y="51"/>
                    <a:pt x="116" y="51"/>
                  </a:cubicBezTo>
                  <a:cubicBezTo>
                    <a:pt x="117" y="51"/>
                    <a:pt x="118" y="52"/>
                    <a:pt x="119" y="52"/>
                  </a:cubicBezTo>
                  <a:cubicBezTo>
                    <a:pt x="119" y="52"/>
                    <a:pt x="120" y="53"/>
                    <a:pt x="120" y="55"/>
                  </a:cubicBezTo>
                  <a:cubicBezTo>
                    <a:pt x="120" y="55"/>
                    <a:pt x="120" y="55"/>
                    <a:pt x="120" y="56"/>
                  </a:cubicBezTo>
                  <a:cubicBezTo>
                    <a:pt x="120" y="56"/>
                    <a:pt x="120" y="56"/>
                    <a:pt x="120" y="56"/>
                  </a:cubicBezTo>
                  <a:cubicBezTo>
                    <a:pt x="119" y="57"/>
                    <a:pt x="120" y="56"/>
                    <a:pt x="120" y="57"/>
                  </a:cubicBezTo>
                  <a:cubicBezTo>
                    <a:pt x="119" y="58"/>
                    <a:pt x="119" y="59"/>
                    <a:pt x="119" y="60"/>
                  </a:cubicBezTo>
                  <a:cubicBezTo>
                    <a:pt x="118" y="60"/>
                    <a:pt x="118" y="60"/>
                    <a:pt x="118" y="61"/>
                  </a:cubicBezTo>
                  <a:cubicBezTo>
                    <a:pt x="117" y="61"/>
                    <a:pt x="117" y="62"/>
                    <a:pt x="117" y="63"/>
                  </a:cubicBezTo>
                  <a:cubicBezTo>
                    <a:pt x="117" y="63"/>
                    <a:pt x="116" y="63"/>
                    <a:pt x="116" y="64"/>
                  </a:cubicBezTo>
                  <a:cubicBezTo>
                    <a:pt x="115" y="64"/>
                    <a:pt x="115" y="65"/>
                    <a:pt x="114" y="65"/>
                  </a:cubicBezTo>
                  <a:cubicBezTo>
                    <a:pt x="114" y="65"/>
                    <a:pt x="114" y="66"/>
                    <a:pt x="114" y="66"/>
                  </a:cubicBezTo>
                  <a:cubicBezTo>
                    <a:pt x="113" y="67"/>
                    <a:pt x="113" y="67"/>
                    <a:pt x="112" y="68"/>
                  </a:cubicBezTo>
                  <a:cubicBezTo>
                    <a:pt x="113" y="68"/>
                    <a:pt x="112" y="68"/>
                    <a:pt x="112" y="69"/>
                  </a:cubicBezTo>
                  <a:cubicBezTo>
                    <a:pt x="112" y="69"/>
                    <a:pt x="112" y="69"/>
                    <a:pt x="112" y="69"/>
                  </a:cubicBezTo>
                  <a:cubicBezTo>
                    <a:pt x="112" y="70"/>
                    <a:pt x="111" y="70"/>
                    <a:pt x="111" y="71"/>
                  </a:cubicBezTo>
                  <a:cubicBezTo>
                    <a:pt x="110" y="71"/>
                    <a:pt x="110" y="73"/>
                    <a:pt x="110" y="74"/>
                  </a:cubicBezTo>
                  <a:cubicBezTo>
                    <a:pt x="110" y="74"/>
                    <a:pt x="110" y="75"/>
                    <a:pt x="109" y="75"/>
                  </a:cubicBezTo>
                  <a:cubicBezTo>
                    <a:pt x="109" y="75"/>
                    <a:pt x="109" y="76"/>
                    <a:pt x="109" y="77"/>
                  </a:cubicBezTo>
                  <a:cubicBezTo>
                    <a:pt x="108" y="77"/>
                    <a:pt x="109" y="78"/>
                    <a:pt x="109" y="78"/>
                  </a:cubicBezTo>
                  <a:cubicBezTo>
                    <a:pt x="108" y="79"/>
                    <a:pt x="107" y="80"/>
                    <a:pt x="108" y="81"/>
                  </a:cubicBezTo>
                  <a:cubicBezTo>
                    <a:pt x="107" y="81"/>
                    <a:pt x="107" y="82"/>
                    <a:pt x="107" y="82"/>
                  </a:cubicBezTo>
                  <a:cubicBezTo>
                    <a:pt x="107" y="83"/>
                    <a:pt x="107" y="83"/>
                    <a:pt x="107" y="83"/>
                  </a:cubicBezTo>
                  <a:cubicBezTo>
                    <a:pt x="107" y="84"/>
                    <a:pt x="107" y="84"/>
                    <a:pt x="107" y="85"/>
                  </a:cubicBezTo>
                  <a:cubicBezTo>
                    <a:pt x="107" y="85"/>
                    <a:pt x="107" y="85"/>
                    <a:pt x="107" y="85"/>
                  </a:cubicBezTo>
                  <a:cubicBezTo>
                    <a:pt x="107" y="86"/>
                    <a:pt x="107" y="86"/>
                    <a:pt x="107" y="87"/>
                  </a:cubicBezTo>
                  <a:cubicBezTo>
                    <a:pt x="108" y="88"/>
                    <a:pt x="107" y="89"/>
                    <a:pt x="107" y="89"/>
                  </a:cubicBezTo>
                  <a:cubicBezTo>
                    <a:pt x="107" y="90"/>
                    <a:pt x="107" y="91"/>
                    <a:pt x="107" y="92"/>
                  </a:cubicBezTo>
                  <a:cubicBezTo>
                    <a:pt x="107" y="92"/>
                    <a:pt x="107" y="92"/>
                    <a:pt x="106" y="93"/>
                  </a:cubicBezTo>
                  <a:cubicBezTo>
                    <a:pt x="106" y="94"/>
                    <a:pt x="107" y="95"/>
                    <a:pt x="106" y="96"/>
                  </a:cubicBezTo>
                  <a:cubicBezTo>
                    <a:pt x="106" y="97"/>
                    <a:pt x="106" y="97"/>
                    <a:pt x="106" y="98"/>
                  </a:cubicBezTo>
                  <a:cubicBezTo>
                    <a:pt x="106" y="98"/>
                    <a:pt x="106" y="99"/>
                    <a:pt x="106" y="99"/>
                  </a:cubicBezTo>
                  <a:cubicBezTo>
                    <a:pt x="106" y="100"/>
                    <a:pt x="106" y="100"/>
                    <a:pt x="106" y="100"/>
                  </a:cubicBezTo>
                  <a:cubicBezTo>
                    <a:pt x="106" y="101"/>
                    <a:pt x="106" y="104"/>
                    <a:pt x="107" y="105"/>
                  </a:cubicBezTo>
                  <a:cubicBezTo>
                    <a:pt x="107" y="105"/>
                    <a:pt x="107" y="105"/>
                    <a:pt x="107" y="106"/>
                  </a:cubicBezTo>
                  <a:cubicBezTo>
                    <a:pt x="107" y="106"/>
                    <a:pt x="107" y="106"/>
                    <a:pt x="107" y="106"/>
                  </a:cubicBezTo>
                  <a:cubicBezTo>
                    <a:pt x="107" y="106"/>
                    <a:pt x="107" y="106"/>
                    <a:pt x="107" y="107"/>
                  </a:cubicBezTo>
                  <a:cubicBezTo>
                    <a:pt x="108" y="107"/>
                    <a:pt x="108" y="108"/>
                    <a:pt x="109" y="109"/>
                  </a:cubicBezTo>
                  <a:cubicBezTo>
                    <a:pt x="110" y="109"/>
                    <a:pt x="113" y="109"/>
                    <a:pt x="114" y="109"/>
                  </a:cubicBezTo>
                  <a:cubicBezTo>
                    <a:pt x="114" y="108"/>
                    <a:pt x="115" y="108"/>
                    <a:pt x="116" y="108"/>
                  </a:cubicBezTo>
                  <a:cubicBezTo>
                    <a:pt x="116" y="107"/>
                    <a:pt x="117" y="107"/>
                    <a:pt x="117" y="107"/>
                  </a:cubicBezTo>
                  <a:cubicBezTo>
                    <a:pt x="117" y="107"/>
                    <a:pt x="117" y="107"/>
                    <a:pt x="117" y="107"/>
                  </a:cubicBezTo>
                  <a:cubicBezTo>
                    <a:pt x="118" y="106"/>
                    <a:pt x="118" y="106"/>
                    <a:pt x="119" y="106"/>
                  </a:cubicBezTo>
                  <a:cubicBezTo>
                    <a:pt x="119" y="105"/>
                    <a:pt x="119" y="105"/>
                    <a:pt x="119" y="105"/>
                  </a:cubicBezTo>
                  <a:cubicBezTo>
                    <a:pt x="121" y="103"/>
                    <a:pt x="121" y="102"/>
                    <a:pt x="122" y="99"/>
                  </a:cubicBezTo>
                  <a:cubicBezTo>
                    <a:pt x="122" y="98"/>
                    <a:pt x="122" y="95"/>
                    <a:pt x="123" y="94"/>
                  </a:cubicBezTo>
                  <a:cubicBezTo>
                    <a:pt x="123" y="93"/>
                    <a:pt x="123" y="93"/>
                    <a:pt x="123" y="93"/>
                  </a:cubicBezTo>
                  <a:cubicBezTo>
                    <a:pt x="123" y="92"/>
                    <a:pt x="123" y="92"/>
                    <a:pt x="123" y="92"/>
                  </a:cubicBezTo>
                  <a:cubicBezTo>
                    <a:pt x="123" y="92"/>
                    <a:pt x="123" y="92"/>
                    <a:pt x="123" y="91"/>
                  </a:cubicBezTo>
                  <a:cubicBezTo>
                    <a:pt x="123" y="91"/>
                    <a:pt x="123" y="90"/>
                    <a:pt x="123" y="90"/>
                  </a:cubicBezTo>
                  <a:cubicBezTo>
                    <a:pt x="123" y="89"/>
                    <a:pt x="123" y="88"/>
                    <a:pt x="124" y="88"/>
                  </a:cubicBezTo>
                  <a:cubicBezTo>
                    <a:pt x="123" y="86"/>
                    <a:pt x="124" y="85"/>
                    <a:pt x="124" y="83"/>
                  </a:cubicBezTo>
                  <a:cubicBezTo>
                    <a:pt x="124" y="82"/>
                    <a:pt x="124" y="82"/>
                    <a:pt x="124" y="81"/>
                  </a:cubicBezTo>
                  <a:cubicBezTo>
                    <a:pt x="124" y="81"/>
                    <a:pt x="124" y="80"/>
                    <a:pt x="124" y="79"/>
                  </a:cubicBezTo>
                  <a:cubicBezTo>
                    <a:pt x="124" y="79"/>
                    <a:pt x="124" y="78"/>
                    <a:pt x="124" y="77"/>
                  </a:cubicBezTo>
                  <a:cubicBezTo>
                    <a:pt x="125" y="76"/>
                    <a:pt x="124" y="77"/>
                    <a:pt x="124" y="76"/>
                  </a:cubicBezTo>
                  <a:cubicBezTo>
                    <a:pt x="124" y="76"/>
                    <a:pt x="125" y="76"/>
                    <a:pt x="125" y="75"/>
                  </a:cubicBezTo>
                  <a:cubicBezTo>
                    <a:pt x="124" y="75"/>
                    <a:pt x="125" y="74"/>
                    <a:pt x="125" y="74"/>
                  </a:cubicBezTo>
                  <a:cubicBezTo>
                    <a:pt x="125" y="73"/>
                    <a:pt x="125" y="72"/>
                    <a:pt x="125" y="71"/>
                  </a:cubicBezTo>
                  <a:cubicBezTo>
                    <a:pt x="125" y="70"/>
                    <a:pt x="126" y="67"/>
                    <a:pt x="126" y="65"/>
                  </a:cubicBezTo>
                  <a:cubicBezTo>
                    <a:pt x="126" y="65"/>
                    <a:pt x="126" y="64"/>
                    <a:pt x="126" y="63"/>
                  </a:cubicBezTo>
                  <a:cubicBezTo>
                    <a:pt x="126" y="62"/>
                    <a:pt x="126" y="62"/>
                    <a:pt x="126" y="62"/>
                  </a:cubicBezTo>
                  <a:cubicBezTo>
                    <a:pt x="126" y="62"/>
                    <a:pt x="126" y="62"/>
                    <a:pt x="126" y="62"/>
                  </a:cubicBezTo>
                  <a:cubicBezTo>
                    <a:pt x="126" y="61"/>
                    <a:pt x="126" y="61"/>
                    <a:pt x="126" y="61"/>
                  </a:cubicBezTo>
                  <a:cubicBezTo>
                    <a:pt x="126" y="60"/>
                    <a:pt x="126" y="60"/>
                    <a:pt x="126" y="60"/>
                  </a:cubicBezTo>
                  <a:cubicBezTo>
                    <a:pt x="126" y="59"/>
                    <a:pt x="126" y="59"/>
                    <a:pt x="126" y="58"/>
                  </a:cubicBezTo>
                  <a:cubicBezTo>
                    <a:pt x="126" y="56"/>
                    <a:pt x="126" y="54"/>
                    <a:pt x="126" y="52"/>
                  </a:cubicBezTo>
                  <a:cubicBezTo>
                    <a:pt x="127" y="51"/>
                    <a:pt x="127" y="51"/>
                    <a:pt x="127" y="51"/>
                  </a:cubicBezTo>
                  <a:cubicBezTo>
                    <a:pt x="127" y="50"/>
                    <a:pt x="127" y="50"/>
                    <a:pt x="127" y="49"/>
                  </a:cubicBezTo>
                  <a:cubicBezTo>
                    <a:pt x="127" y="49"/>
                    <a:pt x="127" y="48"/>
                    <a:pt x="128" y="48"/>
                  </a:cubicBezTo>
                  <a:cubicBezTo>
                    <a:pt x="128" y="47"/>
                    <a:pt x="128" y="47"/>
                    <a:pt x="128" y="47"/>
                  </a:cubicBezTo>
                  <a:cubicBezTo>
                    <a:pt x="128" y="46"/>
                    <a:pt x="128" y="46"/>
                    <a:pt x="129" y="45"/>
                  </a:cubicBezTo>
                  <a:cubicBezTo>
                    <a:pt x="130" y="45"/>
                    <a:pt x="131" y="44"/>
                    <a:pt x="132" y="43"/>
                  </a:cubicBezTo>
                  <a:cubicBezTo>
                    <a:pt x="132" y="43"/>
                    <a:pt x="134" y="42"/>
                    <a:pt x="135" y="42"/>
                  </a:cubicBezTo>
                  <a:cubicBezTo>
                    <a:pt x="135" y="42"/>
                    <a:pt x="136" y="42"/>
                    <a:pt x="137" y="42"/>
                  </a:cubicBezTo>
                  <a:cubicBezTo>
                    <a:pt x="137" y="42"/>
                    <a:pt x="137" y="42"/>
                    <a:pt x="138" y="42"/>
                  </a:cubicBezTo>
                  <a:cubicBezTo>
                    <a:pt x="139" y="42"/>
                    <a:pt x="139" y="43"/>
                    <a:pt x="141" y="43"/>
                  </a:cubicBezTo>
                  <a:cubicBezTo>
                    <a:pt x="141" y="44"/>
                    <a:pt x="142" y="45"/>
                    <a:pt x="143" y="45"/>
                  </a:cubicBezTo>
                  <a:cubicBezTo>
                    <a:pt x="142" y="46"/>
                    <a:pt x="144" y="47"/>
                    <a:pt x="143" y="47"/>
                  </a:cubicBezTo>
                  <a:cubicBezTo>
                    <a:pt x="143" y="48"/>
                    <a:pt x="143" y="48"/>
                    <a:pt x="143" y="49"/>
                  </a:cubicBezTo>
                  <a:cubicBezTo>
                    <a:pt x="143" y="50"/>
                    <a:pt x="143" y="51"/>
                    <a:pt x="143" y="51"/>
                  </a:cubicBezTo>
                  <a:cubicBezTo>
                    <a:pt x="143" y="52"/>
                    <a:pt x="143" y="52"/>
                    <a:pt x="143" y="53"/>
                  </a:cubicBezTo>
                  <a:cubicBezTo>
                    <a:pt x="143" y="53"/>
                    <a:pt x="143" y="53"/>
                    <a:pt x="143" y="53"/>
                  </a:cubicBezTo>
                  <a:cubicBezTo>
                    <a:pt x="143" y="53"/>
                    <a:pt x="143" y="54"/>
                    <a:pt x="143" y="54"/>
                  </a:cubicBezTo>
                  <a:cubicBezTo>
                    <a:pt x="143" y="55"/>
                    <a:pt x="143" y="55"/>
                    <a:pt x="143" y="55"/>
                  </a:cubicBezTo>
                  <a:cubicBezTo>
                    <a:pt x="143" y="55"/>
                    <a:pt x="142" y="57"/>
                    <a:pt x="143" y="57"/>
                  </a:cubicBezTo>
                  <a:cubicBezTo>
                    <a:pt x="143" y="57"/>
                    <a:pt x="142" y="57"/>
                    <a:pt x="142" y="57"/>
                  </a:cubicBezTo>
                  <a:cubicBezTo>
                    <a:pt x="142" y="58"/>
                    <a:pt x="143" y="58"/>
                    <a:pt x="143" y="58"/>
                  </a:cubicBezTo>
                  <a:cubicBezTo>
                    <a:pt x="143" y="58"/>
                    <a:pt x="143" y="58"/>
                    <a:pt x="143" y="59"/>
                  </a:cubicBezTo>
                  <a:cubicBezTo>
                    <a:pt x="143" y="59"/>
                    <a:pt x="142" y="59"/>
                    <a:pt x="142" y="59"/>
                  </a:cubicBezTo>
                  <a:cubicBezTo>
                    <a:pt x="142" y="59"/>
                    <a:pt x="143" y="59"/>
                    <a:pt x="143" y="59"/>
                  </a:cubicBezTo>
                  <a:cubicBezTo>
                    <a:pt x="143" y="60"/>
                    <a:pt x="142" y="61"/>
                    <a:pt x="143" y="62"/>
                  </a:cubicBezTo>
                  <a:cubicBezTo>
                    <a:pt x="142" y="62"/>
                    <a:pt x="142" y="62"/>
                    <a:pt x="142" y="62"/>
                  </a:cubicBezTo>
                  <a:cubicBezTo>
                    <a:pt x="142" y="63"/>
                    <a:pt x="142" y="63"/>
                    <a:pt x="142" y="63"/>
                  </a:cubicBezTo>
                  <a:cubicBezTo>
                    <a:pt x="142" y="63"/>
                    <a:pt x="142" y="64"/>
                    <a:pt x="142" y="64"/>
                  </a:cubicBezTo>
                  <a:cubicBezTo>
                    <a:pt x="142" y="65"/>
                    <a:pt x="142" y="65"/>
                    <a:pt x="142" y="64"/>
                  </a:cubicBezTo>
                  <a:cubicBezTo>
                    <a:pt x="143" y="65"/>
                    <a:pt x="142" y="65"/>
                    <a:pt x="142" y="65"/>
                  </a:cubicBezTo>
                  <a:cubicBezTo>
                    <a:pt x="142" y="66"/>
                    <a:pt x="142" y="66"/>
                    <a:pt x="142" y="67"/>
                  </a:cubicBezTo>
                  <a:cubicBezTo>
                    <a:pt x="142" y="68"/>
                    <a:pt x="141" y="69"/>
                    <a:pt x="141" y="70"/>
                  </a:cubicBezTo>
                  <a:cubicBezTo>
                    <a:pt x="141" y="71"/>
                    <a:pt x="141" y="72"/>
                    <a:pt x="141" y="73"/>
                  </a:cubicBezTo>
                  <a:cubicBezTo>
                    <a:pt x="141" y="74"/>
                    <a:pt x="141" y="76"/>
                    <a:pt x="141" y="78"/>
                  </a:cubicBezTo>
                  <a:cubicBezTo>
                    <a:pt x="141" y="79"/>
                    <a:pt x="141" y="80"/>
                    <a:pt x="141" y="81"/>
                  </a:cubicBezTo>
                  <a:cubicBezTo>
                    <a:pt x="141" y="82"/>
                    <a:pt x="141" y="83"/>
                    <a:pt x="141" y="83"/>
                  </a:cubicBezTo>
                  <a:cubicBezTo>
                    <a:pt x="140" y="86"/>
                    <a:pt x="140" y="88"/>
                    <a:pt x="140" y="90"/>
                  </a:cubicBezTo>
                  <a:cubicBezTo>
                    <a:pt x="140" y="91"/>
                    <a:pt x="140" y="91"/>
                    <a:pt x="140" y="91"/>
                  </a:cubicBezTo>
                  <a:cubicBezTo>
                    <a:pt x="140" y="91"/>
                    <a:pt x="140" y="91"/>
                    <a:pt x="140" y="92"/>
                  </a:cubicBezTo>
                  <a:cubicBezTo>
                    <a:pt x="140" y="92"/>
                    <a:pt x="140" y="93"/>
                    <a:pt x="140" y="93"/>
                  </a:cubicBezTo>
                  <a:cubicBezTo>
                    <a:pt x="140" y="93"/>
                    <a:pt x="139" y="93"/>
                    <a:pt x="140" y="94"/>
                  </a:cubicBezTo>
                  <a:cubicBezTo>
                    <a:pt x="140" y="94"/>
                    <a:pt x="139" y="94"/>
                    <a:pt x="140" y="95"/>
                  </a:cubicBezTo>
                  <a:cubicBezTo>
                    <a:pt x="139" y="95"/>
                    <a:pt x="140" y="95"/>
                    <a:pt x="140" y="96"/>
                  </a:cubicBezTo>
                  <a:cubicBezTo>
                    <a:pt x="140" y="97"/>
                    <a:pt x="139" y="97"/>
                    <a:pt x="139" y="98"/>
                  </a:cubicBezTo>
                  <a:cubicBezTo>
                    <a:pt x="139" y="98"/>
                    <a:pt x="139" y="99"/>
                    <a:pt x="139" y="99"/>
                  </a:cubicBezTo>
                  <a:cubicBezTo>
                    <a:pt x="139" y="99"/>
                    <a:pt x="139" y="100"/>
                    <a:pt x="139" y="101"/>
                  </a:cubicBezTo>
                  <a:cubicBezTo>
                    <a:pt x="139" y="101"/>
                    <a:pt x="140" y="101"/>
                    <a:pt x="140" y="101"/>
                  </a:cubicBezTo>
                  <a:cubicBezTo>
                    <a:pt x="140" y="102"/>
                    <a:pt x="139" y="103"/>
                    <a:pt x="140" y="103"/>
                  </a:cubicBezTo>
                  <a:cubicBezTo>
                    <a:pt x="139" y="104"/>
                    <a:pt x="140" y="105"/>
                    <a:pt x="139" y="105"/>
                  </a:cubicBezTo>
                  <a:cubicBezTo>
                    <a:pt x="139" y="106"/>
                    <a:pt x="139" y="107"/>
                    <a:pt x="139" y="107"/>
                  </a:cubicBezTo>
                  <a:cubicBezTo>
                    <a:pt x="139" y="108"/>
                    <a:pt x="140" y="108"/>
                    <a:pt x="139" y="109"/>
                  </a:cubicBezTo>
                  <a:cubicBezTo>
                    <a:pt x="139" y="109"/>
                    <a:pt x="139" y="109"/>
                    <a:pt x="139" y="109"/>
                  </a:cubicBezTo>
                  <a:cubicBezTo>
                    <a:pt x="139" y="109"/>
                    <a:pt x="139" y="110"/>
                    <a:pt x="139" y="110"/>
                  </a:cubicBezTo>
                  <a:cubicBezTo>
                    <a:pt x="139" y="110"/>
                    <a:pt x="139" y="111"/>
                    <a:pt x="139" y="112"/>
                  </a:cubicBezTo>
                  <a:cubicBezTo>
                    <a:pt x="139" y="112"/>
                    <a:pt x="139" y="114"/>
                    <a:pt x="139" y="115"/>
                  </a:cubicBezTo>
                  <a:cubicBezTo>
                    <a:pt x="139" y="116"/>
                    <a:pt x="139" y="117"/>
                    <a:pt x="139" y="118"/>
                  </a:cubicBezTo>
                  <a:cubicBezTo>
                    <a:pt x="140" y="118"/>
                    <a:pt x="140" y="117"/>
                    <a:pt x="141" y="117"/>
                  </a:cubicBezTo>
                  <a:cubicBezTo>
                    <a:pt x="142" y="116"/>
                    <a:pt x="144" y="115"/>
                    <a:pt x="145" y="114"/>
                  </a:cubicBezTo>
                  <a:cubicBezTo>
                    <a:pt x="146" y="114"/>
                    <a:pt x="146" y="114"/>
                    <a:pt x="146" y="113"/>
                  </a:cubicBezTo>
                  <a:cubicBezTo>
                    <a:pt x="147" y="113"/>
                    <a:pt x="147" y="113"/>
                    <a:pt x="147" y="113"/>
                  </a:cubicBezTo>
                  <a:cubicBezTo>
                    <a:pt x="148" y="113"/>
                    <a:pt x="148" y="112"/>
                    <a:pt x="148" y="112"/>
                  </a:cubicBezTo>
                  <a:cubicBezTo>
                    <a:pt x="150" y="111"/>
                    <a:pt x="151" y="110"/>
                    <a:pt x="153" y="109"/>
                  </a:cubicBezTo>
                  <a:cubicBezTo>
                    <a:pt x="154" y="109"/>
                    <a:pt x="154" y="109"/>
                    <a:pt x="155" y="108"/>
                  </a:cubicBezTo>
                  <a:cubicBezTo>
                    <a:pt x="155" y="108"/>
                    <a:pt x="155" y="108"/>
                    <a:pt x="155" y="108"/>
                  </a:cubicBezTo>
                  <a:cubicBezTo>
                    <a:pt x="156" y="108"/>
                    <a:pt x="156" y="108"/>
                    <a:pt x="156" y="107"/>
                  </a:cubicBezTo>
                  <a:cubicBezTo>
                    <a:pt x="157" y="107"/>
                    <a:pt x="157" y="107"/>
                    <a:pt x="158" y="106"/>
                  </a:cubicBezTo>
                  <a:cubicBezTo>
                    <a:pt x="159" y="106"/>
                    <a:pt x="160" y="105"/>
                    <a:pt x="161" y="105"/>
                  </a:cubicBezTo>
                  <a:cubicBezTo>
                    <a:pt x="161" y="104"/>
                    <a:pt x="161" y="104"/>
                    <a:pt x="161" y="104"/>
                  </a:cubicBezTo>
                  <a:cubicBezTo>
                    <a:pt x="162" y="104"/>
                    <a:pt x="162" y="104"/>
                    <a:pt x="162" y="104"/>
                  </a:cubicBezTo>
                  <a:cubicBezTo>
                    <a:pt x="162" y="104"/>
                    <a:pt x="162" y="103"/>
                    <a:pt x="162" y="103"/>
                  </a:cubicBezTo>
                  <a:cubicBezTo>
                    <a:pt x="163" y="103"/>
                    <a:pt x="164" y="103"/>
                    <a:pt x="164" y="102"/>
                  </a:cubicBezTo>
                  <a:cubicBezTo>
                    <a:pt x="165" y="102"/>
                    <a:pt x="166" y="102"/>
                    <a:pt x="166" y="101"/>
                  </a:cubicBezTo>
                  <a:cubicBezTo>
                    <a:pt x="167" y="101"/>
                    <a:pt x="167" y="101"/>
                    <a:pt x="168" y="100"/>
                  </a:cubicBezTo>
                  <a:cubicBezTo>
                    <a:pt x="168" y="100"/>
                    <a:pt x="168" y="100"/>
                    <a:pt x="169" y="99"/>
                  </a:cubicBezTo>
                  <a:cubicBezTo>
                    <a:pt x="169" y="99"/>
                    <a:pt x="169" y="99"/>
                    <a:pt x="169" y="99"/>
                  </a:cubicBezTo>
                  <a:cubicBezTo>
                    <a:pt x="170" y="99"/>
                    <a:pt x="170" y="98"/>
                    <a:pt x="171" y="98"/>
                  </a:cubicBezTo>
                  <a:cubicBezTo>
                    <a:pt x="171" y="98"/>
                    <a:pt x="172" y="98"/>
                    <a:pt x="172" y="98"/>
                  </a:cubicBezTo>
                  <a:cubicBezTo>
                    <a:pt x="172" y="98"/>
                    <a:pt x="172" y="97"/>
                    <a:pt x="172" y="97"/>
                  </a:cubicBezTo>
                  <a:cubicBezTo>
                    <a:pt x="173" y="97"/>
                    <a:pt x="173" y="97"/>
                    <a:pt x="174" y="97"/>
                  </a:cubicBezTo>
                  <a:cubicBezTo>
                    <a:pt x="174" y="97"/>
                    <a:pt x="175" y="96"/>
                    <a:pt x="175" y="96"/>
                  </a:cubicBezTo>
                  <a:cubicBezTo>
                    <a:pt x="175" y="95"/>
                    <a:pt x="176" y="96"/>
                    <a:pt x="176" y="96"/>
                  </a:cubicBezTo>
                  <a:cubicBezTo>
                    <a:pt x="176" y="95"/>
                    <a:pt x="177" y="95"/>
                    <a:pt x="177" y="94"/>
                  </a:cubicBezTo>
                  <a:cubicBezTo>
                    <a:pt x="178" y="94"/>
                    <a:pt x="178" y="95"/>
                    <a:pt x="178" y="95"/>
                  </a:cubicBezTo>
                  <a:cubicBezTo>
                    <a:pt x="178" y="94"/>
                    <a:pt x="178" y="94"/>
                    <a:pt x="179" y="94"/>
                  </a:cubicBezTo>
                  <a:cubicBezTo>
                    <a:pt x="179" y="94"/>
                    <a:pt x="179" y="94"/>
                    <a:pt x="179" y="94"/>
                  </a:cubicBezTo>
                  <a:cubicBezTo>
                    <a:pt x="180" y="93"/>
                    <a:pt x="180" y="93"/>
                    <a:pt x="181" y="93"/>
                  </a:cubicBezTo>
                  <a:cubicBezTo>
                    <a:pt x="181" y="93"/>
                    <a:pt x="181" y="93"/>
                    <a:pt x="181" y="92"/>
                  </a:cubicBezTo>
                  <a:cubicBezTo>
                    <a:pt x="182" y="92"/>
                    <a:pt x="182" y="92"/>
                    <a:pt x="183" y="92"/>
                  </a:cubicBezTo>
                  <a:cubicBezTo>
                    <a:pt x="183" y="92"/>
                    <a:pt x="183" y="91"/>
                    <a:pt x="183" y="91"/>
                  </a:cubicBezTo>
                  <a:cubicBezTo>
                    <a:pt x="184" y="91"/>
                    <a:pt x="184" y="91"/>
                    <a:pt x="185" y="91"/>
                  </a:cubicBezTo>
                  <a:cubicBezTo>
                    <a:pt x="185" y="90"/>
                    <a:pt x="185" y="90"/>
                    <a:pt x="186" y="90"/>
                  </a:cubicBezTo>
                  <a:cubicBezTo>
                    <a:pt x="187" y="89"/>
                    <a:pt x="188" y="89"/>
                    <a:pt x="188" y="88"/>
                  </a:cubicBezTo>
                  <a:cubicBezTo>
                    <a:pt x="189" y="88"/>
                    <a:pt x="190" y="88"/>
                    <a:pt x="190" y="87"/>
                  </a:cubicBezTo>
                  <a:cubicBezTo>
                    <a:pt x="191" y="87"/>
                    <a:pt x="191" y="87"/>
                    <a:pt x="192" y="86"/>
                  </a:cubicBezTo>
                  <a:cubicBezTo>
                    <a:pt x="192" y="86"/>
                    <a:pt x="193" y="86"/>
                    <a:pt x="193" y="86"/>
                  </a:cubicBezTo>
                  <a:cubicBezTo>
                    <a:pt x="194" y="85"/>
                    <a:pt x="194" y="85"/>
                    <a:pt x="195" y="85"/>
                  </a:cubicBezTo>
                  <a:cubicBezTo>
                    <a:pt x="196" y="84"/>
                    <a:pt x="196" y="84"/>
                    <a:pt x="197" y="84"/>
                  </a:cubicBezTo>
                  <a:cubicBezTo>
                    <a:pt x="197" y="83"/>
                    <a:pt x="197" y="83"/>
                    <a:pt x="197" y="83"/>
                  </a:cubicBezTo>
                  <a:cubicBezTo>
                    <a:pt x="198" y="83"/>
                    <a:pt x="200" y="82"/>
                    <a:pt x="201" y="81"/>
                  </a:cubicBezTo>
                  <a:cubicBezTo>
                    <a:pt x="201" y="81"/>
                    <a:pt x="202" y="81"/>
                    <a:pt x="202" y="81"/>
                  </a:cubicBezTo>
                  <a:cubicBezTo>
                    <a:pt x="203" y="80"/>
                    <a:pt x="204" y="80"/>
                    <a:pt x="204" y="79"/>
                  </a:cubicBezTo>
                  <a:cubicBezTo>
                    <a:pt x="205" y="79"/>
                    <a:pt x="205" y="79"/>
                    <a:pt x="205" y="79"/>
                  </a:cubicBezTo>
                  <a:cubicBezTo>
                    <a:pt x="206" y="79"/>
                    <a:pt x="206" y="78"/>
                    <a:pt x="207" y="78"/>
                  </a:cubicBezTo>
                  <a:cubicBezTo>
                    <a:pt x="207" y="78"/>
                    <a:pt x="208" y="77"/>
                    <a:pt x="209" y="77"/>
                  </a:cubicBezTo>
                  <a:cubicBezTo>
                    <a:pt x="209" y="77"/>
                    <a:pt x="209" y="76"/>
                    <a:pt x="209" y="76"/>
                  </a:cubicBezTo>
                  <a:cubicBezTo>
                    <a:pt x="210" y="76"/>
                    <a:pt x="211" y="76"/>
                    <a:pt x="211" y="76"/>
                  </a:cubicBezTo>
                  <a:cubicBezTo>
                    <a:pt x="211" y="75"/>
                    <a:pt x="212" y="75"/>
                    <a:pt x="212" y="75"/>
                  </a:cubicBezTo>
                  <a:cubicBezTo>
                    <a:pt x="212" y="75"/>
                    <a:pt x="212" y="75"/>
                    <a:pt x="212" y="75"/>
                  </a:cubicBezTo>
                  <a:cubicBezTo>
                    <a:pt x="212" y="75"/>
                    <a:pt x="213" y="74"/>
                    <a:pt x="213" y="74"/>
                  </a:cubicBezTo>
                  <a:cubicBezTo>
                    <a:pt x="213" y="74"/>
                    <a:pt x="214" y="74"/>
                    <a:pt x="214" y="74"/>
                  </a:cubicBezTo>
                  <a:cubicBezTo>
                    <a:pt x="214" y="74"/>
                    <a:pt x="215" y="74"/>
                    <a:pt x="215" y="73"/>
                  </a:cubicBezTo>
                  <a:cubicBezTo>
                    <a:pt x="215" y="73"/>
                    <a:pt x="215" y="73"/>
                    <a:pt x="216" y="73"/>
                  </a:cubicBezTo>
                  <a:cubicBezTo>
                    <a:pt x="216" y="73"/>
                    <a:pt x="216" y="73"/>
                    <a:pt x="216" y="73"/>
                  </a:cubicBezTo>
                  <a:cubicBezTo>
                    <a:pt x="216" y="73"/>
                    <a:pt x="216" y="73"/>
                    <a:pt x="216" y="73"/>
                  </a:cubicBezTo>
                  <a:cubicBezTo>
                    <a:pt x="216" y="73"/>
                    <a:pt x="217" y="72"/>
                    <a:pt x="217" y="72"/>
                  </a:cubicBezTo>
                  <a:cubicBezTo>
                    <a:pt x="217" y="72"/>
                    <a:pt x="218" y="72"/>
                    <a:pt x="218" y="72"/>
                  </a:cubicBezTo>
                  <a:cubicBezTo>
                    <a:pt x="219" y="71"/>
                    <a:pt x="221" y="70"/>
                    <a:pt x="222" y="69"/>
                  </a:cubicBezTo>
                  <a:cubicBezTo>
                    <a:pt x="222" y="69"/>
                    <a:pt x="222" y="69"/>
                    <a:pt x="223" y="69"/>
                  </a:cubicBezTo>
                  <a:cubicBezTo>
                    <a:pt x="223" y="69"/>
                    <a:pt x="223" y="69"/>
                    <a:pt x="223" y="69"/>
                  </a:cubicBezTo>
                  <a:cubicBezTo>
                    <a:pt x="224" y="69"/>
                    <a:pt x="224" y="68"/>
                    <a:pt x="224" y="68"/>
                  </a:cubicBezTo>
                  <a:cubicBezTo>
                    <a:pt x="225" y="67"/>
                    <a:pt x="227" y="67"/>
                    <a:pt x="228" y="66"/>
                  </a:cubicBezTo>
                  <a:cubicBezTo>
                    <a:pt x="228" y="65"/>
                    <a:pt x="227" y="65"/>
                    <a:pt x="227" y="65"/>
                  </a:cubicBezTo>
                  <a:cubicBezTo>
                    <a:pt x="227" y="65"/>
                    <a:pt x="227" y="65"/>
                    <a:pt x="226" y="65"/>
                  </a:cubicBezTo>
                  <a:cubicBezTo>
                    <a:pt x="226" y="65"/>
                    <a:pt x="226" y="65"/>
                    <a:pt x="226" y="64"/>
                  </a:cubicBezTo>
                  <a:cubicBezTo>
                    <a:pt x="226" y="64"/>
                    <a:pt x="226" y="64"/>
                    <a:pt x="226" y="64"/>
                  </a:cubicBezTo>
                  <a:cubicBezTo>
                    <a:pt x="226" y="64"/>
                    <a:pt x="225" y="64"/>
                    <a:pt x="225" y="64"/>
                  </a:cubicBezTo>
                  <a:cubicBezTo>
                    <a:pt x="225" y="64"/>
                    <a:pt x="225" y="63"/>
                    <a:pt x="225" y="63"/>
                  </a:cubicBezTo>
                  <a:cubicBezTo>
                    <a:pt x="225" y="63"/>
                    <a:pt x="224" y="63"/>
                    <a:pt x="224" y="63"/>
                  </a:cubicBezTo>
                  <a:cubicBezTo>
                    <a:pt x="224" y="63"/>
                    <a:pt x="224" y="62"/>
                    <a:pt x="224" y="62"/>
                  </a:cubicBezTo>
                  <a:cubicBezTo>
                    <a:pt x="224" y="61"/>
                    <a:pt x="223" y="61"/>
                    <a:pt x="223" y="61"/>
                  </a:cubicBezTo>
                  <a:cubicBezTo>
                    <a:pt x="223" y="60"/>
                    <a:pt x="223" y="58"/>
                    <a:pt x="223" y="58"/>
                  </a:cubicBezTo>
                  <a:cubicBezTo>
                    <a:pt x="223" y="57"/>
                    <a:pt x="223" y="56"/>
                    <a:pt x="223" y="55"/>
                  </a:cubicBezTo>
                  <a:cubicBezTo>
                    <a:pt x="223" y="55"/>
                    <a:pt x="223" y="54"/>
                    <a:pt x="223" y="54"/>
                  </a:cubicBezTo>
                  <a:cubicBezTo>
                    <a:pt x="223" y="53"/>
                    <a:pt x="223" y="52"/>
                    <a:pt x="223" y="52"/>
                  </a:cubicBezTo>
                  <a:cubicBezTo>
                    <a:pt x="223" y="51"/>
                    <a:pt x="223" y="50"/>
                    <a:pt x="223" y="49"/>
                  </a:cubicBezTo>
                  <a:cubicBezTo>
                    <a:pt x="223" y="49"/>
                    <a:pt x="223" y="48"/>
                    <a:pt x="223" y="47"/>
                  </a:cubicBezTo>
                  <a:cubicBezTo>
                    <a:pt x="223" y="47"/>
                    <a:pt x="224" y="47"/>
                    <a:pt x="224" y="46"/>
                  </a:cubicBezTo>
                  <a:cubicBezTo>
                    <a:pt x="224" y="45"/>
                    <a:pt x="223" y="44"/>
                    <a:pt x="223" y="44"/>
                  </a:cubicBezTo>
                  <a:cubicBezTo>
                    <a:pt x="223" y="43"/>
                    <a:pt x="223" y="43"/>
                    <a:pt x="223" y="42"/>
                  </a:cubicBezTo>
                  <a:cubicBezTo>
                    <a:pt x="223" y="42"/>
                    <a:pt x="223" y="41"/>
                    <a:pt x="223" y="41"/>
                  </a:cubicBezTo>
                  <a:cubicBezTo>
                    <a:pt x="223" y="41"/>
                    <a:pt x="224" y="41"/>
                    <a:pt x="224" y="40"/>
                  </a:cubicBezTo>
                  <a:cubicBezTo>
                    <a:pt x="224" y="39"/>
                    <a:pt x="224" y="39"/>
                    <a:pt x="223" y="38"/>
                  </a:cubicBezTo>
                  <a:cubicBezTo>
                    <a:pt x="223" y="38"/>
                    <a:pt x="224" y="37"/>
                    <a:pt x="224" y="37"/>
                  </a:cubicBezTo>
                  <a:cubicBezTo>
                    <a:pt x="224" y="37"/>
                    <a:pt x="224" y="36"/>
                    <a:pt x="224" y="36"/>
                  </a:cubicBezTo>
                  <a:cubicBezTo>
                    <a:pt x="224" y="36"/>
                    <a:pt x="224" y="35"/>
                    <a:pt x="224" y="35"/>
                  </a:cubicBezTo>
                  <a:cubicBezTo>
                    <a:pt x="224" y="35"/>
                    <a:pt x="224" y="34"/>
                    <a:pt x="224" y="34"/>
                  </a:cubicBezTo>
                  <a:cubicBezTo>
                    <a:pt x="224" y="32"/>
                    <a:pt x="224" y="30"/>
                    <a:pt x="224" y="29"/>
                  </a:cubicBezTo>
                  <a:cubicBezTo>
                    <a:pt x="224" y="29"/>
                    <a:pt x="224" y="29"/>
                    <a:pt x="224" y="29"/>
                  </a:cubicBezTo>
                  <a:cubicBezTo>
                    <a:pt x="224" y="28"/>
                    <a:pt x="224" y="28"/>
                    <a:pt x="224" y="28"/>
                  </a:cubicBezTo>
                  <a:cubicBezTo>
                    <a:pt x="225" y="26"/>
                    <a:pt x="224" y="23"/>
                    <a:pt x="224" y="22"/>
                  </a:cubicBezTo>
                  <a:cubicBezTo>
                    <a:pt x="224" y="20"/>
                    <a:pt x="223" y="19"/>
                    <a:pt x="222" y="18"/>
                  </a:cubicBezTo>
                  <a:cubicBezTo>
                    <a:pt x="221" y="18"/>
                    <a:pt x="220" y="18"/>
                    <a:pt x="220" y="18"/>
                  </a:cubicBezTo>
                  <a:cubicBezTo>
                    <a:pt x="219" y="18"/>
                    <a:pt x="219" y="18"/>
                    <a:pt x="219" y="18"/>
                  </a:cubicBezTo>
                  <a:cubicBezTo>
                    <a:pt x="219" y="18"/>
                    <a:pt x="218" y="18"/>
                    <a:pt x="218" y="18"/>
                  </a:cubicBezTo>
                  <a:cubicBezTo>
                    <a:pt x="217" y="18"/>
                    <a:pt x="216" y="19"/>
                    <a:pt x="215" y="20"/>
                  </a:cubicBezTo>
                  <a:cubicBezTo>
                    <a:pt x="215" y="20"/>
                    <a:pt x="215" y="20"/>
                    <a:pt x="215" y="20"/>
                  </a:cubicBezTo>
                  <a:cubicBezTo>
                    <a:pt x="213" y="20"/>
                    <a:pt x="213" y="22"/>
                    <a:pt x="212" y="23"/>
                  </a:cubicBezTo>
                  <a:cubicBezTo>
                    <a:pt x="212" y="23"/>
                    <a:pt x="212" y="23"/>
                    <a:pt x="212" y="23"/>
                  </a:cubicBezTo>
                  <a:cubicBezTo>
                    <a:pt x="211" y="24"/>
                    <a:pt x="210" y="25"/>
                    <a:pt x="209" y="26"/>
                  </a:cubicBezTo>
                  <a:cubicBezTo>
                    <a:pt x="209" y="26"/>
                    <a:pt x="209" y="25"/>
                    <a:pt x="209" y="25"/>
                  </a:cubicBezTo>
                  <a:cubicBezTo>
                    <a:pt x="209" y="26"/>
                    <a:pt x="209" y="26"/>
                    <a:pt x="209" y="27"/>
                  </a:cubicBezTo>
                  <a:cubicBezTo>
                    <a:pt x="209" y="27"/>
                    <a:pt x="208" y="28"/>
                    <a:pt x="208" y="28"/>
                  </a:cubicBezTo>
                  <a:cubicBezTo>
                    <a:pt x="208" y="29"/>
                    <a:pt x="207" y="29"/>
                    <a:pt x="207" y="30"/>
                  </a:cubicBezTo>
                  <a:cubicBezTo>
                    <a:pt x="207" y="31"/>
                    <a:pt x="207" y="31"/>
                    <a:pt x="207" y="31"/>
                  </a:cubicBezTo>
                  <a:cubicBezTo>
                    <a:pt x="207" y="32"/>
                    <a:pt x="206" y="33"/>
                    <a:pt x="207" y="34"/>
                  </a:cubicBezTo>
                  <a:cubicBezTo>
                    <a:pt x="206" y="34"/>
                    <a:pt x="206" y="34"/>
                    <a:pt x="206" y="34"/>
                  </a:cubicBezTo>
                  <a:cubicBezTo>
                    <a:pt x="207" y="35"/>
                    <a:pt x="207" y="35"/>
                    <a:pt x="206" y="36"/>
                  </a:cubicBezTo>
                  <a:cubicBezTo>
                    <a:pt x="206" y="36"/>
                    <a:pt x="206" y="35"/>
                    <a:pt x="206" y="35"/>
                  </a:cubicBezTo>
                  <a:cubicBezTo>
                    <a:pt x="206" y="35"/>
                    <a:pt x="205" y="36"/>
                    <a:pt x="205" y="36"/>
                  </a:cubicBezTo>
                  <a:cubicBezTo>
                    <a:pt x="205" y="37"/>
                    <a:pt x="206" y="36"/>
                    <a:pt x="206" y="36"/>
                  </a:cubicBezTo>
                  <a:cubicBezTo>
                    <a:pt x="206" y="37"/>
                    <a:pt x="206" y="37"/>
                    <a:pt x="206" y="37"/>
                  </a:cubicBezTo>
                  <a:cubicBezTo>
                    <a:pt x="206" y="37"/>
                    <a:pt x="206" y="38"/>
                    <a:pt x="206" y="38"/>
                  </a:cubicBezTo>
                  <a:cubicBezTo>
                    <a:pt x="206" y="38"/>
                    <a:pt x="206" y="38"/>
                    <a:pt x="206" y="38"/>
                  </a:cubicBezTo>
                  <a:cubicBezTo>
                    <a:pt x="206" y="39"/>
                    <a:pt x="205" y="38"/>
                    <a:pt x="205" y="39"/>
                  </a:cubicBezTo>
                  <a:cubicBezTo>
                    <a:pt x="205" y="40"/>
                    <a:pt x="205" y="40"/>
                    <a:pt x="205" y="41"/>
                  </a:cubicBezTo>
                  <a:cubicBezTo>
                    <a:pt x="205" y="41"/>
                    <a:pt x="206" y="42"/>
                    <a:pt x="206" y="42"/>
                  </a:cubicBezTo>
                  <a:cubicBezTo>
                    <a:pt x="205" y="42"/>
                    <a:pt x="205" y="43"/>
                    <a:pt x="205" y="43"/>
                  </a:cubicBezTo>
                  <a:cubicBezTo>
                    <a:pt x="205" y="43"/>
                    <a:pt x="205" y="43"/>
                    <a:pt x="205" y="43"/>
                  </a:cubicBezTo>
                  <a:cubicBezTo>
                    <a:pt x="205" y="43"/>
                    <a:pt x="205" y="44"/>
                    <a:pt x="204" y="43"/>
                  </a:cubicBezTo>
                  <a:cubicBezTo>
                    <a:pt x="204" y="44"/>
                    <a:pt x="205" y="44"/>
                    <a:pt x="204" y="44"/>
                  </a:cubicBezTo>
                  <a:cubicBezTo>
                    <a:pt x="204" y="44"/>
                    <a:pt x="204" y="44"/>
                    <a:pt x="204" y="44"/>
                  </a:cubicBezTo>
                  <a:cubicBezTo>
                    <a:pt x="204" y="46"/>
                    <a:pt x="204" y="46"/>
                    <a:pt x="205" y="46"/>
                  </a:cubicBezTo>
                  <a:cubicBezTo>
                    <a:pt x="205" y="46"/>
                    <a:pt x="205" y="46"/>
                    <a:pt x="205" y="47"/>
                  </a:cubicBezTo>
                  <a:cubicBezTo>
                    <a:pt x="205" y="47"/>
                    <a:pt x="205" y="47"/>
                    <a:pt x="205" y="47"/>
                  </a:cubicBezTo>
                  <a:cubicBezTo>
                    <a:pt x="205" y="47"/>
                    <a:pt x="205" y="48"/>
                    <a:pt x="205" y="48"/>
                  </a:cubicBezTo>
                  <a:cubicBezTo>
                    <a:pt x="205" y="49"/>
                    <a:pt x="205" y="48"/>
                    <a:pt x="205" y="49"/>
                  </a:cubicBezTo>
                  <a:cubicBezTo>
                    <a:pt x="205" y="49"/>
                    <a:pt x="205" y="49"/>
                    <a:pt x="204" y="49"/>
                  </a:cubicBezTo>
                  <a:cubicBezTo>
                    <a:pt x="204" y="49"/>
                    <a:pt x="204" y="48"/>
                    <a:pt x="204" y="48"/>
                  </a:cubicBezTo>
                  <a:cubicBezTo>
                    <a:pt x="204" y="48"/>
                    <a:pt x="204" y="49"/>
                    <a:pt x="204" y="49"/>
                  </a:cubicBezTo>
                  <a:cubicBezTo>
                    <a:pt x="204" y="50"/>
                    <a:pt x="204" y="50"/>
                    <a:pt x="203" y="50"/>
                  </a:cubicBezTo>
                  <a:cubicBezTo>
                    <a:pt x="204" y="51"/>
                    <a:pt x="204" y="51"/>
                    <a:pt x="204" y="51"/>
                  </a:cubicBezTo>
                  <a:cubicBezTo>
                    <a:pt x="204" y="52"/>
                    <a:pt x="203" y="51"/>
                    <a:pt x="203" y="52"/>
                  </a:cubicBezTo>
                  <a:cubicBezTo>
                    <a:pt x="204" y="53"/>
                    <a:pt x="203" y="55"/>
                    <a:pt x="203" y="57"/>
                  </a:cubicBezTo>
                  <a:cubicBezTo>
                    <a:pt x="203" y="57"/>
                    <a:pt x="204" y="57"/>
                    <a:pt x="203" y="57"/>
                  </a:cubicBezTo>
                  <a:cubicBezTo>
                    <a:pt x="203" y="58"/>
                    <a:pt x="204" y="57"/>
                    <a:pt x="204" y="57"/>
                  </a:cubicBezTo>
                  <a:cubicBezTo>
                    <a:pt x="204" y="58"/>
                    <a:pt x="204" y="58"/>
                    <a:pt x="203" y="58"/>
                  </a:cubicBezTo>
                  <a:cubicBezTo>
                    <a:pt x="203" y="58"/>
                    <a:pt x="203" y="59"/>
                    <a:pt x="204" y="59"/>
                  </a:cubicBezTo>
                  <a:cubicBezTo>
                    <a:pt x="204" y="59"/>
                    <a:pt x="203" y="59"/>
                    <a:pt x="203" y="59"/>
                  </a:cubicBezTo>
                  <a:cubicBezTo>
                    <a:pt x="203" y="60"/>
                    <a:pt x="203" y="60"/>
                    <a:pt x="204" y="60"/>
                  </a:cubicBezTo>
                  <a:cubicBezTo>
                    <a:pt x="204" y="61"/>
                    <a:pt x="203" y="60"/>
                    <a:pt x="203" y="61"/>
                  </a:cubicBezTo>
                  <a:cubicBezTo>
                    <a:pt x="204" y="61"/>
                    <a:pt x="204" y="61"/>
                    <a:pt x="204" y="61"/>
                  </a:cubicBezTo>
                  <a:cubicBezTo>
                    <a:pt x="204" y="62"/>
                    <a:pt x="204" y="62"/>
                    <a:pt x="204" y="62"/>
                  </a:cubicBezTo>
                  <a:cubicBezTo>
                    <a:pt x="204" y="63"/>
                    <a:pt x="204" y="64"/>
                    <a:pt x="203" y="64"/>
                  </a:cubicBezTo>
                  <a:cubicBezTo>
                    <a:pt x="204" y="64"/>
                    <a:pt x="204" y="65"/>
                    <a:pt x="204" y="65"/>
                  </a:cubicBezTo>
                  <a:cubicBezTo>
                    <a:pt x="203" y="65"/>
                    <a:pt x="204" y="65"/>
                    <a:pt x="203" y="64"/>
                  </a:cubicBezTo>
                  <a:cubicBezTo>
                    <a:pt x="203" y="65"/>
                    <a:pt x="203" y="65"/>
                    <a:pt x="203" y="66"/>
                  </a:cubicBezTo>
                  <a:cubicBezTo>
                    <a:pt x="203" y="66"/>
                    <a:pt x="204" y="66"/>
                    <a:pt x="204" y="67"/>
                  </a:cubicBezTo>
                  <a:cubicBezTo>
                    <a:pt x="204" y="67"/>
                    <a:pt x="204" y="67"/>
                    <a:pt x="203" y="67"/>
                  </a:cubicBezTo>
                  <a:cubicBezTo>
                    <a:pt x="204" y="68"/>
                    <a:pt x="203" y="68"/>
                    <a:pt x="203" y="68"/>
                  </a:cubicBezTo>
                  <a:cubicBezTo>
                    <a:pt x="203" y="68"/>
                    <a:pt x="203" y="69"/>
                    <a:pt x="203" y="69"/>
                  </a:cubicBezTo>
                  <a:cubicBezTo>
                    <a:pt x="203" y="69"/>
                    <a:pt x="202" y="69"/>
                    <a:pt x="202" y="69"/>
                  </a:cubicBezTo>
                  <a:cubicBezTo>
                    <a:pt x="202" y="70"/>
                    <a:pt x="202" y="70"/>
                    <a:pt x="202" y="70"/>
                  </a:cubicBezTo>
                  <a:cubicBezTo>
                    <a:pt x="201" y="70"/>
                    <a:pt x="202" y="71"/>
                    <a:pt x="202" y="72"/>
                  </a:cubicBezTo>
                  <a:cubicBezTo>
                    <a:pt x="202" y="72"/>
                    <a:pt x="200" y="72"/>
                    <a:pt x="201" y="73"/>
                  </a:cubicBezTo>
                  <a:cubicBezTo>
                    <a:pt x="201" y="73"/>
                    <a:pt x="200" y="73"/>
                    <a:pt x="200" y="74"/>
                  </a:cubicBezTo>
                  <a:cubicBezTo>
                    <a:pt x="199" y="74"/>
                    <a:pt x="199" y="75"/>
                    <a:pt x="198" y="75"/>
                  </a:cubicBezTo>
                  <a:cubicBezTo>
                    <a:pt x="198" y="75"/>
                    <a:pt x="197" y="75"/>
                    <a:pt x="197" y="75"/>
                  </a:cubicBezTo>
                  <a:cubicBezTo>
                    <a:pt x="197" y="75"/>
                    <a:pt x="197" y="76"/>
                    <a:pt x="196" y="76"/>
                  </a:cubicBezTo>
                  <a:cubicBezTo>
                    <a:pt x="196" y="76"/>
                    <a:pt x="196" y="76"/>
                    <a:pt x="196" y="76"/>
                  </a:cubicBezTo>
                  <a:cubicBezTo>
                    <a:pt x="196" y="76"/>
                    <a:pt x="196" y="76"/>
                    <a:pt x="196" y="76"/>
                  </a:cubicBezTo>
                  <a:cubicBezTo>
                    <a:pt x="195" y="77"/>
                    <a:pt x="193" y="77"/>
                    <a:pt x="192" y="77"/>
                  </a:cubicBezTo>
                  <a:cubicBezTo>
                    <a:pt x="191" y="77"/>
                    <a:pt x="191" y="77"/>
                    <a:pt x="191" y="77"/>
                  </a:cubicBezTo>
                  <a:cubicBezTo>
                    <a:pt x="190" y="77"/>
                    <a:pt x="190" y="77"/>
                    <a:pt x="189" y="77"/>
                  </a:cubicBezTo>
                  <a:cubicBezTo>
                    <a:pt x="189" y="77"/>
                    <a:pt x="189" y="77"/>
                    <a:pt x="188" y="77"/>
                  </a:cubicBezTo>
                  <a:cubicBezTo>
                    <a:pt x="188" y="77"/>
                    <a:pt x="188" y="77"/>
                    <a:pt x="188" y="77"/>
                  </a:cubicBezTo>
                  <a:cubicBezTo>
                    <a:pt x="188" y="77"/>
                    <a:pt x="187" y="76"/>
                    <a:pt x="187" y="76"/>
                  </a:cubicBezTo>
                  <a:cubicBezTo>
                    <a:pt x="187" y="76"/>
                    <a:pt x="187" y="75"/>
                    <a:pt x="186" y="75"/>
                  </a:cubicBezTo>
                  <a:cubicBezTo>
                    <a:pt x="186" y="74"/>
                    <a:pt x="186" y="74"/>
                    <a:pt x="186" y="73"/>
                  </a:cubicBezTo>
                  <a:cubicBezTo>
                    <a:pt x="186" y="73"/>
                    <a:pt x="186" y="72"/>
                    <a:pt x="186" y="71"/>
                  </a:cubicBezTo>
                  <a:cubicBezTo>
                    <a:pt x="186" y="70"/>
                    <a:pt x="186" y="69"/>
                    <a:pt x="186" y="68"/>
                  </a:cubicBezTo>
                  <a:cubicBezTo>
                    <a:pt x="186" y="67"/>
                    <a:pt x="186" y="64"/>
                    <a:pt x="186" y="63"/>
                  </a:cubicBezTo>
                  <a:cubicBezTo>
                    <a:pt x="186" y="62"/>
                    <a:pt x="186" y="62"/>
                    <a:pt x="186" y="61"/>
                  </a:cubicBezTo>
                  <a:cubicBezTo>
                    <a:pt x="186" y="60"/>
                    <a:pt x="186" y="58"/>
                    <a:pt x="187" y="57"/>
                  </a:cubicBezTo>
                  <a:cubicBezTo>
                    <a:pt x="187" y="56"/>
                    <a:pt x="187" y="55"/>
                    <a:pt x="187" y="54"/>
                  </a:cubicBezTo>
                  <a:cubicBezTo>
                    <a:pt x="187" y="53"/>
                    <a:pt x="187" y="51"/>
                    <a:pt x="187" y="49"/>
                  </a:cubicBezTo>
                  <a:cubicBezTo>
                    <a:pt x="187" y="49"/>
                    <a:pt x="187" y="49"/>
                    <a:pt x="187" y="49"/>
                  </a:cubicBezTo>
                  <a:cubicBezTo>
                    <a:pt x="187" y="49"/>
                    <a:pt x="187" y="49"/>
                    <a:pt x="187" y="48"/>
                  </a:cubicBezTo>
                  <a:cubicBezTo>
                    <a:pt x="187" y="47"/>
                    <a:pt x="187" y="46"/>
                    <a:pt x="187" y="44"/>
                  </a:cubicBezTo>
                  <a:cubicBezTo>
                    <a:pt x="187" y="42"/>
                    <a:pt x="187" y="41"/>
                    <a:pt x="187" y="38"/>
                  </a:cubicBezTo>
                  <a:cubicBezTo>
                    <a:pt x="187" y="38"/>
                    <a:pt x="187" y="38"/>
                    <a:pt x="187" y="38"/>
                  </a:cubicBezTo>
                  <a:cubicBezTo>
                    <a:pt x="187" y="37"/>
                    <a:pt x="187" y="37"/>
                    <a:pt x="187" y="37"/>
                  </a:cubicBezTo>
                  <a:cubicBezTo>
                    <a:pt x="187" y="36"/>
                    <a:pt x="188" y="33"/>
                    <a:pt x="188" y="31"/>
                  </a:cubicBezTo>
                  <a:cubicBezTo>
                    <a:pt x="188" y="29"/>
                    <a:pt x="188" y="26"/>
                    <a:pt x="188" y="23"/>
                  </a:cubicBezTo>
                  <a:cubicBezTo>
                    <a:pt x="189" y="23"/>
                    <a:pt x="189" y="23"/>
                    <a:pt x="189" y="22"/>
                  </a:cubicBezTo>
                  <a:cubicBezTo>
                    <a:pt x="189" y="21"/>
                    <a:pt x="189" y="21"/>
                    <a:pt x="190" y="20"/>
                  </a:cubicBezTo>
                  <a:cubicBezTo>
                    <a:pt x="190" y="20"/>
                    <a:pt x="190" y="19"/>
                    <a:pt x="190" y="19"/>
                  </a:cubicBezTo>
                  <a:cubicBezTo>
                    <a:pt x="191" y="19"/>
                    <a:pt x="191" y="19"/>
                    <a:pt x="191" y="19"/>
                  </a:cubicBezTo>
                  <a:cubicBezTo>
                    <a:pt x="191" y="19"/>
                    <a:pt x="191" y="19"/>
                    <a:pt x="191" y="19"/>
                  </a:cubicBezTo>
                  <a:cubicBezTo>
                    <a:pt x="191" y="19"/>
                    <a:pt x="191" y="19"/>
                    <a:pt x="191" y="19"/>
                  </a:cubicBezTo>
                  <a:cubicBezTo>
                    <a:pt x="191" y="18"/>
                    <a:pt x="191" y="18"/>
                    <a:pt x="191" y="18"/>
                  </a:cubicBezTo>
                  <a:cubicBezTo>
                    <a:pt x="191" y="18"/>
                    <a:pt x="192" y="18"/>
                    <a:pt x="192" y="18"/>
                  </a:cubicBezTo>
                  <a:cubicBezTo>
                    <a:pt x="192" y="18"/>
                    <a:pt x="192" y="17"/>
                    <a:pt x="192" y="17"/>
                  </a:cubicBezTo>
                  <a:cubicBezTo>
                    <a:pt x="192" y="17"/>
                    <a:pt x="192" y="17"/>
                    <a:pt x="193" y="17"/>
                  </a:cubicBezTo>
                  <a:cubicBezTo>
                    <a:pt x="193" y="17"/>
                    <a:pt x="193" y="17"/>
                    <a:pt x="193" y="16"/>
                  </a:cubicBezTo>
                  <a:cubicBezTo>
                    <a:pt x="194" y="16"/>
                    <a:pt x="194" y="16"/>
                    <a:pt x="194" y="15"/>
                  </a:cubicBezTo>
                  <a:cubicBezTo>
                    <a:pt x="195" y="15"/>
                    <a:pt x="195" y="15"/>
                    <a:pt x="196" y="15"/>
                  </a:cubicBezTo>
                  <a:cubicBezTo>
                    <a:pt x="196" y="15"/>
                    <a:pt x="196" y="15"/>
                    <a:pt x="196" y="14"/>
                  </a:cubicBezTo>
                  <a:cubicBezTo>
                    <a:pt x="196" y="14"/>
                    <a:pt x="196" y="14"/>
                    <a:pt x="197" y="14"/>
                  </a:cubicBezTo>
                  <a:cubicBezTo>
                    <a:pt x="198" y="14"/>
                    <a:pt x="201" y="13"/>
                    <a:pt x="203" y="14"/>
                  </a:cubicBezTo>
                  <a:cubicBezTo>
                    <a:pt x="204" y="13"/>
                    <a:pt x="204" y="13"/>
                    <a:pt x="205" y="13"/>
                  </a:cubicBezTo>
                  <a:cubicBezTo>
                    <a:pt x="205" y="13"/>
                    <a:pt x="206" y="13"/>
                    <a:pt x="206" y="13"/>
                  </a:cubicBezTo>
                  <a:cubicBezTo>
                    <a:pt x="206" y="13"/>
                    <a:pt x="206" y="13"/>
                    <a:pt x="207" y="13"/>
                  </a:cubicBezTo>
                  <a:cubicBezTo>
                    <a:pt x="208" y="13"/>
                    <a:pt x="209" y="14"/>
                    <a:pt x="210" y="14"/>
                  </a:cubicBezTo>
                  <a:cubicBezTo>
                    <a:pt x="210" y="13"/>
                    <a:pt x="211" y="13"/>
                    <a:pt x="211" y="13"/>
                  </a:cubicBezTo>
                  <a:cubicBezTo>
                    <a:pt x="212" y="13"/>
                    <a:pt x="212" y="13"/>
                    <a:pt x="213" y="12"/>
                  </a:cubicBezTo>
                  <a:cubicBezTo>
                    <a:pt x="213" y="12"/>
                    <a:pt x="214" y="11"/>
                    <a:pt x="215" y="11"/>
                  </a:cubicBezTo>
                  <a:cubicBezTo>
                    <a:pt x="215" y="11"/>
                    <a:pt x="215" y="10"/>
                    <a:pt x="215" y="10"/>
                  </a:cubicBezTo>
                  <a:cubicBezTo>
                    <a:pt x="215" y="10"/>
                    <a:pt x="216" y="10"/>
                    <a:pt x="216" y="10"/>
                  </a:cubicBezTo>
                  <a:cubicBezTo>
                    <a:pt x="216" y="9"/>
                    <a:pt x="216" y="9"/>
                    <a:pt x="216" y="9"/>
                  </a:cubicBezTo>
                  <a:cubicBezTo>
                    <a:pt x="216" y="9"/>
                    <a:pt x="217" y="8"/>
                    <a:pt x="217" y="8"/>
                  </a:cubicBezTo>
                  <a:cubicBezTo>
                    <a:pt x="217" y="8"/>
                    <a:pt x="218" y="8"/>
                    <a:pt x="218" y="7"/>
                  </a:cubicBezTo>
                  <a:cubicBezTo>
                    <a:pt x="219" y="7"/>
                    <a:pt x="219" y="6"/>
                    <a:pt x="220" y="5"/>
                  </a:cubicBezTo>
                  <a:cubicBezTo>
                    <a:pt x="220" y="5"/>
                    <a:pt x="220" y="5"/>
                    <a:pt x="220" y="4"/>
                  </a:cubicBezTo>
                  <a:cubicBezTo>
                    <a:pt x="222" y="4"/>
                    <a:pt x="223" y="3"/>
                    <a:pt x="225" y="2"/>
                  </a:cubicBezTo>
                  <a:cubicBezTo>
                    <a:pt x="225" y="2"/>
                    <a:pt x="226" y="2"/>
                    <a:pt x="226" y="2"/>
                  </a:cubicBezTo>
                  <a:cubicBezTo>
                    <a:pt x="226" y="1"/>
                    <a:pt x="226" y="1"/>
                    <a:pt x="227" y="1"/>
                  </a:cubicBezTo>
                  <a:cubicBezTo>
                    <a:pt x="228" y="1"/>
                    <a:pt x="228" y="1"/>
                    <a:pt x="229" y="0"/>
                  </a:cubicBezTo>
                  <a:cubicBezTo>
                    <a:pt x="232" y="0"/>
                    <a:pt x="237" y="0"/>
                    <a:pt x="238" y="3"/>
                  </a:cubicBezTo>
                  <a:cubicBezTo>
                    <a:pt x="238" y="3"/>
                    <a:pt x="238" y="2"/>
                    <a:pt x="238" y="2"/>
                  </a:cubicBezTo>
                  <a:cubicBezTo>
                    <a:pt x="239" y="2"/>
                    <a:pt x="239" y="3"/>
                    <a:pt x="239" y="3"/>
                  </a:cubicBezTo>
                  <a:cubicBezTo>
                    <a:pt x="239" y="3"/>
                    <a:pt x="239" y="4"/>
                    <a:pt x="239" y="4"/>
                  </a:cubicBezTo>
                  <a:cubicBezTo>
                    <a:pt x="239" y="4"/>
                    <a:pt x="239" y="5"/>
                    <a:pt x="240" y="5"/>
                  </a:cubicBezTo>
                  <a:cubicBezTo>
                    <a:pt x="240" y="5"/>
                    <a:pt x="240" y="5"/>
                    <a:pt x="240" y="5"/>
                  </a:cubicBezTo>
                  <a:cubicBezTo>
                    <a:pt x="240" y="6"/>
                    <a:pt x="240" y="6"/>
                    <a:pt x="240" y="7"/>
                  </a:cubicBezTo>
                  <a:cubicBezTo>
                    <a:pt x="240" y="7"/>
                    <a:pt x="241" y="7"/>
                    <a:pt x="241"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sp>
          <p:nvSpPr>
            <p:cNvPr id="81" name="Freeform 18">
              <a:extLst>
                <a:ext uri="{FF2B5EF4-FFF2-40B4-BE49-F238E27FC236}">
                  <a16:creationId xmlns:a16="http://schemas.microsoft.com/office/drawing/2014/main" id="{1ED35926-42CE-6649-BC6A-B509788DFF20}"/>
                </a:ext>
              </a:extLst>
            </p:cNvPr>
            <p:cNvSpPr>
              <a:spLocks/>
            </p:cNvSpPr>
            <p:nvPr/>
          </p:nvSpPr>
          <p:spPr bwMode="auto">
            <a:xfrm>
              <a:off x="2852" y="2062"/>
              <a:ext cx="163" cy="305"/>
            </a:xfrm>
            <a:custGeom>
              <a:avLst/>
              <a:gdLst>
                <a:gd name="T0" fmla="*/ 20 w 38"/>
                <a:gd name="T1" fmla="*/ 34 h 73"/>
                <a:gd name="T2" fmla="*/ 20 w 38"/>
                <a:gd name="T3" fmla="*/ 39 h 73"/>
                <a:gd name="T4" fmla="*/ 20 w 38"/>
                <a:gd name="T5" fmla="*/ 42 h 73"/>
                <a:gd name="T6" fmla="*/ 19 w 38"/>
                <a:gd name="T7" fmla="*/ 52 h 73"/>
                <a:gd name="T8" fmla="*/ 19 w 38"/>
                <a:gd name="T9" fmla="*/ 55 h 73"/>
                <a:gd name="T10" fmla="*/ 19 w 38"/>
                <a:gd name="T11" fmla="*/ 57 h 73"/>
                <a:gd name="T12" fmla="*/ 18 w 38"/>
                <a:gd name="T13" fmla="*/ 65 h 73"/>
                <a:gd name="T14" fmla="*/ 17 w 38"/>
                <a:gd name="T15" fmla="*/ 66 h 73"/>
                <a:gd name="T16" fmla="*/ 14 w 38"/>
                <a:gd name="T17" fmla="*/ 70 h 73"/>
                <a:gd name="T18" fmla="*/ 10 w 38"/>
                <a:gd name="T19" fmla="*/ 72 h 73"/>
                <a:gd name="T20" fmla="*/ 3 w 38"/>
                <a:gd name="T21" fmla="*/ 73 h 73"/>
                <a:gd name="T22" fmla="*/ 2 w 38"/>
                <a:gd name="T23" fmla="*/ 72 h 73"/>
                <a:gd name="T24" fmla="*/ 1 w 38"/>
                <a:gd name="T25" fmla="*/ 70 h 73"/>
                <a:gd name="T26" fmla="*/ 1 w 38"/>
                <a:gd name="T27" fmla="*/ 70 h 73"/>
                <a:gd name="T28" fmla="*/ 1 w 38"/>
                <a:gd name="T29" fmla="*/ 62 h 73"/>
                <a:gd name="T30" fmla="*/ 1 w 38"/>
                <a:gd name="T31" fmla="*/ 53 h 73"/>
                <a:gd name="T32" fmla="*/ 1 w 38"/>
                <a:gd name="T33" fmla="*/ 47 h 73"/>
                <a:gd name="T34" fmla="*/ 1 w 38"/>
                <a:gd name="T35" fmla="*/ 46 h 73"/>
                <a:gd name="T36" fmla="*/ 1 w 38"/>
                <a:gd name="T37" fmla="*/ 43 h 73"/>
                <a:gd name="T38" fmla="*/ 2 w 38"/>
                <a:gd name="T39" fmla="*/ 41 h 73"/>
                <a:gd name="T40" fmla="*/ 3 w 38"/>
                <a:gd name="T41" fmla="*/ 31 h 73"/>
                <a:gd name="T42" fmla="*/ 4 w 38"/>
                <a:gd name="T43" fmla="*/ 15 h 73"/>
                <a:gd name="T44" fmla="*/ 7 w 38"/>
                <a:gd name="T45" fmla="*/ 10 h 73"/>
                <a:gd name="T46" fmla="*/ 14 w 38"/>
                <a:gd name="T47" fmla="*/ 6 h 73"/>
                <a:gd name="T48" fmla="*/ 18 w 38"/>
                <a:gd name="T49" fmla="*/ 5 h 73"/>
                <a:gd name="T50" fmla="*/ 20 w 38"/>
                <a:gd name="T51" fmla="*/ 5 h 73"/>
                <a:gd name="T52" fmla="*/ 24 w 38"/>
                <a:gd name="T53" fmla="*/ 3 h 73"/>
                <a:gd name="T54" fmla="*/ 24 w 38"/>
                <a:gd name="T55" fmla="*/ 3 h 73"/>
                <a:gd name="T56" fmla="*/ 26 w 38"/>
                <a:gd name="T57" fmla="*/ 2 h 73"/>
                <a:gd name="T58" fmla="*/ 29 w 38"/>
                <a:gd name="T59" fmla="*/ 1 h 73"/>
                <a:gd name="T60" fmla="*/ 34 w 38"/>
                <a:gd name="T61" fmla="*/ 0 h 73"/>
                <a:gd name="T62" fmla="*/ 35 w 38"/>
                <a:gd name="T63" fmla="*/ 1 h 73"/>
                <a:gd name="T64" fmla="*/ 38 w 38"/>
                <a:gd name="T65" fmla="*/ 6 h 73"/>
                <a:gd name="T66" fmla="*/ 36 w 38"/>
                <a:gd name="T67" fmla="*/ 12 h 73"/>
                <a:gd name="T68" fmla="*/ 34 w 38"/>
                <a:gd name="T69" fmla="*/ 14 h 73"/>
                <a:gd name="T70" fmla="*/ 28 w 38"/>
                <a:gd name="T71" fmla="*/ 19 h 73"/>
                <a:gd name="T72" fmla="*/ 24 w 38"/>
                <a:gd name="T73" fmla="*/ 23 h 73"/>
                <a:gd name="T74" fmla="*/ 22 w 38"/>
                <a:gd name="T75" fmla="*/ 27 h 73"/>
                <a:gd name="T76" fmla="*/ 22 w 38"/>
                <a:gd name="T77" fmla="*/ 28 h 73"/>
                <a:gd name="T78" fmla="*/ 21 w 38"/>
                <a:gd name="T79" fmla="*/ 3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73">
                  <a:moveTo>
                    <a:pt x="21" y="33"/>
                  </a:moveTo>
                  <a:cubicBezTo>
                    <a:pt x="21" y="34"/>
                    <a:pt x="20" y="34"/>
                    <a:pt x="20" y="34"/>
                  </a:cubicBezTo>
                  <a:cubicBezTo>
                    <a:pt x="21" y="34"/>
                    <a:pt x="20" y="35"/>
                    <a:pt x="20" y="35"/>
                  </a:cubicBezTo>
                  <a:cubicBezTo>
                    <a:pt x="20" y="36"/>
                    <a:pt x="20" y="38"/>
                    <a:pt x="20" y="39"/>
                  </a:cubicBezTo>
                  <a:cubicBezTo>
                    <a:pt x="20" y="39"/>
                    <a:pt x="20" y="40"/>
                    <a:pt x="20" y="40"/>
                  </a:cubicBezTo>
                  <a:cubicBezTo>
                    <a:pt x="20" y="41"/>
                    <a:pt x="20" y="41"/>
                    <a:pt x="20" y="42"/>
                  </a:cubicBezTo>
                  <a:cubicBezTo>
                    <a:pt x="20" y="42"/>
                    <a:pt x="20" y="43"/>
                    <a:pt x="20" y="44"/>
                  </a:cubicBezTo>
                  <a:cubicBezTo>
                    <a:pt x="19" y="46"/>
                    <a:pt x="19" y="50"/>
                    <a:pt x="19" y="52"/>
                  </a:cubicBezTo>
                  <a:cubicBezTo>
                    <a:pt x="19" y="53"/>
                    <a:pt x="19" y="54"/>
                    <a:pt x="19" y="54"/>
                  </a:cubicBezTo>
                  <a:cubicBezTo>
                    <a:pt x="19" y="54"/>
                    <a:pt x="19" y="54"/>
                    <a:pt x="19" y="55"/>
                  </a:cubicBezTo>
                  <a:cubicBezTo>
                    <a:pt x="19" y="55"/>
                    <a:pt x="19" y="55"/>
                    <a:pt x="19" y="56"/>
                  </a:cubicBezTo>
                  <a:cubicBezTo>
                    <a:pt x="19" y="56"/>
                    <a:pt x="19" y="57"/>
                    <a:pt x="19" y="57"/>
                  </a:cubicBezTo>
                  <a:cubicBezTo>
                    <a:pt x="19" y="58"/>
                    <a:pt x="19" y="60"/>
                    <a:pt x="19" y="62"/>
                  </a:cubicBezTo>
                  <a:cubicBezTo>
                    <a:pt x="19" y="63"/>
                    <a:pt x="18" y="64"/>
                    <a:pt x="18" y="65"/>
                  </a:cubicBezTo>
                  <a:cubicBezTo>
                    <a:pt x="18" y="65"/>
                    <a:pt x="18" y="65"/>
                    <a:pt x="18" y="65"/>
                  </a:cubicBezTo>
                  <a:cubicBezTo>
                    <a:pt x="17" y="66"/>
                    <a:pt x="17" y="66"/>
                    <a:pt x="17" y="66"/>
                  </a:cubicBezTo>
                  <a:cubicBezTo>
                    <a:pt x="17" y="66"/>
                    <a:pt x="17" y="67"/>
                    <a:pt x="17" y="67"/>
                  </a:cubicBezTo>
                  <a:cubicBezTo>
                    <a:pt x="16" y="68"/>
                    <a:pt x="15" y="68"/>
                    <a:pt x="14" y="70"/>
                  </a:cubicBezTo>
                  <a:cubicBezTo>
                    <a:pt x="14" y="69"/>
                    <a:pt x="14" y="70"/>
                    <a:pt x="13" y="71"/>
                  </a:cubicBezTo>
                  <a:cubicBezTo>
                    <a:pt x="12" y="71"/>
                    <a:pt x="11" y="71"/>
                    <a:pt x="10" y="72"/>
                  </a:cubicBezTo>
                  <a:cubicBezTo>
                    <a:pt x="9" y="72"/>
                    <a:pt x="7" y="73"/>
                    <a:pt x="6" y="73"/>
                  </a:cubicBezTo>
                  <a:cubicBezTo>
                    <a:pt x="5" y="73"/>
                    <a:pt x="4" y="73"/>
                    <a:pt x="3" y="73"/>
                  </a:cubicBezTo>
                  <a:cubicBezTo>
                    <a:pt x="3" y="73"/>
                    <a:pt x="3" y="73"/>
                    <a:pt x="3" y="73"/>
                  </a:cubicBezTo>
                  <a:cubicBezTo>
                    <a:pt x="3" y="72"/>
                    <a:pt x="3" y="72"/>
                    <a:pt x="2" y="72"/>
                  </a:cubicBezTo>
                  <a:cubicBezTo>
                    <a:pt x="2" y="71"/>
                    <a:pt x="2" y="71"/>
                    <a:pt x="2" y="71"/>
                  </a:cubicBezTo>
                  <a:cubicBezTo>
                    <a:pt x="2" y="71"/>
                    <a:pt x="2" y="71"/>
                    <a:pt x="1" y="70"/>
                  </a:cubicBezTo>
                  <a:cubicBezTo>
                    <a:pt x="1" y="70"/>
                    <a:pt x="1" y="70"/>
                    <a:pt x="1" y="70"/>
                  </a:cubicBezTo>
                  <a:cubicBezTo>
                    <a:pt x="1" y="70"/>
                    <a:pt x="1" y="70"/>
                    <a:pt x="1" y="70"/>
                  </a:cubicBezTo>
                  <a:cubicBezTo>
                    <a:pt x="1" y="69"/>
                    <a:pt x="1" y="69"/>
                    <a:pt x="1" y="68"/>
                  </a:cubicBezTo>
                  <a:cubicBezTo>
                    <a:pt x="0" y="67"/>
                    <a:pt x="1" y="64"/>
                    <a:pt x="1" y="62"/>
                  </a:cubicBezTo>
                  <a:cubicBezTo>
                    <a:pt x="1" y="61"/>
                    <a:pt x="0" y="60"/>
                    <a:pt x="1" y="59"/>
                  </a:cubicBezTo>
                  <a:cubicBezTo>
                    <a:pt x="1" y="57"/>
                    <a:pt x="2" y="55"/>
                    <a:pt x="1" y="53"/>
                  </a:cubicBezTo>
                  <a:cubicBezTo>
                    <a:pt x="1" y="52"/>
                    <a:pt x="1" y="50"/>
                    <a:pt x="1" y="49"/>
                  </a:cubicBezTo>
                  <a:cubicBezTo>
                    <a:pt x="1" y="49"/>
                    <a:pt x="1" y="48"/>
                    <a:pt x="1" y="47"/>
                  </a:cubicBezTo>
                  <a:cubicBezTo>
                    <a:pt x="1" y="47"/>
                    <a:pt x="1" y="47"/>
                    <a:pt x="1" y="46"/>
                  </a:cubicBezTo>
                  <a:cubicBezTo>
                    <a:pt x="1" y="46"/>
                    <a:pt x="1" y="46"/>
                    <a:pt x="1" y="46"/>
                  </a:cubicBezTo>
                  <a:cubicBezTo>
                    <a:pt x="1" y="46"/>
                    <a:pt x="1" y="45"/>
                    <a:pt x="1" y="45"/>
                  </a:cubicBezTo>
                  <a:cubicBezTo>
                    <a:pt x="1" y="44"/>
                    <a:pt x="1" y="43"/>
                    <a:pt x="1" y="43"/>
                  </a:cubicBezTo>
                  <a:cubicBezTo>
                    <a:pt x="1" y="43"/>
                    <a:pt x="1" y="42"/>
                    <a:pt x="2" y="42"/>
                  </a:cubicBezTo>
                  <a:cubicBezTo>
                    <a:pt x="2" y="41"/>
                    <a:pt x="2" y="41"/>
                    <a:pt x="2" y="41"/>
                  </a:cubicBezTo>
                  <a:cubicBezTo>
                    <a:pt x="2" y="39"/>
                    <a:pt x="2" y="36"/>
                    <a:pt x="3" y="34"/>
                  </a:cubicBezTo>
                  <a:cubicBezTo>
                    <a:pt x="3" y="33"/>
                    <a:pt x="3" y="32"/>
                    <a:pt x="3" y="31"/>
                  </a:cubicBezTo>
                  <a:cubicBezTo>
                    <a:pt x="3" y="28"/>
                    <a:pt x="3" y="24"/>
                    <a:pt x="3" y="20"/>
                  </a:cubicBezTo>
                  <a:cubicBezTo>
                    <a:pt x="3" y="18"/>
                    <a:pt x="4" y="16"/>
                    <a:pt x="4" y="15"/>
                  </a:cubicBezTo>
                  <a:cubicBezTo>
                    <a:pt x="5" y="13"/>
                    <a:pt x="5" y="12"/>
                    <a:pt x="6" y="11"/>
                  </a:cubicBezTo>
                  <a:cubicBezTo>
                    <a:pt x="6" y="11"/>
                    <a:pt x="6" y="10"/>
                    <a:pt x="7" y="10"/>
                  </a:cubicBezTo>
                  <a:cubicBezTo>
                    <a:pt x="8" y="9"/>
                    <a:pt x="9" y="8"/>
                    <a:pt x="10" y="7"/>
                  </a:cubicBezTo>
                  <a:cubicBezTo>
                    <a:pt x="11" y="7"/>
                    <a:pt x="13" y="6"/>
                    <a:pt x="14" y="6"/>
                  </a:cubicBezTo>
                  <a:cubicBezTo>
                    <a:pt x="14" y="6"/>
                    <a:pt x="14" y="6"/>
                    <a:pt x="14" y="6"/>
                  </a:cubicBezTo>
                  <a:cubicBezTo>
                    <a:pt x="16" y="5"/>
                    <a:pt x="17" y="5"/>
                    <a:pt x="18" y="5"/>
                  </a:cubicBezTo>
                  <a:cubicBezTo>
                    <a:pt x="18" y="5"/>
                    <a:pt x="19" y="5"/>
                    <a:pt x="19" y="5"/>
                  </a:cubicBezTo>
                  <a:cubicBezTo>
                    <a:pt x="19" y="5"/>
                    <a:pt x="20" y="5"/>
                    <a:pt x="20" y="5"/>
                  </a:cubicBezTo>
                  <a:cubicBezTo>
                    <a:pt x="21" y="4"/>
                    <a:pt x="21" y="4"/>
                    <a:pt x="22" y="4"/>
                  </a:cubicBezTo>
                  <a:cubicBezTo>
                    <a:pt x="23" y="4"/>
                    <a:pt x="23" y="3"/>
                    <a:pt x="24" y="3"/>
                  </a:cubicBezTo>
                  <a:cubicBezTo>
                    <a:pt x="24" y="3"/>
                    <a:pt x="24" y="3"/>
                    <a:pt x="24" y="3"/>
                  </a:cubicBezTo>
                  <a:cubicBezTo>
                    <a:pt x="24" y="3"/>
                    <a:pt x="24" y="3"/>
                    <a:pt x="24" y="3"/>
                  </a:cubicBezTo>
                  <a:cubicBezTo>
                    <a:pt x="25" y="3"/>
                    <a:pt x="25" y="2"/>
                    <a:pt x="26" y="3"/>
                  </a:cubicBezTo>
                  <a:cubicBezTo>
                    <a:pt x="26" y="2"/>
                    <a:pt x="26" y="2"/>
                    <a:pt x="26" y="2"/>
                  </a:cubicBezTo>
                  <a:cubicBezTo>
                    <a:pt x="27" y="2"/>
                    <a:pt x="27" y="1"/>
                    <a:pt x="28" y="2"/>
                  </a:cubicBezTo>
                  <a:cubicBezTo>
                    <a:pt x="28" y="1"/>
                    <a:pt x="28" y="1"/>
                    <a:pt x="29" y="1"/>
                  </a:cubicBezTo>
                  <a:cubicBezTo>
                    <a:pt x="29" y="1"/>
                    <a:pt x="29" y="1"/>
                    <a:pt x="29" y="1"/>
                  </a:cubicBezTo>
                  <a:cubicBezTo>
                    <a:pt x="31" y="0"/>
                    <a:pt x="32" y="0"/>
                    <a:pt x="34" y="0"/>
                  </a:cubicBezTo>
                  <a:cubicBezTo>
                    <a:pt x="34" y="0"/>
                    <a:pt x="34" y="0"/>
                    <a:pt x="35" y="0"/>
                  </a:cubicBezTo>
                  <a:cubicBezTo>
                    <a:pt x="35" y="0"/>
                    <a:pt x="35" y="1"/>
                    <a:pt x="35" y="1"/>
                  </a:cubicBezTo>
                  <a:cubicBezTo>
                    <a:pt x="36" y="1"/>
                    <a:pt x="36" y="2"/>
                    <a:pt x="37" y="3"/>
                  </a:cubicBezTo>
                  <a:cubicBezTo>
                    <a:pt x="37" y="4"/>
                    <a:pt x="38" y="5"/>
                    <a:pt x="38" y="6"/>
                  </a:cubicBezTo>
                  <a:cubicBezTo>
                    <a:pt x="38" y="7"/>
                    <a:pt x="37" y="8"/>
                    <a:pt x="38" y="9"/>
                  </a:cubicBezTo>
                  <a:cubicBezTo>
                    <a:pt x="37" y="10"/>
                    <a:pt x="37" y="11"/>
                    <a:pt x="36" y="12"/>
                  </a:cubicBezTo>
                  <a:cubicBezTo>
                    <a:pt x="36" y="12"/>
                    <a:pt x="36" y="12"/>
                    <a:pt x="36" y="12"/>
                  </a:cubicBezTo>
                  <a:cubicBezTo>
                    <a:pt x="35" y="13"/>
                    <a:pt x="35" y="13"/>
                    <a:pt x="34" y="14"/>
                  </a:cubicBezTo>
                  <a:cubicBezTo>
                    <a:pt x="33" y="15"/>
                    <a:pt x="31" y="16"/>
                    <a:pt x="29" y="18"/>
                  </a:cubicBezTo>
                  <a:cubicBezTo>
                    <a:pt x="29" y="18"/>
                    <a:pt x="28" y="18"/>
                    <a:pt x="28" y="19"/>
                  </a:cubicBezTo>
                  <a:cubicBezTo>
                    <a:pt x="28" y="19"/>
                    <a:pt x="27" y="19"/>
                    <a:pt x="27" y="20"/>
                  </a:cubicBezTo>
                  <a:cubicBezTo>
                    <a:pt x="26" y="21"/>
                    <a:pt x="25" y="22"/>
                    <a:pt x="24" y="23"/>
                  </a:cubicBezTo>
                  <a:cubicBezTo>
                    <a:pt x="24" y="24"/>
                    <a:pt x="23" y="25"/>
                    <a:pt x="22" y="26"/>
                  </a:cubicBezTo>
                  <a:cubicBezTo>
                    <a:pt x="22" y="26"/>
                    <a:pt x="22" y="27"/>
                    <a:pt x="22" y="27"/>
                  </a:cubicBezTo>
                  <a:cubicBezTo>
                    <a:pt x="22" y="27"/>
                    <a:pt x="22" y="27"/>
                    <a:pt x="22" y="28"/>
                  </a:cubicBezTo>
                  <a:cubicBezTo>
                    <a:pt x="22" y="28"/>
                    <a:pt x="22" y="28"/>
                    <a:pt x="22" y="28"/>
                  </a:cubicBezTo>
                  <a:cubicBezTo>
                    <a:pt x="22" y="28"/>
                    <a:pt x="21" y="29"/>
                    <a:pt x="22" y="30"/>
                  </a:cubicBezTo>
                  <a:cubicBezTo>
                    <a:pt x="21" y="30"/>
                    <a:pt x="21" y="31"/>
                    <a:pt x="21" y="32"/>
                  </a:cubicBezTo>
                  <a:cubicBezTo>
                    <a:pt x="21" y="32"/>
                    <a:pt x="21" y="33"/>
                    <a:pt x="21"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2"/>
                </a:solidFill>
              </a:endParaRPr>
            </a:p>
          </p:txBody>
        </p:sp>
      </p:grpSp>
      <p:sp>
        <p:nvSpPr>
          <p:cNvPr id="82" name="TextBox 81">
            <a:extLst>
              <a:ext uri="{FF2B5EF4-FFF2-40B4-BE49-F238E27FC236}">
                <a16:creationId xmlns:a16="http://schemas.microsoft.com/office/drawing/2014/main" id="{4682B314-FC3F-6F46-A5F3-A3A996546FD5}"/>
              </a:ext>
            </a:extLst>
          </p:cNvPr>
          <p:cNvSpPr txBox="1"/>
          <p:nvPr/>
        </p:nvSpPr>
        <p:spPr>
          <a:xfrm>
            <a:off x="11319734" y="6146230"/>
            <a:ext cx="344245" cy="153888"/>
          </a:xfrm>
          <a:prstGeom prst="rect">
            <a:avLst/>
          </a:prstGeom>
          <a:noFill/>
        </p:spPr>
        <p:txBody>
          <a:bodyPr wrap="square" lIns="0" tIns="0" rIns="0" bIns="0" rtlCol="0" anchor="ctr" anchorCtr="0">
            <a:spAutoFit/>
          </a:bodyPr>
          <a:lstStyle/>
          <a:p>
            <a:fld id="{7FDC34CF-4A90-584D-9ECF-C53CD92B0230}" type="slidenum">
              <a:rPr lang="en-US" sz="1000" smtClean="0">
                <a:solidFill>
                  <a:schemeClr val="accent1"/>
                </a:solidFill>
                <a:latin typeface="Arial Regular"/>
                <a:ea typeface="VM Circular Whisper TT Light" charset="0"/>
                <a:cs typeface="VM Circular Whisper Light" panose="020B0404020101020102" pitchFamily="34" charset="77"/>
              </a:rPr>
              <a:t>14</a:t>
            </a:fld>
            <a:endParaRPr lang="en-US" sz="1000" dirty="0">
              <a:solidFill>
                <a:schemeClr val="accent1"/>
              </a:solidFill>
              <a:latin typeface="Arial Regular"/>
              <a:ea typeface="VM Circular Whisper TT Light" charset="0"/>
              <a:cs typeface="VM Circular Whisper Light" panose="020B0404020101020102" pitchFamily="34" charset="77"/>
            </a:endParaRPr>
          </a:p>
        </p:txBody>
      </p:sp>
    </p:spTree>
    <p:extLst>
      <p:ext uri="{BB962C8B-B14F-4D97-AF65-F5344CB8AC3E}">
        <p14:creationId xmlns:p14="http://schemas.microsoft.com/office/powerpoint/2010/main" val="36127078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B11C247-A8DF-E540-8981-2ED72C54C659}"/>
              </a:ext>
            </a:extLst>
          </p:cNvPr>
          <p:cNvSpPr>
            <a:spLocks noGrp="1"/>
          </p:cNvSpPr>
          <p:nvPr>
            <p:ph idx="1"/>
          </p:nvPr>
        </p:nvSpPr>
        <p:spPr>
          <a:xfrm>
            <a:off x="587375" y="1784549"/>
            <a:ext cx="3348000" cy="2939266"/>
          </a:xfrm>
        </p:spPr>
        <p:txBody>
          <a:bodyPr/>
          <a:lstStyle/>
          <a:p>
            <a:r>
              <a:rPr lang="en-US" b="1" dirty="0">
                <a:solidFill>
                  <a:schemeClr val="accent1"/>
                </a:solidFill>
              </a:rPr>
              <a:t>Content frames</a:t>
            </a:r>
            <a:br>
              <a:rPr lang="en-US" dirty="0"/>
            </a:br>
            <a:r>
              <a:rPr lang="en-US" dirty="0"/>
              <a:t>Content frames are great way to give videos and pictures a meaningful spot on the page.</a:t>
            </a:r>
          </a:p>
          <a:p>
            <a:endParaRPr lang="en-US" dirty="0"/>
          </a:p>
          <a:p>
            <a:r>
              <a:rPr lang="en-US" b="1" dirty="0">
                <a:solidFill>
                  <a:schemeClr val="accent1"/>
                </a:solidFill>
              </a:rPr>
              <a:t>PowerPoint toolkit</a:t>
            </a:r>
          </a:p>
          <a:p>
            <a:r>
              <a:rPr lang="en-US" dirty="0"/>
              <a:t>You’ll find more content frames in the PowerPoint toolkit – just choose the frame you want, copy and paste into your presentation, then place a picture on top… easy!</a:t>
            </a:r>
          </a:p>
        </p:txBody>
      </p:sp>
      <p:sp>
        <p:nvSpPr>
          <p:cNvPr id="8" name="Text Placeholder 7">
            <a:extLst>
              <a:ext uri="{FF2B5EF4-FFF2-40B4-BE49-F238E27FC236}">
                <a16:creationId xmlns:a16="http://schemas.microsoft.com/office/drawing/2014/main" id="{17315BD9-E5BB-1E40-996D-D86E62963376}"/>
              </a:ext>
            </a:extLst>
          </p:cNvPr>
          <p:cNvSpPr>
            <a:spLocks noGrp="1"/>
          </p:cNvSpPr>
          <p:nvPr>
            <p:ph type="body" sz="half" idx="2"/>
          </p:nvPr>
        </p:nvSpPr>
        <p:spPr/>
        <p:txBody>
          <a:bodyPr/>
          <a:lstStyle/>
          <a:p>
            <a:r>
              <a:rPr lang="en-US" dirty="0"/>
              <a:t>Give your photos or videos a place to live.</a:t>
            </a:r>
          </a:p>
        </p:txBody>
      </p:sp>
      <p:sp>
        <p:nvSpPr>
          <p:cNvPr id="6" name="Title 5">
            <a:extLst>
              <a:ext uri="{FF2B5EF4-FFF2-40B4-BE49-F238E27FC236}">
                <a16:creationId xmlns:a16="http://schemas.microsoft.com/office/drawing/2014/main" id="{35AA0DDD-77DC-544A-96C2-C7F09BE33160}"/>
              </a:ext>
            </a:extLst>
          </p:cNvPr>
          <p:cNvSpPr>
            <a:spLocks noGrp="1"/>
          </p:cNvSpPr>
          <p:nvPr>
            <p:ph type="title"/>
          </p:nvPr>
        </p:nvSpPr>
        <p:spPr/>
        <p:txBody>
          <a:bodyPr/>
          <a:lstStyle/>
          <a:p>
            <a:r>
              <a:rPr lang="en-US" dirty="0"/>
              <a:t>Pop images into content frames</a:t>
            </a:r>
          </a:p>
        </p:txBody>
      </p:sp>
      <p:pic>
        <p:nvPicPr>
          <p:cNvPr id="15" name="Content Placeholder 14">
            <a:extLst>
              <a:ext uri="{FF2B5EF4-FFF2-40B4-BE49-F238E27FC236}">
                <a16:creationId xmlns:a16="http://schemas.microsoft.com/office/drawing/2014/main" id="{209CF463-9F8E-E64E-9BD4-25DB1F3EC8F8}"/>
              </a:ext>
            </a:extLst>
          </p:cNvPr>
          <p:cNvPicPr>
            <a:picLocks noGrp="1" noChangeAspect="1"/>
          </p:cNvPicPr>
          <p:nvPr>
            <p:ph sz="quarter" idx="12"/>
          </p:nvPr>
        </p:nvPicPr>
        <p:blipFill rotWithShape="1">
          <a:blip r:embed="rId2"/>
          <a:srcRect l="315" t="932" r="315" b="383"/>
          <a:stretch/>
        </p:blipFill>
        <p:spPr>
          <a:xfrm>
            <a:off x="4508685" y="1771650"/>
            <a:ext cx="6511789" cy="3637632"/>
          </a:xfrm>
        </p:spPr>
      </p:pic>
      <p:sp>
        <p:nvSpPr>
          <p:cNvPr id="9" name="Text Placeholder 8">
            <a:extLst>
              <a:ext uri="{FF2B5EF4-FFF2-40B4-BE49-F238E27FC236}">
                <a16:creationId xmlns:a16="http://schemas.microsoft.com/office/drawing/2014/main" id="{777E07A1-548E-E449-9451-54654E9D5B16}"/>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23157664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4C4FD-9097-964F-A7D2-DEA104ECD508}"/>
              </a:ext>
            </a:extLst>
          </p:cNvPr>
          <p:cNvSpPr>
            <a:spLocks noGrp="1"/>
          </p:cNvSpPr>
          <p:nvPr>
            <p:ph type="ctrTitle"/>
          </p:nvPr>
        </p:nvSpPr>
        <p:spPr>
          <a:xfrm>
            <a:off x="1258888" y="2709724"/>
            <a:ext cx="9185275" cy="664797"/>
          </a:xfrm>
        </p:spPr>
        <p:txBody>
          <a:bodyPr/>
          <a:lstStyle/>
          <a:p>
            <a:r>
              <a:rPr lang="en-US" dirty="0"/>
              <a:t>Charts and graphs</a:t>
            </a:r>
          </a:p>
        </p:txBody>
      </p:sp>
      <p:sp>
        <p:nvSpPr>
          <p:cNvPr id="3" name="Subtitle 2">
            <a:extLst>
              <a:ext uri="{FF2B5EF4-FFF2-40B4-BE49-F238E27FC236}">
                <a16:creationId xmlns:a16="http://schemas.microsoft.com/office/drawing/2014/main" id="{27EA8544-5284-5B4B-AFC2-8ADF27F966F5}"/>
              </a:ext>
            </a:extLst>
          </p:cNvPr>
          <p:cNvSpPr>
            <a:spLocks noGrp="1"/>
          </p:cNvSpPr>
          <p:nvPr>
            <p:ph type="subTitle" idx="1"/>
          </p:nvPr>
        </p:nvSpPr>
        <p:spPr>
          <a:xfrm>
            <a:off x="1258888" y="3398031"/>
            <a:ext cx="9185275" cy="430887"/>
          </a:xfrm>
        </p:spPr>
        <p:txBody>
          <a:bodyPr/>
          <a:lstStyle/>
          <a:p>
            <a:r>
              <a:rPr lang="en-US" dirty="0"/>
              <a:t>Present your data in an engaging way.</a:t>
            </a:r>
          </a:p>
        </p:txBody>
      </p:sp>
      <p:sp>
        <p:nvSpPr>
          <p:cNvPr id="7" name="Text Placeholder 6">
            <a:extLst>
              <a:ext uri="{FF2B5EF4-FFF2-40B4-BE49-F238E27FC236}">
                <a16:creationId xmlns:a16="http://schemas.microsoft.com/office/drawing/2014/main" id="{7F06B593-292B-B943-AD08-80F71D9D3894}"/>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657306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DD9819-3DE1-C542-A5A2-C22DB708E46E}"/>
              </a:ext>
            </a:extLst>
          </p:cNvPr>
          <p:cNvSpPr>
            <a:spLocks noGrp="1"/>
          </p:cNvSpPr>
          <p:nvPr>
            <p:ph idx="1"/>
          </p:nvPr>
        </p:nvSpPr>
        <p:spPr>
          <a:xfrm>
            <a:off x="587375" y="1784549"/>
            <a:ext cx="3348000" cy="3508653"/>
          </a:xfrm>
        </p:spPr>
        <p:txBody>
          <a:bodyPr/>
          <a:lstStyle/>
          <a:p>
            <a:r>
              <a:rPr lang="en-US" b="1" dirty="0">
                <a:solidFill>
                  <a:schemeClr val="accent1"/>
                </a:solidFill>
              </a:rPr>
              <a:t>Keep it simple</a:t>
            </a:r>
            <a:br>
              <a:rPr lang="en-US" dirty="0"/>
            </a:br>
            <a:r>
              <a:rPr lang="en-US" dirty="0"/>
              <a:t>When creating charts and graphs using the tools within PowerPoint, avoid using any effects. These can look chaotic and take away from the useful stats you’re sharing.</a:t>
            </a:r>
          </a:p>
          <a:p>
            <a:endParaRPr lang="en-US" dirty="0"/>
          </a:p>
          <a:p>
            <a:r>
              <a:rPr lang="en-US" dirty="0"/>
              <a:t>Stick to the 2D options to show your data in an easy-to-understand way.</a:t>
            </a:r>
          </a:p>
          <a:p>
            <a:endParaRPr lang="en-US" dirty="0"/>
          </a:p>
          <a:p>
            <a:r>
              <a:rPr lang="en-US" dirty="0"/>
              <a:t>Our </a:t>
            </a:r>
            <a:r>
              <a:rPr lang="en-US" dirty="0" err="1"/>
              <a:t>colour</a:t>
            </a:r>
            <a:r>
              <a:rPr lang="en-US" dirty="0"/>
              <a:t> palette should be used confidently to help differentiate between information.</a:t>
            </a:r>
          </a:p>
        </p:txBody>
      </p:sp>
      <p:sp>
        <p:nvSpPr>
          <p:cNvPr id="5" name="Text Placeholder 4">
            <a:extLst>
              <a:ext uri="{FF2B5EF4-FFF2-40B4-BE49-F238E27FC236}">
                <a16:creationId xmlns:a16="http://schemas.microsoft.com/office/drawing/2014/main" id="{1C2EEFE6-C251-D74E-8A41-E91C18F5A076}"/>
              </a:ext>
            </a:extLst>
          </p:cNvPr>
          <p:cNvSpPr>
            <a:spLocks noGrp="1"/>
          </p:cNvSpPr>
          <p:nvPr>
            <p:ph type="body" sz="half" idx="2"/>
          </p:nvPr>
        </p:nvSpPr>
        <p:spPr/>
        <p:txBody>
          <a:bodyPr/>
          <a:lstStyle/>
          <a:p>
            <a:r>
              <a:rPr lang="en-US" dirty="0"/>
              <a:t>Don’t overcomplicate things – let your data do the talking.</a:t>
            </a:r>
          </a:p>
        </p:txBody>
      </p:sp>
      <p:sp>
        <p:nvSpPr>
          <p:cNvPr id="6" name="Title 5">
            <a:extLst>
              <a:ext uri="{FF2B5EF4-FFF2-40B4-BE49-F238E27FC236}">
                <a16:creationId xmlns:a16="http://schemas.microsoft.com/office/drawing/2014/main" id="{3F28F660-A554-3842-BE49-BB9EF9C3C98B}"/>
              </a:ext>
            </a:extLst>
          </p:cNvPr>
          <p:cNvSpPr>
            <a:spLocks noGrp="1"/>
          </p:cNvSpPr>
          <p:nvPr>
            <p:ph type="title"/>
          </p:nvPr>
        </p:nvSpPr>
        <p:spPr/>
        <p:txBody>
          <a:bodyPr/>
          <a:lstStyle/>
          <a:p>
            <a:r>
              <a:rPr lang="en-US" dirty="0"/>
              <a:t>Use graphs to share your data</a:t>
            </a:r>
          </a:p>
        </p:txBody>
      </p:sp>
      <p:sp>
        <p:nvSpPr>
          <p:cNvPr id="16" name="Text Placeholder 15">
            <a:extLst>
              <a:ext uri="{FF2B5EF4-FFF2-40B4-BE49-F238E27FC236}">
                <a16:creationId xmlns:a16="http://schemas.microsoft.com/office/drawing/2014/main" id="{77D41BDF-1274-DE47-8F81-F4E138410550}"/>
              </a:ext>
            </a:extLst>
          </p:cNvPr>
          <p:cNvSpPr>
            <a:spLocks noGrp="1"/>
          </p:cNvSpPr>
          <p:nvPr>
            <p:ph type="body" sz="quarter" idx="11"/>
          </p:nvPr>
        </p:nvSpPr>
        <p:spPr/>
        <p:txBody>
          <a:bodyPr/>
          <a:lstStyle/>
          <a:p>
            <a:endParaRPr lang="en-US" dirty="0"/>
          </a:p>
        </p:txBody>
      </p:sp>
      <p:graphicFrame>
        <p:nvGraphicFramePr>
          <p:cNvPr id="9" name="Chart 8">
            <a:extLst>
              <a:ext uri="{FF2B5EF4-FFF2-40B4-BE49-F238E27FC236}">
                <a16:creationId xmlns:a16="http://schemas.microsoft.com/office/drawing/2014/main" id="{B48087B2-47D5-B546-8DCC-4E2239C76B0E}"/>
              </a:ext>
            </a:extLst>
          </p:cNvPr>
          <p:cNvGraphicFramePr/>
          <p:nvPr>
            <p:extLst>
              <p:ext uri="{D42A27DB-BD31-4B8C-83A1-F6EECF244321}">
                <p14:modId xmlns:p14="http://schemas.microsoft.com/office/powerpoint/2010/main" val="2824595180"/>
              </p:ext>
            </p:extLst>
          </p:nvPr>
        </p:nvGraphicFramePr>
        <p:xfrm>
          <a:off x="4817506" y="1484572"/>
          <a:ext cx="6197795" cy="41318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6531031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6097-B12A-4F46-9C79-6E30BCCF0BFE}"/>
              </a:ext>
            </a:extLst>
          </p:cNvPr>
          <p:cNvSpPr>
            <a:spLocks noGrp="1"/>
          </p:cNvSpPr>
          <p:nvPr>
            <p:ph type="title"/>
          </p:nvPr>
        </p:nvSpPr>
        <p:spPr/>
        <p:txBody>
          <a:bodyPr/>
          <a:lstStyle/>
          <a:p>
            <a:r>
              <a:rPr lang="en-US" dirty="0"/>
              <a:t>Charts and graphs examples</a:t>
            </a:r>
          </a:p>
        </p:txBody>
      </p:sp>
      <p:sp>
        <p:nvSpPr>
          <p:cNvPr id="3" name="Text Placeholder 2">
            <a:extLst>
              <a:ext uri="{FF2B5EF4-FFF2-40B4-BE49-F238E27FC236}">
                <a16:creationId xmlns:a16="http://schemas.microsoft.com/office/drawing/2014/main" id="{9D867A9F-E929-4045-A195-AE04ECDC61CF}"/>
              </a:ext>
            </a:extLst>
          </p:cNvPr>
          <p:cNvSpPr>
            <a:spLocks noGrp="1"/>
          </p:cNvSpPr>
          <p:nvPr>
            <p:ph type="body" sz="half" idx="2"/>
          </p:nvPr>
        </p:nvSpPr>
        <p:spPr/>
        <p:txBody>
          <a:bodyPr/>
          <a:lstStyle/>
          <a:p>
            <a:r>
              <a:rPr lang="en-US" dirty="0"/>
              <a:t>Keep the chart design simple to let your data do the talking.</a:t>
            </a:r>
          </a:p>
        </p:txBody>
      </p:sp>
      <p:sp>
        <p:nvSpPr>
          <p:cNvPr id="9" name="Text Placeholder 8">
            <a:extLst>
              <a:ext uri="{FF2B5EF4-FFF2-40B4-BE49-F238E27FC236}">
                <a16:creationId xmlns:a16="http://schemas.microsoft.com/office/drawing/2014/main" id="{A05460C5-4B55-6244-BF64-7D6B8A27355D}"/>
              </a:ext>
            </a:extLst>
          </p:cNvPr>
          <p:cNvSpPr>
            <a:spLocks noGrp="1"/>
          </p:cNvSpPr>
          <p:nvPr>
            <p:ph type="body" sz="quarter" idx="11"/>
          </p:nvPr>
        </p:nvSpPr>
        <p:spPr/>
        <p:txBody>
          <a:bodyPr/>
          <a:lstStyle/>
          <a:p>
            <a:endParaRPr lang="en-US" dirty="0"/>
          </a:p>
        </p:txBody>
      </p:sp>
      <p:graphicFrame>
        <p:nvGraphicFramePr>
          <p:cNvPr id="5" name="Chart 4">
            <a:extLst>
              <a:ext uri="{FF2B5EF4-FFF2-40B4-BE49-F238E27FC236}">
                <a16:creationId xmlns:a16="http://schemas.microsoft.com/office/drawing/2014/main" id="{BF93469C-319F-8E41-B69C-BCFB4F2C55E5}"/>
              </a:ext>
            </a:extLst>
          </p:cNvPr>
          <p:cNvGraphicFramePr/>
          <p:nvPr>
            <p:extLst>
              <p:ext uri="{D42A27DB-BD31-4B8C-83A1-F6EECF244321}">
                <p14:modId xmlns:p14="http://schemas.microsoft.com/office/powerpoint/2010/main" val="169649933"/>
              </p:ext>
            </p:extLst>
          </p:nvPr>
        </p:nvGraphicFramePr>
        <p:xfrm>
          <a:off x="721784" y="1892829"/>
          <a:ext cx="3593042" cy="36717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013C875A-9204-794D-B10A-F5DE37D651CE}"/>
              </a:ext>
            </a:extLst>
          </p:cNvPr>
          <p:cNvGraphicFramePr/>
          <p:nvPr>
            <p:extLst>
              <p:ext uri="{D42A27DB-BD31-4B8C-83A1-F6EECF244321}">
                <p14:modId xmlns:p14="http://schemas.microsoft.com/office/powerpoint/2010/main" val="4073073792"/>
              </p:ext>
            </p:extLst>
          </p:nvPr>
        </p:nvGraphicFramePr>
        <p:xfrm>
          <a:off x="5120482" y="1803665"/>
          <a:ext cx="5775059" cy="38500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6088627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53">
            <a:extLst>
              <a:ext uri="{FF2B5EF4-FFF2-40B4-BE49-F238E27FC236}">
                <a16:creationId xmlns:a16="http://schemas.microsoft.com/office/drawing/2014/main" id="{550A86AA-1C2A-AB4C-8A60-DD8453C702A2}"/>
              </a:ext>
            </a:extLst>
          </p:cNvPr>
          <p:cNvCxnSpPr>
            <a:cxnSpLocks/>
          </p:cNvCxnSpPr>
          <p:nvPr/>
        </p:nvCxnSpPr>
        <p:spPr>
          <a:xfrm flipV="1">
            <a:off x="8750400" y="3016754"/>
            <a:ext cx="0" cy="1621747"/>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3" name="Graphic 17">
            <a:extLst>
              <a:ext uri="{FF2B5EF4-FFF2-40B4-BE49-F238E27FC236}">
                <a16:creationId xmlns:a16="http://schemas.microsoft.com/office/drawing/2014/main" id="{73450D06-2C24-4712-BC98-70B89FF10C68}"/>
              </a:ext>
            </a:extLst>
          </p:cNvPr>
          <p:cNvSpPr/>
          <p:nvPr/>
        </p:nvSpPr>
        <p:spPr>
          <a:xfrm rot="16200000">
            <a:off x="8316268" y="4531517"/>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cxnSp>
        <p:nvCxnSpPr>
          <p:cNvPr id="78" name="Straight Connector 77">
            <a:extLst>
              <a:ext uri="{FF2B5EF4-FFF2-40B4-BE49-F238E27FC236}">
                <a16:creationId xmlns:a16="http://schemas.microsoft.com/office/drawing/2014/main" id="{247605DA-695E-B542-A840-F13B19A625A3}"/>
              </a:ext>
            </a:extLst>
          </p:cNvPr>
          <p:cNvCxnSpPr>
            <a:cxnSpLocks/>
          </p:cNvCxnSpPr>
          <p:nvPr/>
        </p:nvCxnSpPr>
        <p:spPr>
          <a:xfrm>
            <a:off x="7911576" y="3125406"/>
            <a:ext cx="0" cy="813312"/>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1" name="Graphic 17">
            <a:extLst>
              <a:ext uri="{FF2B5EF4-FFF2-40B4-BE49-F238E27FC236}">
                <a16:creationId xmlns:a16="http://schemas.microsoft.com/office/drawing/2014/main" id="{F468ED22-CA8B-4C7E-A63E-A6958851DD1E}"/>
              </a:ext>
            </a:extLst>
          </p:cNvPr>
          <p:cNvSpPr/>
          <p:nvPr/>
        </p:nvSpPr>
        <p:spPr>
          <a:xfrm rot="16200000">
            <a:off x="7475063" y="3620169"/>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cxnSp>
        <p:nvCxnSpPr>
          <p:cNvPr id="91" name="Straight Connector 90">
            <a:extLst>
              <a:ext uri="{FF2B5EF4-FFF2-40B4-BE49-F238E27FC236}">
                <a16:creationId xmlns:a16="http://schemas.microsoft.com/office/drawing/2014/main" id="{850D729A-C783-416D-B791-8C9A4E81497D}"/>
              </a:ext>
            </a:extLst>
          </p:cNvPr>
          <p:cNvCxnSpPr>
            <a:cxnSpLocks/>
          </p:cNvCxnSpPr>
          <p:nvPr/>
        </p:nvCxnSpPr>
        <p:spPr>
          <a:xfrm flipV="1">
            <a:off x="1570279" y="2925436"/>
            <a:ext cx="0" cy="1381893"/>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05" name="Graphic 17">
            <a:extLst>
              <a:ext uri="{FF2B5EF4-FFF2-40B4-BE49-F238E27FC236}">
                <a16:creationId xmlns:a16="http://schemas.microsoft.com/office/drawing/2014/main" id="{5B09D6B4-E1F4-4B49-B33A-98D615C8A92C}"/>
              </a:ext>
            </a:extLst>
          </p:cNvPr>
          <p:cNvSpPr/>
          <p:nvPr/>
        </p:nvSpPr>
        <p:spPr>
          <a:xfrm rot="16200000">
            <a:off x="1133087" y="4172749"/>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cxnSp>
        <p:nvCxnSpPr>
          <p:cNvPr id="170" name="Straight Connector 169">
            <a:extLst>
              <a:ext uri="{FF2B5EF4-FFF2-40B4-BE49-F238E27FC236}">
                <a16:creationId xmlns:a16="http://schemas.microsoft.com/office/drawing/2014/main" id="{18846087-5DAF-5845-8391-7915DDF81127}"/>
              </a:ext>
            </a:extLst>
          </p:cNvPr>
          <p:cNvCxnSpPr>
            <a:cxnSpLocks/>
          </p:cNvCxnSpPr>
          <p:nvPr/>
        </p:nvCxnSpPr>
        <p:spPr>
          <a:xfrm flipV="1">
            <a:off x="8012921" y="1752856"/>
            <a:ext cx="0" cy="1078479"/>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03" name="Graphic 17">
            <a:extLst>
              <a:ext uri="{FF2B5EF4-FFF2-40B4-BE49-F238E27FC236}">
                <a16:creationId xmlns:a16="http://schemas.microsoft.com/office/drawing/2014/main" id="{5B66D920-01CC-45B4-B8C6-E1C2A7D7F928}"/>
              </a:ext>
            </a:extLst>
          </p:cNvPr>
          <p:cNvSpPr/>
          <p:nvPr/>
        </p:nvSpPr>
        <p:spPr>
          <a:xfrm rot="5400000">
            <a:off x="7578789" y="927440"/>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cxnSp>
        <p:nvCxnSpPr>
          <p:cNvPr id="175" name="Straight Connector 174">
            <a:extLst>
              <a:ext uri="{FF2B5EF4-FFF2-40B4-BE49-F238E27FC236}">
                <a16:creationId xmlns:a16="http://schemas.microsoft.com/office/drawing/2014/main" id="{40DCCF19-FCAD-C34F-B1AD-C9DE28B9BE79}"/>
              </a:ext>
            </a:extLst>
          </p:cNvPr>
          <p:cNvCxnSpPr>
            <a:cxnSpLocks/>
          </p:cNvCxnSpPr>
          <p:nvPr/>
        </p:nvCxnSpPr>
        <p:spPr>
          <a:xfrm flipV="1">
            <a:off x="6862485" y="2305879"/>
            <a:ext cx="0" cy="52545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00" name="Graphic 17">
            <a:extLst>
              <a:ext uri="{FF2B5EF4-FFF2-40B4-BE49-F238E27FC236}">
                <a16:creationId xmlns:a16="http://schemas.microsoft.com/office/drawing/2014/main" id="{BEECA86F-3940-4FAA-8CF7-2518206F0E8C}"/>
              </a:ext>
            </a:extLst>
          </p:cNvPr>
          <p:cNvSpPr/>
          <p:nvPr/>
        </p:nvSpPr>
        <p:spPr>
          <a:xfrm rot="5400000">
            <a:off x="6428353" y="1535247"/>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cxnSp>
        <p:nvCxnSpPr>
          <p:cNvPr id="177" name="Straight Connector 176">
            <a:extLst>
              <a:ext uri="{FF2B5EF4-FFF2-40B4-BE49-F238E27FC236}">
                <a16:creationId xmlns:a16="http://schemas.microsoft.com/office/drawing/2014/main" id="{AA101AF1-70C5-E94C-8454-6DD3B5C38616}"/>
              </a:ext>
            </a:extLst>
          </p:cNvPr>
          <p:cNvCxnSpPr>
            <a:cxnSpLocks/>
          </p:cNvCxnSpPr>
          <p:nvPr/>
        </p:nvCxnSpPr>
        <p:spPr>
          <a:xfrm flipV="1">
            <a:off x="2538436" y="2647333"/>
            <a:ext cx="0" cy="444385"/>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9" name="Graphic 17">
            <a:extLst>
              <a:ext uri="{FF2B5EF4-FFF2-40B4-BE49-F238E27FC236}">
                <a16:creationId xmlns:a16="http://schemas.microsoft.com/office/drawing/2014/main" id="{FF38B963-524E-418A-B19A-40B41AC2E26E}"/>
              </a:ext>
            </a:extLst>
          </p:cNvPr>
          <p:cNvSpPr/>
          <p:nvPr/>
        </p:nvSpPr>
        <p:spPr>
          <a:xfrm rot="5400000">
            <a:off x="2104304" y="1887204"/>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cxnSp>
        <p:nvCxnSpPr>
          <p:cNvPr id="95" name="Straight Connector 94">
            <a:extLst>
              <a:ext uri="{FF2B5EF4-FFF2-40B4-BE49-F238E27FC236}">
                <a16:creationId xmlns:a16="http://schemas.microsoft.com/office/drawing/2014/main" id="{949216B3-CC40-45E8-80BD-B816FBD595BA}"/>
              </a:ext>
            </a:extLst>
          </p:cNvPr>
          <p:cNvCxnSpPr>
            <a:cxnSpLocks/>
          </p:cNvCxnSpPr>
          <p:nvPr/>
        </p:nvCxnSpPr>
        <p:spPr>
          <a:xfrm flipV="1">
            <a:off x="3458551" y="4296119"/>
            <a:ext cx="0" cy="651949"/>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81609F2-C213-4540-829E-F2E50B16FD2A}"/>
              </a:ext>
            </a:extLst>
          </p:cNvPr>
          <p:cNvCxnSpPr>
            <a:cxnSpLocks/>
          </p:cNvCxnSpPr>
          <p:nvPr/>
        </p:nvCxnSpPr>
        <p:spPr>
          <a:xfrm>
            <a:off x="10314359" y="3125406"/>
            <a:ext cx="0" cy="721354"/>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06D2C6A-38FA-4D20-A31B-DDD1B78352A9}"/>
              </a:ext>
            </a:extLst>
          </p:cNvPr>
          <p:cNvCxnSpPr>
            <a:cxnSpLocks/>
          </p:cNvCxnSpPr>
          <p:nvPr/>
        </p:nvCxnSpPr>
        <p:spPr>
          <a:xfrm flipV="1">
            <a:off x="3458551" y="2925437"/>
            <a:ext cx="0" cy="922669"/>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5794A3E-09EB-6E40-9B53-D2D44F85A232}"/>
              </a:ext>
            </a:extLst>
          </p:cNvPr>
          <p:cNvCxnSpPr>
            <a:cxnSpLocks/>
          </p:cNvCxnSpPr>
          <p:nvPr/>
        </p:nvCxnSpPr>
        <p:spPr>
          <a:xfrm flipV="1">
            <a:off x="1167735" y="1928565"/>
            <a:ext cx="0" cy="99687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B0686E9-4D70-7A49-9C23-FC3B98B274E8}"/>
              </a:ext>
            </a:extLst>
          </p:cNvPr>
          <p:cNvSpPr>
            <a:spLocks noGrp="1"/>
          </p:cNvSpPr>
          <p:nvPr>
            <p:ph type="title"/>
          </p:nvPr>
        </p:nvSpPr>
        <p:spPr/>
        <p:txBody>
          <a:bodyPr/>
          <a:lstStyle/>
          <a:p>
            <a:r>
              <a:rPr lang="en-US" dirty="0"/>
              <a:t>Example timeline slide</a:t>
            </a:r>
          </a:p>
        </p:txBody>
      </p:sp>
      <p:sp>
        <p:nvSpPr>
          <p:cNvPr id="25" name="Text Placeholder 24">
            <a:extLst>
              <a:ext uri="{FF2B5EF4-FFF2-40B4-BE49-F238E27FC236}">
                <a16:creationId xmlns:a16="http://schemas.microsoft.com/office/drawing/2014/main" id="{AA9B0501-0B0B-D14F-AE68-249BC1FD8B4E}"/>
              </a:ext>
            </a:extLst>
          </p:cNvPr>
          <p:cNvSpPr>
            <a:spLocks noGrp="1"/>
          </p:cNvSpPr>
          <p:nvPr>
            <p:ph type="body" sz="half" idx="2"/>
          </p:nvPr>
        </p:nvSpPr>
        <p:spPr/>
        <p:txBody>
          <a:bodyPr/>
          <a:lstStyle/>
          <a:p>
            <a:r>
              <a:rPr lang="en-US" dirty="0"/>
              <a:t>This is a great starting point (and looks pretty nice, right?)</a:t>
            </a:r>
          </a:p>
        </p:txBody>
      </p:sp>
      <p:sp>
        <p:nvSpPr>
          <p:cNvPr id="21" name="Text Placeholder 20">
            <a:extLst>
              <a:ext uri="{FF2B5EF4-FFF2-40B4-BE49-F238E27FC236}">
                <a16:creationId xmlns:a16="http://schemas.microsoft.com/office/drawing/2014/main" id="{A9FBBC18-889A-6844-88EE-BCD781027458}"/>
              </a:ext>
            </a:extLst>
          </p:cNvPr>
          <p:cNvSpPr>
            <a:spLocks noGrp="1"/>
          </p:cNvSpPr>
          <p:nvPr>
            <p:ph type="body" sz="quarter" idx="11"/>
          </p:nvPr>
        </p:nvSpPr>
        <p:spPr/>
        <p:txBody>
          <a:bodyPr/>
          <a:lstStyle/>
          <a:p>
            <a:endParaRPr lang="en-US" dirty="0"/>
          </a:p>
        </p:txBody>
      </p:sp>
      <p:cxnSp>
        <p:nvCxnSpPr>
          <p:cNvPr id="24" name="Straight Connector 23">
            <a:extLst>
              <a:ext uri="{FF2B5EF4-FFF2-40B4-BE49-F238E27FC236}">
                <a16:creationId xmlns:a16="http://schemas.microsoft.com/office/drawing/2014/main" id="{575B3667-521D-A348-84A1-B0A49A45E886}"/>
              </a:ext>
            </a:extLst>
          </p:cNvPr>
          <p:cNvCxnSpPr>
            <a:cxnSpLocks/>
          </p:cNvCxnSpPr>
          <p:nvPr/>
        </p:nvCxnSpPr>
        <p:spPr>
          <a:xfrm flipV="1">
            <a:off x="5792177" y="2925435"/>
            <a:ext cx="0" cy="2084979"/>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65FAE1B6-0A14-BE4D-AB8C-E8AFFEC8536F}"/>
              </a:ext>
            </a:extLst>
          </p:cNvPr>
          <p:cNvSpPr txBox="1"/>
          <p:nvPr/>
        </p:nvSpPr>
        <p:spPr>
          <a:xfrm>
            <a:off x="892478" y="5164226"/>
            <a:ext cx="1349483" cy="307777"/>
          </a:xfrm>
          <a:prstGeom prst="rect">
            <a:avLst/>
          </a:prstGeom>
          <a:noFill/>
        </p:spPr>
        <p:txBody>
          <a:bodyPr wrap="square" lIns="0" tIns="0" rIns="0" bIns="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See ‘PPT toolkit’ to change icons to suit</a:t>
            </a:r>
          </a:p>
        </p:txBody>
      </p:sp>
      <p:sp>
        <p:nvSpPr>
          <p:cNvPr id="135" name="TextBox 134">
            <a:extLst>
              <a:ext uri="{FF2B5EF4-FFF2-40B4-BE49-F238E27FC236}">
                <a16:creationId xmlns:a16="http://schemas.microsoft.com/office/drawing/2014/main" id="{E2D5D738-2037-D74E-BC8D-956AD111760F}"/>
              </a:ext>
            </a:extLst>
          </p:cNvPr>
          <p:cNvSpPr txBox="1"/>
          <p:nvPr/>
        </p:nvSpPr>
        <p:spPr>
          <a:xfrm>
            <a:off x="2667770" y="3846760"/>
            <a:ext cx="1585350" cy="453183"/>
          </a:xfrm>
          <a:prstGeom prst="rect">
            <a:avLst/>
          </a:prstGeom>
          <a:noFill/>
          <a:ln>
            <a:solidFill>
              <a:schemeClr val="accent1"/>
            </a:solid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Use roundels to highlight key dates or info</a:t>
            </a:r>
          </a:p>
        </p:txBody>
      </p:sp>
      <p:sp>
        <p:nvSpPr>
          <p:cNvPr id="141" name="TextBox 140">
            <a:extLst>
              <a:ext uri="{FF2B5EF4-FFF2-40B4-BE49-F238E27FC236}">
                <a16:creationId xmlns:a16="http://schemas.microsoft.com/office/drawing/2014/main" id="{E19DB908-E6EE-F44E-8C11-60E0FD966BDE}"/>
              </a:ext>
            </a:extLst>
          </p:cNvPr>
          <p:cNvSpPr txBox="1"/>
          <p:nvPr/>
        </p:nvSpPr>
        <p:spPr>
          <a:xfrm>
            <a:off x="486968" y="1475288"/>
            <a:ext cx="1392149" cy="453183"/>
          </a:xfrm>
          <a:prstGeom prst="rect">
            <a:avLst/>
          </a:prstGeom>
          <a:noFill/>
          <a:ln w="9525">
            <a:solidFill>
              <a:schemeClr val="accent1"/>
            </a:solidFill>
          </a:ln>
        </p:spPr>
        <p:txBody>
          <a:bodyPr wrap="square" lIns="0" tIns="72000" rIns="0" bIns="72000" rtlCol="0" anchor="ctr" anchorCtr="0">
            <a:spAutoFit/>
          </a:bodyPr>
          <a:lstStyle/>
          <a:p>
            <a:pPr algn="ctr"/>
            <a:r>
              <a:rPr lang="en-US" sz="1000" dirty="0">
                <a:solidFill>
                  <a:srgbClr val="322332"/>
                </a:solidFill>
                <a:latin typeface="Arial Regular"/>
                <a:ea typeface="VM Circular Whisper TT Light" charset="0"/>
                <a:cs typeface="VM Circular Chat Book" panose="020B0604020101020102" pitchFamily="34" charset="77"/>
              </a:rPr>
              <a:t>Handy timeline to call out key activity</a:t>
            </a:r>
          </a:p>
        </p:txBody>
      </p:sp>
      <p:sp>
        <p:nvSpPr>
          <p:cNvPr id="159" name="TextBox 158">
            <a:extLst>
              <a:ext uri="{FF2B5EF4-FFF2-40B4-BE49-F238E27FC236}">
                <a16:creationId xmlns:a16="http://schemas.microsoft.com/office/drawing/2014/main" id="{D38CFA20-D901-E84F-8557-75754FB59669}"/>
              </a:ext>
            </a:extLst>
          </p:cNvPr>
          <p:cNvSpPr txBox="1"/>
          <p:nvPr/>
        </p:nvSpPr>
        <p:spPr>
          <a:xfrm>
            <a:off x="7974578" y="5397653"/>
            <a:ext cx="1585350" cy="453183"/>
          </a:xfrm>
          <a:prstGeom prst="rect">
            <a:avLst/>
          </a:prstGeom>
          <a:no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Try using icons or logos in place of words</a:t>
            </a:r>
          </a:p>
        </p:txBody>
      </p:sp>
      <p:cxnSp>
        <p:nvCxnSpPr>
          <p:cNvPr id="171" name="Straight Connector 170">
            <a:extLst>
              <a:ext uri="{FF2B5EF4-FFF2-40B4-BE49-F238E27FC236}">
                <a16:creationId xmlns:a16="http://schemas.microsoft.com/office/drawing/2014/main" id="{DC278DD9-7684-9640-B7A9-73EBAE906B70}"/>
              </a:ext>
            </a:extLst>
          </p:cNvPr>
          <p:cNvCxnSpPr>
            <a:cxnSpLocks/>
          </p:cNvCxnSpPr>
          <p:nvPr/>
        </p:nvCxnSpPr>
        <p:spPr>
          <a:xfrm flipV="1">
            <a:off x="9481524" y="1211803"/>
            <a:ext cx="0" cy="165222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0E3EA0D6-E18D-604B-853F-89D312AFB346}"/>
              </a:ext>
            </a:extLst>
          </p:cNvPr>
          <p:cNvSpPr txBox="1"/>
          <p:nvPr/>
        </p:nvSpPr>
        <p:spPr>
          <a:xfrm>
            <a:off x="8804314" y="604731"/>
            <a:ext cx="1354420" cy="607071"/>
          </a:xfrm>
          <a:prstGeom prst="rect">
            <a:avLst/>
          </a:prstGeom>
          <a:noFill/>
          <a:ln w="9525">
            <a:solidFill>
              <a:schemeClr val="accent1"/>
            </a:solidFill>
          </a:ln>
        </p:spPr>
        <p:txBody>
          <a:bodyPr wrap="square" lIns="0" tIns="72000" rIns="0" bIns="72000" rtlCol="0" anchor="ctr" anchorCtr="0">
            <a:spAutoFit/>
          </a:bodyPr>
          <a:lstStyle/>
          <a:p>
            <a:pPr algn="ctr"/>
            <a:r>
              <a:rPr lang="en-US" sz="1000" dirty="0">
                <a:solidFill>
                  <a:srgbClr val="322332"/>
                </a:solidFill>
                <a:latin typeface="Arial Regular"/>
                <a:ea typeface="VM Circular Whisper TT Light" charset="0"/>
                <a:cs typeface="VM Circular Chat Book" panose="020B0604020101020102" pitchFamily="34" charset="77"/>
              </a:rPr>
              <a:t>Use this example as a starting point for your own timeline</a:t>
            </a:r>
          </a:p>
        </p:txBody>
      </p:sp>
      <p:cxnSp>
        <p:nvCxnSpPr>
          <p:cNvPr id="173" name="Straight Connector 172">
            <a:extLst>
              <a:ext uri="{FF2B5EF4-FFF2-40B4-BE49-F238E27FC236}">
                <a16:creationId xmlns:a16="http://schemas.microsoft.com/office/drawing/2014/main" id="{975E72E3-6BE4-0044-9CE6-57754095370E}"/>
              </a:ext>
            </a:extLst>
          </p:cNvPr>
          <p:cNvCxnSpPr>
            <a:cxnSpLocks/>
          </p:cNvCxnSpPr>
          <p:nvPr/>
        </p:nvCxnSpPr>
        <p:spPr>
          <a:xfrm flipV="1">
            <a:off x="4894740" y="2572368"/>
            <a:ext cx="0" cy="444385"/>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74" name="TextBox 173">
            <a:extLst>
              <a:ext uri="{FF2B5EF4-FFF2-40B4-BE49-F238E27FC236}">
                <a16:creationId xmlns:a16="http://schemas.microsoft.com/office/drawing/2014/main" id="{76CF5E21-47FE-4146-B513-6798F1F0C9BF}"/>
              </a:ext>
            </a:extLst>
          </p:cNvPr>
          <p:cNvSpPr txBox="1"/>
          <p:nvPr/>
        </p:nvSpPr>
        <p:spPr>
          <a:xfrm>
            <a:off x="4297949" y="2119093"/>
            <a:ext cx="1220710" cy="453183"/>
          </a:xfrm>
          <a:prstGeom prst="rect">
            <a:avLst/>
          </a:prstGeom>
          <a:noFill/>
          <a:ln w="9525">
            <a:solidFill>
              <a:schemeClr val="accent1"/>
            </a:solidFill>
          </a:ln>
        </p:spPr>
        <p:txBody>
          <a:bodyPr wrap="square" lIns="0" tIns="72000" rIns="0" bIns="72000" rtlCol="0" anchor="ctr" anchorCtr="0">
            <a:spAutoFit/>
          </a:bodyPr>
          <a:lstStyle/>
          <a:p>
            <a:pPr algn="ctr"/>
            <a:r>
              <a:rPr lang="en-US" sz="1000" dirty="0">
                <a:solidFill>
                  <a:srgbClr val="322332"/>
                </a:solidFill>
                <a:latin typeface="Arial Regular"/>
                <a:ea typeface="VM Circular Whisper TT Light" charset="0"/>
                <a:cs typeface="VM Circular Chat Book" panose="020B0604020101020102" pitchFamily="34" charset="77"/>
              </a:rPr>
              <a:t>See ‘PPT toolkit’ to change icons to suit</a:t>
            </a:r>
          </a:p>
        </p:txBody>
      </p:sp>
      <p:sp>
        <p:nvSpPr>
          <p:cNvPr id="179" name="TextBox 178">
            <a:extLst>
              <a:ext uri="{FF2B5EF4-FFF2-40B4-BE49-F238E27FC236}">
                <a16:creationId xmlns:a16="http://schemas.microsoft.com/office/drawing/2014/main" id="{1F49573C-C967-6748-A4DE-1121C59EA39B}"/>
              </a:ext>
            </a:extLst>
          </p:cNvPr>
          <p:cNvSpPr txBox="1"/>
          <p:nvPr/>
        </p:nvSpPr>
        <p:spPr>
          <a:xfrm>
            <a:off x="9519418" y="3848106"/>
            <a:ext cx="1585350" cy="453183"/>
          </a:xfrm>
          <a:prstGeom prst="rect">
            <a:avLst/>
          </a:prstGeom>
          <a:noFill/>
          <a:ln>
            <a:solidFill>
              <a:schemeClr val="accent1"/>
            </a:solid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Handy timeline to callout key activity</a:t>
            </a:r>
          </a:p>
        </p:txBody>
      </p:sp>
      <p:sp>
        <p:nvSpPr>
          <p:cNvPr id="5" name="Pentagon 4">
            <a:extLst>
              <a:ext uri="{FF2B5EF4-FFF2-40B4-BE49-F238E27FC236}">
                <a16:creationId xmlns:a16="http://schemas.microsoft.com/office/drawing/2014/main" id="{26C8FFA6-044C-8E4A-A7C6-CC6744BE05AA}"/>
              </a:ext>
            </a:extLst>
          </p:cNvPr>
          <p:cNvSpPr/>
          <p:nvPr/>
        </p:nvSpPr>
        <p:spPr>
          <a:xfrm>
            <a:off x="0" y="2816808"/>
            <a:ext cx="11431862" cy="308598"/>
          </a:xfrm>
          <a:prstGeom prst="homePlat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extBox 5">
            <a:extLst>
              <a:ext uri="{FF2B5EF4-FFF2-40B4-BE49-F238E27FC236}">
                <a16:creationId xmlns:a16="http://schemas.microsoft.com/office/drawing/2014/main" id="{1CBBF48E-59DA-2F49-9698-34055852734B}"/>
              </a:ext>
            </a:extLst>
          </p:cNvPr>
          <p:cNvSpPr txBox="1"/>
          <p:nvPr/>
        </p:nvSpPr>
        <p:spPr>
          <a:xfrm>
            <a:off x="280491"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1998</a:t>
            </a:r>
          </a:p>
        </p:txBody>
      </p:sp>
      <p:sp>
        <p:nvSpPr>
          <p:cNvPr id="118" name="TextBox 117">
            <a:extLst>
              <a:ext uri="{FF2B5EF4-FFF2-40B4-BE49-F238E27FC236}">
                <a16:creationId xmlns:a16="http://schemas.microsoft.com/office/drawing/2014/main" id="{F0D57769-1385-134D-B7EB-9756B2E20FC1}"/>
              </a:ext>
            </a:extLst>
          </p:cNvPr>
          <p:cNvSpPr txBox="1"/>
          <p:nvPr/>
        </p:nvSpPr>
        <p:spPr>
          <a:xfrm>
            <a:off x="9684348"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2016</a:t>
            </a:r>
          </a:p>
        </p:txBody>
      </p:sp>
      <p:sp>
        <p:nvSpPr>
          <p:cNvPr id="132" name="TextBox 131">
            <a:extLst>
              <a:ext uri="{FF2B5EF4-FFF2-40B4-BE49-F238E27FC236}">
                <a16:creationId xmlns:a16="http://schemas.microsoft.com/office/drawing/2014/main" id="{E4D1D6AF-DBF7-F842-9E88-05949C48A02E}"/>
              </a:ext>
            </a:extLst>
          </p:cNvPr>
          <p:cNvSpPr txBox="1"/>
          <p:nvPr/>
        </p:nvSpPr>
        <p:spPr>
          <a:xfrm>
            <a:off x="10729221"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2018</a:t>
            </a:r>
          </a:p>
        </p:txBody>
      </p:sp>
      <p:sp>
        <p:nvSpPr>
          <p:cNvPr id="162" name="TextBox 161">
            <a:extLst>
              <a:ext uri="{FF2B5EF4-FFF2-40B4-BE49-F238E27FC236}">
                <a16:creationId xmlns:a16="http://schemas.microsoft.com/office/drawing/2014/main" id="{CA4DBBE0-1E48-8B47-A42E-D6AEEFF65F5A}"/>
              </a:ext>
            </a:extLst>
          </p:cNvPr>
          <p:cNvSpPr txBox="1"/>
          <p:nvPr/>
        </p:nvSpPr>
        <p:spPr>
          <a:xfrm>
            <a:off x="8639475"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2014</a:t>
            </a:r>
          </a:p>
        </p:txBody>
      </p:sp>
      <p:sp>
        <p:nvSpPr>
          <p:cNvPr id="163" name="TextBox 162">
            <a:extLst>
              <a:ext uri="{FF2B5EF4-FFF2-40B4-BE49-F238E27FC236}">
                <a16:creationId xmlns:a16="http://schemas.microsoft.com/office/drawing/2014/main" id="{F8DAC5D6-73CC-A149-9E4A-CABD266A48FD}"/>
              </a:ext>
            </a:extLst>
          </p:cNvPr>
          <p:cNvSpPr txBox="1"/>
          <p:nvPr/>
        </p:nvSpPr>
        <p:spPr>
          <a:xfrm>
            <a:off x="7594602"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2012</a:t>
            </a:r>
          </a:p>
        </p:txBody>
      </p:sp>
      <p:sp>
        <p:nvSpPr>
          <p:cNvPr id="164" name="TextBox 163">
            <a:extLst>
              <a:ext uri="{FF2B5EF4-FFF2-40B4-BE49-F238E27FC236}">
                <a16:creationId xmlns:a16="http://schemas.microsoft.com/office/drawing/2014/main" id="{91EB0EB1-B617-874F-AB80-28DD4A874D62}"/>
              </a:ext>
            </a:extLst>
          </p:cNvPr>
          <p:cNvSpPr txBox="1"/>
          <p:nvPr/>
        </p:nvSpPr>
        <p:spPr>
          <a:xfrm>
            <a:off x="6549729"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2010</a:t>
            </a:r>
          </a:p>
        </p:txBody>
      </p:sp>
      <p:sp>
        <p:nvSpPr>
          <p:cNvPr id="165" name="TextBox 164">
            <a:extLst>
              <a:ext uri="{FF2B5EF4-FFF2-40B4-BE49-F238E27FC236}">
                <a16:creationId xmlns:a16="http://schemas.microsoft.com/office/drawing/2014/main" id="{D0178B07-EBE8-0841-ACB4-1EE1EC40D0A5}"/>
              </a:ext>
            </a:extLst>
          </p:cNvPr>
          <p:cNvSpPr txBox="1"/>
          <p:nvPr/>
        </p:nvSpPr>
        <p:spPr>
          <a:xfrm>
            <a:off x="5504856"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2008</a:t>
            </a:r>
          </a:p>
        </p:txBody>
      </p:sp>
      <p:sp>
        <p:nvSpPr>
          <p:cNvPr id="166" name="TextBox 165">
            <a:extLst>
              <a:ext uri="{FF2B5EF4-FFF2-40B4-BE49-F238E27FC236}">
                <a16:creationId xmlns:a16="http://schemas.microsoft.com/office/drawing/2014/main" id="{5497E8A2-9720-0A4B-A678-A0149DB2AA0E}"/>
              </a:ext>
            </a:extLst>
          </p:cNvPr>
          <p:cNvSpPr txBox="1"/>
          <p:nvPr/>
        </p:nvSpPr>
        <p:spPr>
          <a:xfrm>
            <a:off x="4459983"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2006</a:t>
            </a:r>
          </a:p>
        </p:txBody>
      </p:sp>
      <p:sp>
        <p:nvSpPr>
          <p:cNvPr id="167" name="TextBox 166">
            <a:extLst>
              <a:ext uri="{FF2B5EF4-FFF2-40B4-BE49-F238E27FC236}">
                <a16:creationId xmlns:a16="http://schemas.microsoft.com/office/drawing/2014/main" id="{ABB804A1-64BC-B745-A132-78817A03A3E5}"/>
              </a:ext>
            </a:extLst>
          </p:cNvPr>
          <p:cNvSpPr txBox="1"/>
          <p:nvPr/>
        </p:nvSpPr>
        <p:spPr>
          <a:xfrm>
            <a:off x="3415110"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2004</a:t>
            </a:r>
          </a:p>
        </p:txBody>
      </p:sp>
      <p:sp>
        <p:nvSpPr>
          <p:cNvPr id="168" name="TextBox 167">
            <a:extLst>
              <a:ext uri="{FF2B5EF4-FFF2-40B4-BE49-F238E27FC236}">
                <a16:creationId xmlns:a16="http://schemas.microsoft.com/office/drawing/2014/main" id="{332CAF22-03D4-D643-A81F-F80BBB8E9D35}"/>
              </a:ext>
            </a:extLst>
          </p:cNvPr>
          <p:cNvSpPr txBox="1"/>
          <p:nvPr/>
        </p:nvSpPr>
        <p:spPr>
          <a:xfrm>
            <a:off x="2370237"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2002</a:t>
            </a:r>
          </a:p>
        </p:txBody>
      </p:sp>
      <p:sp>
        <p:nvSpPr>
          <p:cNvPr id="169" name="TextBox 168">
            <a:extLst>
              <a:ext uri="{FF2B5EF4-FFF2-40B4-BE49-F238E27FC236}">
                <a16:creationId xmlns:a16="http://schemas.microsoft.com/office/drawing/2014/main" id="{900A627E-F5B0-3E4F-B281-60004E54D2C6}"/>
              </a:ext>
            </a:extLst>
          </p:cNvPr>
          <p:cNvSpPr txBox="1"/>
          <p:nvPr/>
        </p:nvSpPr>
        <p:spPr>
          <a:xfrm>
            <a:off x="1325364" y="2864023"/>
            <a:ext cx="432742" cy="215444"/>
          </a:xfrm>
          <a:prstGeom prst="rect">
            <a:avLst/>
          </a:prstGeom>
          <a:noFill/>
        </p:spPr>
        <p:txBody>
          <a:bodyPr wrap="square" lIns="0" tIns="0" rIns="0" bIns="0" rtlCol="0" anchor="ctr" anchorCtr="0">
            <a:spAutoFit/>
          </a:bodyPr>
          <a:lstStyle/>
          <a:p>
            <a:pPr algn="ctr"/>
            <a:r>
              <a:rPr lang="en-US" sz="1400" b="1" dirty="0">
                <a:solidFill>
                  <a:schemeClr val="bg1"/>
                </a:solidFill>
                <a:latin typeface="Arial Bold"/>
                <a:ea typeface="VM Circular Whisper TT Light" charset="0"/>
                <a:cs typeface="VM Circular Yell Black" panose="020B0A04020101010102" pitchFamily="34" charset="77"/>
              </a:rPr>
              <a:t>2000</a:t>
            </a:r>
          </a:p>
        </p:txBody>
      </p:sp>
      <p:sp>
        <p:nvSpPr>
          <p:cNvPr id="189" name="TextBox 188">
            <a:extLst>
              <a:ext uri="{FF2B5EF4-FFF2-40B4-BE49-F238E27FC236}">
                <a16:creationId xmlns:a16="http://schemas.microsoft.com/office/drawing/2014/main" id="{5E52F54C-B518-6245-8836-81558669E801}"/>
              </a:ext>
            </a:extLst>
          </p:cNvPr>
          <p:cNvSpPr txBox="1"/>
          <p:nvPr/>
        </p:nvSpPr>
        <p:spPr>
          <a:xfrm>
            <a:off x="4928141" y="5010414"/>
            <a:ext cx="1733916" cy="453183"/>
          </a:xfrm>
          <a:prstGeom prst="rect">
            <a:avLst/>
          </a:prstGeom>
          <a:noFill/>
          <a:ln>
            <a:solidFill>
              <a:schemeClr val="accent1"/>
            </a:solid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A couple of lines explanation, no more’s needed</a:t>
            </a:r>
          </a:p>
        </p:txBody>
      </p:sp>
      <p:grpSp>
        <p:nvGrpSpPr>
          <p:cNvPr id="71" name="Group 70">
            <a:extLst>
              <a:ext uri="{FF2B5EF4-FFF2-40B4-BE49-F238E27FC236}">
                <a16:creationId xmlns:a16="http://schemas.microsoft.com/office/drawing/2014/main" id="{98795960-9872-8247-A737-B018ECE1AE4D}"/>
              </a:ext>
            </a:extLst>
          </p:cNvPr>
          <p:cNvGrpSpPr/>
          <p:nvPr/>
        </p:nvGrpSpPr>
        <p:grpSpPr>
          <a:xfrm>
            <a:off x="7648161" y="3933238"/>
            <a:ext cx="501556" cy="374091"/>
            <a:chOff x="1267836" y="1163222"/>
            <a:chExt cx="352633" cy="263015"/>
          </a:xfrm>
          <a:solidFill>
            <a:schemeClr val="bg1"/>
          </a:solidFill>
        </p:grpSpPr>
        <p:sp>
          <p:nvSpPr>
            <p:cNvPr id="72" name="Freeform: Shape 826">
              <a:extLst>
                <a:ext uri="{FF2B5EF4-FFF2-40B4-BE49-F238E27FC236}">
                  <a16:creationId xmlns:a16="http://schemas.microsoft.com/office/drawing/2014/main" id="{2791589F-4A60-5948-8F23-83F7ED3F8A42}"/>
                </a:ext>
              </a:extLst>
            </p:cNvPr>
            <p:cNvSpPr/>
            <p:nvPr/>
          </p:nvSpPr>
          <p:spPr>
            <a:xfrm>
              <a:off x="1267836" y="1163222"/>
              <a:ext cx="352633" cy="109438"/>
            </a:xfrm>
            <a:custGeom>
              <a:avLst/>
              <a:gdLst>
                <a:gd name="connsiteX0" fmla="*/ 27410 w 352632"/>
                <a:gd name="connsiteY0" fmla="*/ 108100 h 109437"/>
                <a:gd name="connsiteX1" fmla="*/ 14156 w 352632"/>
                <a:gd name="connsiteY1" fmla="*/ 102507 h 109437"/>
                <a:gd name="connsiteX2" fmla="*/ 14764 w 352632"/>
                <a:gd name="connsiteY2" fmla="*/ 76606 h 109437"/>
                <a:gd name="connsiteX3" fmla="*/ 181960 w 352632"/>
                <a:gd name="connsiteY3" fmla="*/ 9120 h 109437"/>
                <a:gd name="connsiteX4" fmla="*/ 181960 w 352632"/>
                <a:gd name="connsiteY4" fmla="*/ 9120 h 109437"/>
                <a:gd name="connsiteX5" fmla="*/ 349157 w 352632"/>
                <a:gd name="connsiteY5" fmla="*/ 76606 h 109437"/>
                <a:gd name="connsiteX6" fmla="*/ 349765 w 352632"/>
                <a:gd name="connsiteY6" fmla="*/ 102507 h 109437"/>
                <a:gd name="connsiteX7" fmla="*/ 323986 w 352632"/>
                <a:gd name="connsiteY7" fmla="*/ 103115 h 109437"/>
                <a:gd name="connsiteX8" fmla="*/ 182082 w 352632"/>
                <a:gd name="connsiteY8" fmla="*/ 45842 h 109437"/>
                <a:gd name="connsiteX9" fmla="*/ 182082 w 352632"/>
                <a:gd name="connsiteY9" fmla="*/ 45842 h 109437"/>
                <a:gd name="connsiteX10" fmla="*/ 40178 w 352632"/>
                <a:gd name="connsiteY10" fmla="*/ 103236 h 109437"/>
                <a:gd name="connsiteX11" fmla="*/ 27410 w 352632"/>
                <a:gd name="connsiteY11" fmla="*/ 108100 h 10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632" h="109437">
                  <a:moveTo>
                    <a:pt x="27410" y="108100"/>
                  </a:moveTo>
                  <a:cubicBezTo>
                    <a:pt x="22546" y="108100"/>
                    <a:pt x="17804" y="106276"/>
                    <a:pt x="14156" y="102507"/>
                  </a:cubicBezTo>
                  <a:cubicBezTo>
                    <a:pt x="7225" y="95211"/>
                    <a:pt x="7468" y="83659"/>
                    <a:pt x="14764" y="76606"/>
                  </a:cubicBezTo>
                  <a:cubicBezTo>
                    <a:pt x="60241" y="33075"/>
                    <a:pt x="119581" y="9120"/>
                    <a:pt x="181960" y="9120"/>
                  </a:cubicBezTo>
                  <a:lnTo>
                    <a:pt x="181960" y="9120"/>
                  </a:lnTo>
                  <a:cubicBezTo>
                    <a:pt x="244340" y="9120"/>
                    <a:pt x="303679" y="33075"/>
                    <a:pt x="349157" y="76606"/>
                  </a:cubicBezTo>
                  <a:cubicBezTo>
                    <a:pt x="356452" y="83537"/>
                    <a:pt x="356696" y="95211"/>
                    <a:pt x="349765" y="102507"/>
                  </a:cubicBezTo>
                  <a:cubicBezTo>
                    <a:pt x="342834" y="109802"/>
                    <a:pt x="331160" y="110046"/>
                    <a:pt x="323986" y="103115"/>
                  </a:cubicBezTo>
                  <a:cubicBezTo>
                    <a:pt x="285318" y="66149"/>
                    <a:pt x="234977" y="45842"/>
                    <a:pt x="182082" y="45842"/>
                  </a:cubicBezTo>
                  <a:lnTo>
                    <a:pt x="182082" y="45842"/>
                  </a:lnTo>
                  <a:cubicBezTo>
                    <a:pt x="129187" y="45842"/>
                    <a:pt x="78724" y="66271"/>
                    <a:pt x="40178" y="103236"/>
                  </a:cubicBezTo>
                  <a:cubicBezTo>
                    <a:pt x="36530" y="106398"/>
                    <a:pt x="32031" y="108100"/>
                    <a:pt x="27410" y="108100"/>
                  </a:cubicBezTo>
                </a:path>
              </a:pathLst>
            </a:custGeom>
            <a:grpFill/>
            <a:ln w="9525" cap="flat">
              <a:noFill/>
              <a:prstDash val="solid"/>
              <a:miter/>
            </a:ln>
          </p:spPr>
          <p:txBody>
            <a:bodyPr rtlCol="0" anchor="ctr"/>
            <a:lstStyle/>
            <a:p>
              <a:endParaRPr lang="en-GB"/>
            </a:p>
          </p:txBody>
        </p:sp>
        <p:sp>
          <p:nvSpPr>
            <p:cNvPr id="73" name="Freeform: Shape 827">
              <a:extLst>
                <a:ext uri="{FF2B5EF4-FFF2-40B4-BE49-F238E27FC236}">
                  <a16:creationId xmlns:a16="http://schemas.microsoft.com/office/drawing/2014/main" id="{3D786CD2-2CD0-3347-84F5-DE7A28435169}"/>
                </a:ext>
              </a:extLst>
            </p:cNvPr>
            <p:cNvSpPr/>
            <p:nvPr/>
          </p:nvSpPr>
          <p:spPr>
            <a:xfrm>
              <a:off x="1314530" y="1230708"/>
              <a:ext cx="267514" cy="97278"/>
            </a:xfrm>
            <a:custGeom>
              <a:avLst/>
              <a:gdLst>
                <a:gd name="connsiteX0" fmla="*/ 27410 w 267514"/>
                <a:gd name="connsiteY0" fmla="*/ 89374 h 97277"/>
                <a:gd name="connsiteX1" fmla="*/ 14156 w 267514"/>
                <a:gd name="connsiteY1" fmla="*/ 83781 h 97277"/>
                <a:gd name="connsiteX2" fmla="*/ 14764 w 267514"/>
                <a:gd name="connsiteY2" fmla="*/ 57880 h 97277"/>
                <a:gd name="connsiteX3" fmla="*/ 135267 w 267514"/>
                <a:gd name="connsiteY3" fmla="*/ 9120 h 97277"/>
                <a:gd name="connsiteX4" fmla="*/ 135267 w 267514"/>
                <a:gd name="connsiteY4" fmla="*/ 9120 h 97277"/>
                <a:gd name="connsiteX5" fmla="*/ 255770 w 267514"/>
                <a:gd name="connsiteY5" fmla="*/ 57880 h 97277"/>
                <a:gd name="connsiteX6" fmla="*/ 256378 w 267514"/>
                <a:gd name="connsiteY6" fmla="*/ 83781 h 97277"/>
                <a:gd name="connsiteX7" fmla="*/ 230599 w 267514"/>
                <a:gd name="connsiteY7" fmla="*/ 84389 h 97277"/>
                <a:gd name="connsiteX8" fmla="*/ 135388 w 267514"/>
                <a:gd name="connsiteY8" fmla="*/ 45842 h 97277"/>
                <a:gd name="connsiteX9" fmla="*/ 135388 w 267514"/>
                <a:gd name="connsiteY9" fmla="*/ 45842 h 97277"/>
                <a:gd name="connsiteX10" fmla="*/ 40178 w 267514"/>
                <a:gd name="connsiteY10" fmla="*/ 84510 h 97277"/>
                <a:gd name="connsiteX11" fmla="*/ 27410 w 267514"/>
                <a:gd name="connsiteY11" fmla="*/ 89374 h 9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514" h="97277">
                  <a:moveTo>
                    <a:pt x="27410" y="89374"/>
                  </a:moveTo>
                  <a:cubicBezTo>
                    <a:pt x="22546" y="89374"/>
                    <a:pt x="17804" y="87550"/>
                    <a:pt x="14156" y="83781"/>
                  </a:cubicBezTo>
                  <a:cubicBezTo>
                    <a:pt x="7225" y="76485"/>
                    <a:pt x="7468" y="64933"/>
                    <a:pt x="14764" y="57880"/>
                  </a:cubicBezTo>
                  <a:cubicBezTo>
                    <a:pt x="47595" y="26387"/>
                    <a:pt x="90397" y="9120"/>
                    <a:pt x="135267" y="9120"/>
                  </a:cubicBezTo>
                  <a:lnTo>
                    <a:pt x="135267" y="9120"/>
                  </a:lnTo>
                  <a:cubicBezTo>
                    <a:pt x="180136" y="9120"/>
                    <a:pt x="222938" y="26387"/>
                    <a:pt x="255770" y="57880"/>
                  </a:cubicBezTo>
                  <a:cubicBezTo>
                    <a:pt x="263066" y="64811"/>
                    <a:pt x="263309" y="76363"/>
                    <a:pt x="256378" y="83781"/>
                  </a:cubicBezTo>
                  <a:cubicBezTo>
                    <a:pt x="249447" y="91076"/>
                    <a:pt x="237773" y="91320"/>
                    <a:pt x="230599" y="84389"/>
                  </a:cubicBezTo>
                  <a:cubicBezTo>
                    <a:pt x="204577" y="59461"/>
                    <a:pt x="170773" y="45842"/>
                    <a:pt x="135388" y="45842"/>
                  </a:cubicBezTo>
                  <a:lnTo>
                    <a:pt x="135388" y="45842"/>
                  </a:lnTo>
                  <a:cubicBezTo>
                    <a:pt x="100003" y="45842"/>
                    <a:pt x="66199" y="59583"/>
                    <a:pt x="40178" y="84510"/>
                  </a:cubicBezTo>
                  <a:cubicBezTo>
                    <a:pt x="36530" y="87672"/>
                    <a:pt x="32031" y="89374"/>
                    <a:pt x="27410" y="89374"/>
                  </a:cubicBezTo>
                </a:path>
              </a:pathLst>
            </a:custGeom>
            <a:grpFill/>
            <a:ln w="9525" cap="flat">
              <a:noFill/>
              <a:prstDash val="solid"/>
              <a:miter/>
            </a:ln>
          </p:spPr>
          <p:txBody>
            <a:bodyPr rtlCol="0" anchor="ctr"/>
            <a:lstStyle/>
            <a:p>
              <a:endParaRPr lang="en-GB"/>
            </a:p>
          </p:txBody>
        </p:sp>
        <p:sp>
          <p:nvSpPr>
            <p:cNvPr id="74" name="Freeform: Shape 828">
              <a:extLst>
                <a:ext uri="{FF2B5EF4-FFF2-40B4-BE49-F238E27FC236}">
                  <a16:creationId xmlns:a16="http://schemas.microsoft.com/office/drawing/2014/main" id="{0B786CA8-8E67-2349-8DAB-CC16C28F2708}"/>
                </a:ext>
              </a:extLst>
            </p:cNvPr>
            <p:cNvSpPr/>
            <p:nvPr/>
          </p:nvSpPr>
          <p:spPr>
            <a:xfrm>
              <a:off x="1361223" y="1298195"/>
              <a:ext cx="170236" cy="72958"/>
            </a:xfrm>
            <a:custGeom>
              <a:avLst/>
              <a:gdLst>
                <a:gd name="connsiteX0" fmla="*/ 27410 w 170236"/>
                <a:gd name="connsiteY0" fmla="*/ 70648 h 72958"/>
                <a:gd name="connsiteX1" fmla="*/ 14156 w 170236"/>
                <a:gd name="connsiteY1" fmla="*/ 65055 h 72958"/>
                <a:gd name="connsiteX2" fmla="*/ 14764 w 170236"/>
                <a:gd name="connsiteY2" fmla="*/ 39154 h 72958"/>
                <a:gd name="connsiteX3" fmla="*/ 88573 w 170236"/>
                <a:gd name="connsiteY3" fmla="*/ 9120 h 72958"/>
                <a:gd name="connsiteX4" fmla="*/ 88573 w 170236"/>
                <a:gd name="connsiteY4" fmla="*/ 9120 h 72958"/>
                <a:gd name="connsiteX5" fmla="*/ 162383 w 170236"/>
                <a:gd name="connsiteY5" fmla="*/ 39154 h 72958"/>
                <a:gd name="connsiteX6" fmla="*/ 162991 w 170236"/>
                <a:gd name="connsiteY6" fmla="*/ 65055 h 72958"/>
                <a:gd name="connsiteX7" fmla="*/ 137212 w 170236"/>
                <a:gd name="connsiteY7" fmla="*/ 65663 h 72958"/>
                <a:gd name="connsiteX8" fmla="*/ 88573 w 170236"/>
                <a:gd name="connsiteY8" fmla="*/ 45842 h 72958"/>
                <a:gd name="connsiteX9" fmla="*/ 88573 w 170236"/>
                <a:gd name="connsiteY9" fmla="*/ 45842 h 72958"/>
                <a:gd name="connsiteX10" fmla="*/ 39934 w 170236"/>
                <a:gd name="connsiteY10" fmla="*/ 65663 h 72958"/>
                <a:gd name="connsiteX11" fmla="*/ 27410 w 170236"/>
                <a:gd name="connsiteY11" fmla="*/ 70648 h 72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236" h="72958">
                  <a:moveTo>
                    <a:pt x="27410" y="70648"/>
                  </a:moveTo>
                  <a:cubicBezTo>
                    <a:pt x="22546" y="70648"/>
                    <a:pt x="17804" y="68824"/>
                    <a:pt x="14156" y="65055"/>
                  </a:cubicBezTo>
                  <a:cubicBezTo>
                    <a:pt x="7225" y="57759"/>
                    <a:pt x="7468" y="46207"/>
                    <a:pt x="14764" y="39154"/>
                  </a:cubicBezTo>
                  <a:cubicBezTo>
                    <a:pt x="34949" y="19820"/>
                    <a:pt x="61214" y="9120"/>
                    <a:pt x="88573" y="9120"/>
                  </a:cubicBezTo>
                  <a:lnTo>
                    <a:pt x="88573" y="9120"/>
                  </a:lnTo>
                  <a:cubicBezTo>
                    <a:pt x="115933" y="9120"/>
                    <a:pt x="142198" y="19820"/>
                    <a:pt x="162383" y="39154"/>
                  </a:cubicBezTo>
                  <a:cubicBezTo>
                    <a:pt x="169679" y="46085"/>
                    <a:pt x="169922" y="57637"/>
                    <a:pt x="162991" y="65055"/>
                  </a:cubicBezTo>
                  <a:cubicBezTo>
                    <a:pt x="156060" y="72350"/>
                    <a:pt x="144387" y="72594"/>
                    <a:pt x="137212" y="65663"/>
                  </a:cubicBezTo>
                  <a:cubicBezTo>
                    <a:pt x="123837" y="52895"/>
                    <a:pt x="106570" y="45842"/>
                    <a:pt x="88573" y="45842"/>
                  </a:cubicBezTo>
                  <a:lnTo>
                    <a:pt x="88573" y="45842"/>
                  </a:lnTo>
                  <a:cubicBezTo>
                    <a:pt x="70577" y="45842"/>
                    <a:pt x="53310" y="52895"/>
                    <a:pt x="39934" y="65663"/>
                  </a:cubicBezTo>
                  <a:cubicBezTo>
                    <a:pt x="36530" y="68946"/>
                    <a:pt x="32030" y="70648"/>
                    <a:pt x="27410" y="70648"/>
                  </a:cubicBezTo>
                </a:path>
              </a:pathLst>
            </a:custGeom>
            <a:grpFill/>
            <a:ln w="9525" cap="flat">
              <a:noFill/>
              <a:prstDash val="solid"/>
              <a:miter/>
            </a:ln>
          </p:spPr>
          <p:txBody>
            <a:bodyPr rtlCol="0" anchor="ctr"/>
            <a:lstStyle/>
            <a:p>
              <a:endParaRPr lang="en-GB"/>
            </a:p>
          </p:txBody>
        </p:sp>
        <p:sp>
          <p:nvSpPr>
            <p:cNvPr id="75" name="Freeform: Shape 829">
              <a:extLst>
                <a:ext uri="{FF2B5EF4-FFF2-40B4-BE49-F238E27FC236}">
                  <a16:creationId xmlns:a16="http://schemas.microsoft.com/office/drawing/2014/main" id="{FC259FF5-C320-4C42-A67B-729C5A8D40E1}"/>
                </a:ext>
              </a:extLst>
            </p:cNvPr>
            <p:cNvSpPr/>
            <p:nvPr/>
          </p:nvSpPr>
          <p:spPr>
            <a:xfrm>
              <a:off x="1417816" y="1365438"/>
              <a:ext cx="60799" cy="60799"/>
            </a:xfrm>
            <a:custGeom>
              <a:avLst/>
              <a:gdLst>
                <a:gd name="connsiteX0" fmla="*/ 31980 w 60798"/>
                <a:gd name="connsiteY0" fmla="*/ 54840 h 60798"/>
                <a:gd name="connsiteX1" fmla="*/ 9120 w 60798"/>
                <a:gd name="connsiteY1" fmla="*/ 31980 h 60798"/>
                <a:gd name="connsiteX2" fmla="*/ 31980 w 60798"/>
                <a:gd name="connsiteY2" fmla="*/ 9120 h 60798"/>
                <a:gd name="connsiteX3" fmla="*/ 54840 w 60798"/>
                <a:gd name="connsiteY3" fmla="*/ 31980 h 60798"/>
                <a:gd name="connsiteX4" fmla="*/ 31980 w 60798"/>
                <a:gd name="connsiteY4" fmla="*/ 54840 h 60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98" h="60798">
                  <a:moveTo>
                    <a:pt x="31980" y="54840"/>
                  </a:moveTo>
                  <a:cubicBezTo>
                    <a:pt x="19334" y="54840"/>
                    <a:pt x="9120" y="44626"/>
                    <a:pt x="9120" y="31980"/>
                  </a:cubicBezTo>
                  <a:cubicBezTo>
                    <a:pt x="9120" y="19334"/>
                    <a:pt x="19334" y="9120"/>
                    <a:pt x="31980" y="9120"/>
                  </a:cubicBezTo>
                  <a:cubicBezTo>
                    <a:pt x="44626" y="9120"/>
                    <a:pt x="54840" y="19334"/>
                    <a:pt x="54840" y="31980"/>
                  </a:cubicBezTo>
                  <a:cubicBezTo>
                    <a:pt x="54840" y="44626"/>
                    <a:pt x="44626" y="54840"/>
                    <a:pt x="31980" y="54840"/>
                  </a:cubicBezTo>
                </a:path>
              </a:pathLst>
            </a:custGeom>
            <a:grpFill/>
            <a:ln w="9525" cap="flat">
              <a:noFill/>
              <a:prstDash val="solid"/>
              <a:miter/>
            </a:ln>
          </p:spPr>
          <p:txBody>
            <a:bodyPr rtlCol="0" anchor="ctr"/>
            <a:lstStyle/>
            <a:p>
              <a:endParaRPr lang="en-GB"/>
            </a:p>
          </p:txBody>
        </p:sp>
      </p:grpSp>
      <p:grpSp>
        <p:nvGrpSpPr>
          <p:cNvPr id="85" name="Group 84">
            <a:extLst>
              <a:ext uri="{FF2B5EF4-FFF2-40B4-BE49-F238E27FC236}">
                <a16:creationId xmlns:a16="http://schemas.microsoft.com/office/drawing/2014/main" id="{13D46E76-BC77-574C-8FAB-9D783D6408CA}"/>
              </a:ext>
            </a:extLst>
          </p:cNvPr>
          <p:cNvGrpSpPr/>
          <p:nvPr/>
        </p:nvGrpSpPr>
        <p:grpSpPr>
          <a:xfrm>
            <a:off x="8539675" y="4733941"/>
            <a:ext cx="377298" cy="503064"/>
            <a:chOff x="4465169" y="5822592"/>
            <a:chExt cx="255355" cy="340473"/>
          </a:xfrm>
          <a:solidFill>
            <a:schemeClr val="bg1"/>
          </a:solidFill>
        </p:grpSpPr>
        <p:sp>
          <p:nvSpPr>
            <p:cNvPr id="86" name="Freeform: Shape 962">
              <a:extLst>
                <a:ext uri="{FF2B5EF4-FFF2-40B4-BE49-F238E27FC236}">
                  <a16:creationId xmlns:a16="http://schemas.microsoft.com/office/drawing/2014/main" id="{9948969F-1DEE-AF49-98F9-D26DD20EEF15}"/>
                </a:ext>
              </a:extLst>
            </p:cNvPr>
            <p:cNvSpPr/>
            <p:nvPr/>
          </p:nvSpPr>
          <p:spPr>
            <a:xfrm>
              <a:off x="4465169" y="5822592"/>
              <a:ext cx="255355" cy="340473"/>
            </a:xfrm>
            <a:custGeom>
              <a:avLst/>
              <a:gdLst>
                <a:gd name="connsiteX0" fmla="*/ 214012 w 255354"/>
                <a:gd name="connsiteY0" fmla="*/ 9120 h 340472"/>
                <a:gd name="connsiteX1" fmla="*/ 102750 w 255354"/>
                <a:gd name="connsiteY1" fmla="*/ 9120 h 340472"/>
                <a:gd name="connsiteX2" fmla="*/ 66271 w 255354"/>
                <a:gd name="connsiteY2" fmla="*/ 24198 h 340472"/>
                <a:gd name="connsiteX3" fmla="*/ 24198 w 255354"/>
                <a:gd name="connsiteY3" fmla="*/ 66270 h 340472"/>
                <a:gd name="connsiteX4" fmla="*/ 9120 w 255354"/>
                <a:gd name="connsiteY4" fmla="*/ 102750 h 340472"/>
                <a:gd name="connsiteX5" fmla="*/ 9120 w 255354"/>
                <a:gd name="connsiteY5" fmla="*/ 298400 h 340472"/>
                <a:gd name="connsiteX6" fmla="*/ 46329 w 255354"/>
                <a:gd name="connsiteY6" fmla="*/ 335609 h 340472"/>
                <a:gd name="connsiteX7" fmla="*/ 214012 w 255354"/>
                <a:gd name="connsiteY7" fmla="*/ 335609 h 340472"/>
                <a:gd name="connsiteX8" fmla="*/ 251220 w 255354"/>
                <a:gd name="connsiteY8" fmla="*/ 298400 h 340472"/>
                <a:gd name="connsiteX9" fmla="*/ 251220 w 255354"/>
                <a:gd name="connsiteY9" fmla="*/ 46329 h 340472"/>
                <a:gd name="connsiteX10" fmla="*/ 214012 w 255354"/>
                <a:gd name="connsiteY10" fmla="*/ 9120 h 340472"/>
                <a:gd name="connsiteX11" fmla="*/ 224104 w 255354"/>
                <a:gd name="connsiteY11" fmla="*/ 298400 h 340472"/>
                <a:gd name="connsiteX12" fmla="*/ 214012 w 255354"/>
                <a:gd name="connsiteY12" fmla="*/ 308493 h 340472"/>
                <a:gd name="connsiteX13" fmla="*/ 46329 w 255354"/>
                <a:gd name="connsiteY13" fmla="*/ 308493 h 340472"/>
                <a:gd name="connsiteX14" fmla="*/ 36236 w 255354"/>
                <a:gd name="connsiteY14" fmla="*/ 298400 h 340472"/>
                <a:gd name="connsiteX15" fmla="*/ 36236 w 255354"/>
                <a:gd name="connsiteY15" fmla="*/ 102750 h 340472"/>
                <a:gd name="connsiteX16" fmla="*/ 43410 w 255354"/>
                <a:gd name="connsiteY16" fmla="*/ 85483 h 340472"/>
                <a:gd name="connsiteX17" fmla="*/ 85483 w 255354"/>
                <a:gd name="connsiteY17" fmla="*/ 43410 h 340472"/>
                <a:gd name="connsiteX18" fmla="*/ 102750 w 255354"/>
                <a:gd name="connsiteY18" fmla="*/ 36236 h 340472"/>
                <a:gd name="connsiteX19" fmla="*/ 214012 w 255354"/>
                <a:gd name="connsiteY19" fmla="*/ 36236 h 340472"/>
                <a:gd name="connsiteX20" fmla="*/ 224104 w 255354"/>
                <a:gd name="connsiteY20" fmla="*/ 46329 h 340472"/>
                <a:gd name="connsiteX21" fmla="*/ 224104 w 255354"/>
                <a:gd name="connsiteY21" fmla="*/ 298400 h 34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5354" h="340472">
                  <a:moveTo>
                    <a:pt x="214012" y="9120"/>
                  </a:moveTo>
                  <a:lnTo>
                    <a:pt x="102750" y="9120"/>
                  </a:lnTo>
                  <a:cubicBezTo>
                    <a:pt x="89982" y="9120"/>
                    <a:pt x="75391" y="15200"/>
                    <a:pt x="66271" y="24198"/>
                  </a:cubicBezTo>
                  <a:lnTo>
                    <a:pt x="24198" y="66270"/>
                  </a:lnTo>
                  <a:cubicBezTo>
                    <a:pt x="15200" y="75269"/>
                    <a:pt x="9120" y="89982"/>
                    <a:pt x="9120" y="102750"/>
                  </a:cubicBezTo>
                  <a:lnTo>
                    <a:pt x="9120" y="298400"/>
                  </a:lnTo>
                  <a:cubicBezTo>
                    <a:pt x="9120" y="318950"/>
                    <a:pt x="25779" y="335609"/>
                    <a:pt x="46329" y="335609"/>
                  </a:cubicBezTo>
                  <a:lnTo>
                    <a:pt x="214012" y="335609"/>
                  </a:lnTo>
                  <a:cubicBezTo>
                    <a:pt x="234562" y="335609"/>
                    <a:pt x="251220" y="318950"/>
                    <a:pt x="251220" y="298400"/>
                  </a:cubicBezTo>
                  <a:lnTo>
                    <a:pt x="251220" y="46329"/>
                  </a:lnTo>
                  <a:cubicBezTo>
                    <a:pt x="251220" y="25779"/>
                    <a:pt x="234562" y="9120"/>
                    <a:pt x="214012" y="9120"/>
                  </a:cubicBezTo>
                  <a:moveTo>
                    <a:pt x="224104" y="298400"/>
                  </a:moveTo>
                  <a:cubicBezTo>
                    <a:pt x="224104" y="303994"/>
                    <a:pt x="219484" y="308493"/>
                    <a:pt x="214012" y="308493"/>
                  </a:cubicBezTo>
                  <a:lnTo>
                    <a:pt x="46329" y="308493"/>
                  </a:lnTo>
                  <a:cubicBezTo>
                    <a:pt x="40735" y="308493"/>
                    <a:pt x="36236" y="303872"/>
                    <a:pt x="36236" y="298400"/>
                  </a:cubicBezTo>
                  <a:lnTo>
                    <a:pt x="36236" y="102750"/>
                  </a:lnTo>
                  <a:cubicBezTo>
                    <a:pt x="36236" y="97156"/>
                    <a:pt x="39398" y="89374"/>
                    <a:pt x="43410" y="85483"/>
                  </a:cubicBezTo>
                  <a:lnTo>
                    <a:pt x="85483" y="43410"/>
                  </a:lnTo>
                  <a:cubicBezTo>
                    <a:pt x="89374" y="39519"/>
                    <a:pt x="97157" y="36236"/>
                    <a:pt x="102750" y="36236"/>
                  </a:cubicBezTo>
                  <a:lnTo>
                    <a:pt x="214012" y="36236"/>
                  </a:lnTo>
                  <a:cubicBezTo>
                    <a:pt x="219605" y="36236"/>
                    <a:pt x="224104" y="40857"/>
                    <a:pt x="224104" y="46329"/>
                  </a:cubicBezTo>
                  <a:lnTo>
                    <a:pt x="224104" y="298400"/>
                  </a:lnTo>
                  <a:close/>
                </a:path>
              </a:pathLst>
            </a:custGeom>
            <a:grpFill/>
            <a:ln w="9525" cap="flat">
              <a:noFill/>
              <a:prstDash val="solid"/>
              <a:miter/>
            </a:ln>
          </p:spPr>
          <p:txBody>
            <a:bodyPr rtlCol="0" anchor="ctr"/>
            <a:lstStyle/>
            <a:p>
              <a:endParaRPr lang="en-GB"/>
            </a:p>
          </p:txBody>
        </p:sp>
        <p:sp>
          <p:nvSpPr>
            <p:cNvPr id="87" name="Freeform: Shape 963">
              <a:extLst>
                <a:ext uri="{FF2B5EF4-FFF2-40B4-BE49-F238E27FC236}">
                  <a16:creationId xmlns:a16="http://schemas.microsoft.com/office/drawing/2014/main" id="{1DDD2C61-7CBA-674A-BA92-AE549B74A86C}"/>
                </a:ext>
              </a:extLst>
            </p:cNvPr>
            <p:cNvSpPr/>
            <p:nvPr/>
          </p:nvSpPr>
          <p:spPr>
            <a:xfrm>
              <a:off x="4518916" y="5960848"/>
              <a:ext cx="145917" cy="145917"/>
            </a:xfrm>
            <a:custGeom>
              <a:avLst/>
              <a:gdLst>
                <a:gd name="connsiteX0" fmla="*/ 113572 w 145916"/>
                <a:gd name="connsiteY0" fmla="*/ 9120 h 145916"/>
                <a:gd name="connsiteX1" fmla="*/ 39154 w 145916"/>
                <a:gd name="connsiteY1" fmla="*/ 9120 h 145916"/>
                <a:gd name="connsiteX2" fmla="*/ 9120 w 145916"/>
                <a:gd name="connsiteY2" fmla="*/ 39276 h 145916"/>
                <a:gd name="connsiteX3" fmla="*/ 9120 w 145916"/>
                <a:gd name="connsiteY3" fmla="*/ 113694 h 145916"/>
                <a:gd name="connsiteX4" fmla="*/ 39154 w 145916"/>
                <a:gd name="connsiteY4" fmla="*/ 143850 h 145916"/>
                <a:gd name="connsiteX5" fmla="*/ 113572 w 145916"/>
                <a:gd name="connsiteY5" fmla="*/ 143850 h 145916"/>
                <a:gd name="connsiteX6" fmla="*/ 143728 w 145916"/>
                <a:gd name="connsiteY6" fmla="*/ 113694 h 145916"/>
                <a:gd name="connsiteX7" fmla="*/ 143728 w 145916"/>
                <a:gd name="connsiteY7" fmla="*/ 39276 h 145916"/>
                <a:gd name="connsiteX8" fmla="*/ 113572 w 145916"/>
                <a:gd name="connsiteY8" fmla="*/ 9120 h 145916"/>
                <a:gd name="connsiteX9" fmla="*/ 120625 w 145916"/>
                <a:gd name="connsiteY9" fmla="*/ 39276 h 145916"/>
                <a:gd name="connsiteX10" fmla="*/ 120625 w 145916"/>
                <a:gd name="connsiteY10" fmla="*/ 64933 h 145916"/>
                <a:gd name="connsiteX11" fmla="*/ 87915 w 145916"/>
                <a:gd name="connsiteY11" fmla="*/ 64933 h 145916"/>
                <a:gd name="connsiteX12" fmla="*/ 87915 w 145916"/>
                <a:gd name="connsiteY12" fmla="*/ 32102 h 145916"/>
                <a:gd name="connsiteX13" fmla="*/ 113572 w 145916"/>
                <a:gd name="connsiteY13" fmla="*/ 32102 h 145916"/>
                <a:gd name="connsiteX14" fmla="*/ 120625 w 145916"/>
                <a:gd name="connsiteY14" fmla="*/ 39276 h 145916"/>
                <a:gd name="connsiteX15" fmla="*/ 39154 w 145916"/>
                <a:gd name="connsiteY15" fmla="*/ 32102 h 145916"/>
                <a:gd name="connsiteX16" fmla="*/ 64811 w 145916"/>
                <a:gd name="connsiteY16" fmla="*/ 32102 h 145916"/>
                <a:gd name="connsiteX17" fmla="*/ 64811 w 145916"/>
                <a:gd name="connsiteY17" fmla="*/ 64933 h 145916"/>
                <a:gd name="connsiteX18" fmla="*/ 32102 w 145916"/>
                <a:gd name="connsiteY18" fmla="*/ 64933 h 145916"/>
                <a:gd name="connsiteX19" fmla="*/ 32102 w 145916"/>
                <a:gd name="connsiteY19" fmla="*/ 39276 h 145916"/>
                <a:gd name="connsiteX20" fmla="*/ 39154 w 145916"/>
                <a:gd name="connsiteY20" fmla="*/ 32102 h 145916"/>
                <a:gd name="connsiteX21" fmla="*/ 113572 w 145916"/>
                <a:gd name="connsiteY21" fmla="*/ 120746 h 145916"/>
                <a:gd name="connsiteX22" fmla="*/ 39154 w 145916"/>
                <a:gd name="connsiteY22" fmla="*/ 120746 h 145916"/>
                <a:gd name="connsiteX23" fmla="*/ 32102 w 145916"/>
                <a:gd name="connsiteY23" fmla="*/ 113694 h 145916"/>
                <a:gd name="connsiteX24" fmla="*/ 32102 w 145916"/>
                <a:gd name="connsiteY24" fmla="*/ 88036 h 145916"/>
                <a:gd name="connsiteX25" fmla="*/ 120625 w 145916"/>
                <a:gd name="connsiteY25" fmla="*/ 88036 h 145916"/>
                <a:gd name="connsiteX26" fmla="*/ 120625 w 145916"/>
                <a:gd name="connsiteY26" fmla="*/ 113694 h 145916"/>
                <a:gd name="connsiteX27" fmla="*/ 113572 w 145916"/>
                <a:gd name="connsiteY27" fmla="*/ 120746 h 14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5916" h="145916">
                  <a:moveTo>
                    <a:pt x="113572" y="9120"/>
                  </a:moveTo>
                  <a:lnTo>
                    <a:pt x="39154" y="9120"/>
                  </a:lnTo>
                  <a:cubicBezTo>
                    <a:pt x="22617" y="9120"/>
                    <a:pt x="9120" y="22617"/>
                    <a:pt x="9120" y="39276"/>
                  </a:cubicBezTo>
                  <a:lnTo>
                    <a:pt x="9120" y="113694"/>
                  </a:lnTo>
                  <a:cubicBezTo>
                    <a:pt x="9120" y="130231"/>
                    <a:pt x="22617" y="143850"/>
                    <a:pt x="39154" y="143850"/>
                  </a:cubicBezTo>
                  <a:lnTo>
                    <a:pt x="113572" y="143850"/>
                  </a:lnTo>
                  <a:cubicBezTo>
                    <a:pt x="130109" y="143850"/>
                    <a:pt x="143728" y="130352"/>
                    <a:pt x="143728" y="113694"/>
                  </a:cubicBezTo>
                  <a:lnTo>
                    <a:pt x="143728" y="39276"/>
                  </a:lnTo>
                  <a:cubicBezTo>
                    <a:pt x="143728" y="22617"/>
                    <a:pt x="130231" y="9120"/>
                    <a:pt x="113572" y="9120"/>
                  </a:cubicBezTo>
                  <a:moveTo>
                    <a:pt x="120625" y="39276"/>
                  </a:moveTo>
                  <a:lnTo>
                    <a:pt x="120625" y="64933"/>
                  </a:lnTo>
                  <a:lnTo>
                    <a:pt x="87915" y="64933"/>
                  </a:lnTo>
                  <a:lnTo>
                    <a:pt x="87915" y="32102"/>
                  </a:lnTo>
                  <a:lnTo>
                    <a:pt x="113572" y="32102"/>
                  </a:lnTo>
                  <a:cubicBezTo>
                    <a:pt x="117463" y="32102"/>
                    <a:pt x="120625" y="35263"/>
                    <a:pt x="120625" y="39276"/>
                  </a:cubicBezTo>
                  <a:moveTo>
                    <a:pt x="39154" y="32102"/>
                  </a:moveTo>
                  <a:lnTo>
                    <a:pt x="64811" y="32102"/>
                  </a:lnTo>
                  <a:lnTo>
                    <a:pt x="64811" y="64933"/>
                  </a:lnTo>
                  <a:lnTo>
                    <a:pt x="32102" y="64933"/>
                  </a:lnTo>
                  <a:lnTo>
                    <a:pt x="32102" y="39276"/>
                  </a:lnTo>
                  <a:cubicBezTo>
                    <a:pt x="32102" y="35263"/>
                    <a:pt x="35263" y="32102"/>
                    <a:pt x="39154" y="32102"/>
                  </a:cubicBezTo>
                  <a:moveTo>
                    <a:pt x="113572" y="120746"/>
                  </a:moveTo>
                  <a:lnTo>
                    <a:pt x="39154" y="120746"/>
                  </a:lnTo>
                  <a:cubicBezTo>
                    <a:pt x="35263" y="120746"/>
                    <a:pt x="32102" y="117585"/>
                    <a:pt x="32102" y="113694"/>
                  </a:cubicBezTo>
                  <a:lnTo>
                    <a:pt x="32102" y="88036"/>
                  </a:lnTo>
                  <a:lnTo>
                    <a:pt x="120625" y="88036"/>
                  </a:lnTo>
                  <a:lnTo>
                    <a:pt x="120625" y="113694"/>
                  </a:lnTo>
                  <a:cubicBezTo>
                    <a:pt x="120625" y="117585"/>
                    <a:pt x="117463" y="120746"/>
                    <a:pt x="113572" y="120746"/>
                  </a:cubicBezTo>
                </a:path>
              </a:pathLst>
            </a:custGeom>
            <a:grpFill/>
            <a:ln w="9525" cap="flat">
              <a:noFill/>
              <a:prstDash val="solid"/>
              <a:miter/>
            </a:ln>
          </p:spPr>
          <p:txBody>
            <a:bodyPr rtlCol="0" anchor="ctr"/>
            <a:lstStyle/>
            <a:p>
              <a:endParaRPr lang="en-GB"/>
            </a:p>
          </p:txBody>
        </p:sp>
      </p:grpSp>
      <p:grpSp>
        <p:nvGrpSpPr>
          <p:cNvPr id="89" name="Group 88">
            <a:extLst>
              <a:ext uri="{FF2B5EF4-FFF2-40B4-BE49-F238E27FC236}">
                <a16:creationId xmlns:a16="http://schemas.microsoft.com/office/drawing/2014/main" id="{34E2CFD6-A8E8-A745-9FF0-EC9BBC15164E}"/>
              </a:ext>
            </a:extLst>
          </p:cNvPr>
          <p:cNvGrpSpPr/>
          <p:nvPr/>
        </p:nvGrpSpPr>
        <p:grpSpPr>
          <a:xfrm>
            <a:off x="10521735" y="1411522"/>
            <a:ext cx="699610" cy="816403"/>
            <a:chOff x="7539607" y="1708704"/>
            <a:chExt cx="298933" cy="348837"/>
          </a:xfrm>
          <a:solidFill>
            <a:schemeClr val="accent1"/>
          </a:solidFill>
        </p:grpSpPr>
        <p:sp>
          <p:nvSpPr>
            <p:cNvPr id="90" name="Freeform: Shape 266">
              <a:extLst>
                <a:ext uri="{FF2B5EF4-FFF2-40B4-BE49-F238E27FC236}">
                  <a16:creationId xmlns:a16="http://schemas.microsoft.com/office/drawing/2014/main" id="{8AC76ED2-053B-6C4C-82AE-B147EEC43858}"/>
                </a:ext>
              </a:extLst>
            </p:cNvPr>
            <p:cNvSpPr/>
            <p:nvPr/>
          </p:nvSpPr>
          <p:spPr>
            <a:xfrm>
              <a:off x="7690332" y="1806342"/>
              <a:ext cx="91979" cy="91979"/>
            </a:xfrm>
            <a:custGeom>
              <a:avLst/>
              <a:gdLst>
                <a:gd name="connsiteX0" fmla="*/ 87483 w 91979"/>
                <a:gd name="connsiteY0" fmla="*/ 70237 h 91979"/>
                <a:gd name="connsiteX1" fmla="*/ 90587 w 91979"/>
                <a:gd name="connsiteY1" fmla="*/ 38274 h 91979"/>
                <a:gd name="connsiteX2" fmla="*/ 70237 w 91979"/>
                <a:gd name="connsiteY2" fmla="*/ 13555 h 91979"/>
                <a:gd name="connsiteX3" fmla="*/ 38274 w 91979"/>
                <a:gd name="connsiteY3" fmla="*/ 10450 h 91979"/>
                <a:gd name="connsiteX4" fmla="*/ 13554 w 91979"/>
                <a:gd name="connsiteY4" fmla="*/ 30801 h 91979"/>
                <a:gd name="connsiteX5" fmla="*/ 10450 w 91979"/>
                <a:gd name="connsiteY5" fmla="*/ 62763 h 91979"/>
                <a:gd name="connsiteX6" fmla="*/ 30800 w 91979"/>
                <a:gd name="connsiteY6" fmla="*/ 87483 h 91979"/>
                <a:gd name="connsiteX7" fmla="*/ 50461 w 91979"/>
                <a:gd name="connsiteY7" fmla="*/ 92427 h 91979"/>
                <a:gd name="connsiteX8" fmla="*/ 62648 w 91979"/>
                <a:gd name="connsiteY8" fmla="*/ 90587 h 91979"/>
                <a:gd name="connsiteX9" fmla="*/ 87483 w 91979"/>
                <a:gd name="connsiteY9" fmla="*/ 70237 h 91979"/>
                <a:gd name="connsiteX10" fmla="*/ 54715 w 91979"/>
                <a:gd name="connsiteY10" fmla="*/ 64143 h 91979"/>
                <a:gd name="connsiteX11" fmla="*/ 43792 w 91979"/>
                <a:gd name="connsiteY11" fmla="*/ 63108 h 91979"/>
                <a:gd name="connsiteX12" fmla="*/ 36894 w 91979"/>
                <a:gd name="connsiteY12" fmla="*/ 54715 h 91979"/>
                <a:gd name="connsiteX13" fmla="*/ 37929 w 91979"/>
                <a:gd name="connsiteY13" fmla="*/ 43793 h 91979"/>
                <a:gd name="connsiteX14" fmla="*/ 46322 w 91979"/>
                <a:gd name="connsiteY14" fmla="*/ 36894 h 91979"/>
                <a:gd name="connsiteX15" fmla="*/ 50461 w 91979"/>
                <a:gd name="connsiteY15" fmla="*/ 36319 h 91979"/>
                <a:gd name="connsiteX16" fmla="*/ 57130 w 91979"/>
                <a:gd name="connsiteY16" fmla="*/ 38044 h 91979"/>
                <a:gd name="connsiteX17" fmla="*/ 64028 w 91979"/>
                <a:gd name="connsiteY17" fmla="*/ 46552 h 91979"/>
                <a:gd name="connsiteX18" fmla="*/ 62994 w 91979"/>
                <a:gd name="connsiteY18" fmla="*/ 57475 h 91979"/>
                <a:gd name="connsiteX19" fmla="*/ 54715 w 91979"/>
                <a:gd name="connsiteY19" fmla="*/ 64143 h 9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979" h="91979">
                  <a:moveTo>
                    <a:pt x="87483" y="70237"/>
                  </a:moveTo>
                  <a:cubicBezTo>
                    <a:pt x="92772" y="60349"/>
                    <a:pt x="93807" y="49082"/>
                    <a:pt x="90587" y="38274"/>
                  </a:cubicBezTo>
                  <a:cubicBezTo>
                    <a:pt x="87368" y="27581"/>
                    <a:pt x="80125" y="18728"/>
                    <a:pt x="70237" y="13555"/>
                  </a:cubicBezTo>
                  <a:cubicBezTo>
                    <a:pt x="60349" y="8266"/>
                    <a:pt x="49082" y="7231"/>
                    <a:pt x="38274" y="10450"/>
                  </a:cubicBezTo>
                  <a:cubicBezTo>
                    <a:pt x="27581" y="13669"/>
                    <a:pt x="18728" y="20913"/>
                    <a:pt x="13554" y="30801"/>
                  </a:cubicBezTo>
                  <a:cubicBezTo>
                    <a:pt x="8266" y="40688"/>
                    <a:pt x="7231" y="51956"/>
                    <a:pt x="10450" y="62763"/>
                  </a:cubicBezTo>
                  <a:cubicBezTo>
                    <a:pt x="13669" y="73456"/>
                    <a:pt x="20913" y="82309"/>
                    <a:pt x="30800" y="87483"/>
                  </a:cubicBezTo>
                  <a:cubicBezTo>
                    <a:pt x="36894" y="90817"/>
                    <a:pt x="43678" y="92427"/>
                    <a:pt x="50461" y="92427"/>
                  </a:cubicBezTo>
                  <a:cubicBezTo>
                    <a:pt x="54600" y="92427"/>
                    <a:pt x="58625" y="91852"/>
                    <a:pt x="62648" y="90587"/>
                  </a:cubicBezTo>
                  <a:cubicBezTo>
                    <a:pt x="73341" y="87368"/>
                    <a:pt x="82194" y="80125"/>
                    <a:pt x="87483" y="70237"/>
                  </a:cubicBezTo>
                  <a:moveTo>
                    <a:pt x="54715" y="64143"/>
                  </a:moveTo>
                  <a:cubicBezTo>
                    <a:pt x="51036" y="65293"/>
                    <a:pt x="47242" y="64833"/>
                    <a:pt x="43792" y="63108"/>
                  </a:cubicBezTo>
                  <a:cubicBezTo>
                    <a:pt x="40458" y="61269"/>
                    <a:pt x="37929" y="58279"/>
                    <a:pt x="36894" y="54715"/>
                  </a:cubicBezTo>
                  <a:cubicBezTo>
                    <a:pt x="35745" y="51036"/>
                    <a:pt x="36204" y="47242"/>
                    <a:pt x="37929" y="43793"/>
                  </a:cubicBezTo>
                  <a:cubicBezTo>
                    <a:pt x="39769" y="40458"/>
                    <a:pt x="42758" y="37929"/>
                    <a:pt x="46322" y="36894"/>
                  </a:cubicBezTo>
                  <a:cubicBezTo>
                    <a:pt x="47702" y="36434"/>
                    <a:pt x="49082" y="36319"/>
                    <a:pt x="50461" y="36319"/>
                  </a:cubicBezTo>
                  <a:cubicBezTo>
                    <a:pt x="52761" y="36319"/>
                    <a:pt x="55060" y="36894"/>
                    <a:pt x="57130" y="38044"/>
                  </a:cubicBezTo>
                  <a:cubicBezTo>
                    <a:pt x="60464" y="39884"/>
                    <a:pt x="62994" y="42873"/>
                    <a:pt x="64028" y="46552"/>
                  </a:cubicBezTo>
                  <a:cubicBezTo>
                    <a:pt x="65178" y="50231"/>
                    <a:pt x="64718" y="54025"/>
                    <a:pt x="62994" y="57475"/>
                  </a:cubicBezTo>
                  <a:cubicBezTo>
                    <a:pt x="61269" y="60579"/>
                    <a:pt x="58279" y="63108"/>
                    <a:pt x="54715" y="64143"/>
                  </a:cubicBezTo>
                </a:path>
              </a:pathLst>
            </a:custGeom>
            <a:grpFill/>
            <a:ln w="9525" cap="flat">
              <a:noFill/>
              <a:prstDash val="solid"/>
              <a:miter/>
            </a:ln>
          </p:spPr>
          <p:txBody>
            <a:bodyPr rtlCol="0" anchor="ctr"/>
            <a:lstStyle/>
            <a:p>
              <a:endParaRPr lang="en-GB"/>
            </a:p>
          </p:txBody>
        </p:sp>
        <p:sp>
          <p:nvSpPr>
            <p:cNvPr id="107" name="Freeform: Shape 267">
              <a:extLst>
                <a:ext uri="{FF2B5EF4-FFF2-40B4-BE49-F238E27FC236}">
                  <a16:creationId xmlns:a16="http://schemas.microsoft.com/office/drawing/2014/main" id="{42DB00B7-5333-9541-9E1A-831B5E41F26B}"/>
                </a:ext>
              </a:extLst>
            </p:cNvPr>
            <p:cNvSpPr/>
            <p:nvPr/>
          </p:nvSpPr>
          <p:spPr>
            <a:xfrm>
              <a:off x="7539607" y="1708704"/>
              <a:ext cx="298933" cy="344922"/>
            </a:xfrm>
            <a:custGeom>
              <a:avLst/>
              <a:gdLst>
                <a:gd name="connsiteX0" fmla="*/ 289716 w 298932"/>
                <a:gd name="connsiteY0" fmla="*/ 239734 h 344922"/>
                <a:gd name="connsiteX1" fmla="*/ 270975 w 298932"/>
                <a:gd name="connsiteY1" fmla="*/ 201562 h 344922"/>
                <a:gd name="connsiteX2" fmla="*/ 270055 w 298932"/>
                <a:gd name="connsiteY2" fmla="*/ 200758 h 344922"/>
                <a:gd name="connsiteX3" fmla="*/ 288221 w 298932"/>
                <a:gd name="connsiteY3" fmla="*/ 95901 h 344922"/>
                <a:gd name="connsiteX4" fmla="*/ 281898 w 298932"/>
                <a:gd name="connsiteY4" fmla="*/ 18869 h 344922"/>
                <a:gd name="connsiteX5" fmla="*/ 275114 w 298932"/>
                <a:gd name="connsiteY5" fmla="*/ 10246 h 344922"/>
                <a:gd name="connsiteX6" fmla="*/ 264191 w 298932"/>
                <a:gd name="connsiteY6" fmla="*/ 9326 h 344922"/>
                <a:gd name="connsiteX7" fmla="*/ 196587 w 298932"/>
                <a:gd name="connsiteY7" fmla="*/ 46922 h 344922"/>
                <a:gd name="connsiteX8" fmla="*/ 119670 w 298932"/>
                <a:gd name="connsiteY8" fmla="*/ 120391 h 344922"/>
                <a:gd name="connsiteX9" fmla="*/ 118519 w 298932"/>
                <a:gd name="connsiteY9" fmla="*/ 120046 h 344922"/>
                <a:gd name="connsiteX10" fmla="*/ 76324 w 298932"/>
                <a:gd name="connsiteY10" fmla="*/ 125680 h 344922"/>
                <a:gd name="connsiteX11" fmla="*/ 9524 w 298932"/>
                <a:gd name="connsiteY11" fmla="*/ 204207 h 344922"/>
                <a:gd name="connsiteX12" fmla="*/ 11479 w 298932"/>
                <a:gd name="connsiteY12" fmla="*/ 217544 h 344922"/>
                <a:gd name="connsiteX13" fmla="*/ 22401 w 298932"/>
                <a:gd name="connsiteY13" fmla="*/ 222833 h 344922"/>
                <a:gd name="connsiteX14" fmla="*/ 24011 w 298932"/>
                <a:gd name="connsiteY14" fmla="*/ 222718 h 344922"/>
                <a:gd name="connsiteX15" fmla="*/ 79429 w 298932"/>
                <a:gd name="connsiteY15" fmla="*/ 216394 h 344922"/>
                <a:gd name="connsiteX16" fmla="*/ 89431 w 298932"/>
                <a:gd name="connsiteY16" fmla="*/ 229041 h 344922"/>
                <a:gd name="connsiteX17" fmla="*/ 138180 w 298932"/>
                <a:gd name="connsiteY17" fmla="*/ 266638 h 344922"/>
                <a:gd name="connsiteX18" fmla="*/ 196472 w 298932"/>
                <a:gd name="connsiteY18" fmla="*/ 286183 h 344922"/>
                <a:gd name="connsiteX19" fmla="*/ 212224 w 298932"/>
                <a:gd name="connsiteY19" fmla="*/ 287448 h 344922"/>
                <a:gd name="connsiteX20" fmla="*/ 212568 w 298932"/>
                <a:gd name="connsiteY20" fmla="*/ 287448 h 344922"/>
                <a:gd name="connsiteX21" fmla="*/ 238093 w 298932"/>
                <a:gd name="connsiteY21" fmla="*/ 337002 h 344922"/>
                <a:gd name="connsiteX22" fmla="*/ 249360 w 298932"/>
                <a:gd name="connsiteY22" fmla="*/ 344475 h 344922"/>
                <a:gd name="connsiteX23" fmla="*/ 250280 w 298932"/>
                <a:gd name="connsiteY23" fmla="*/ 344475 h 344922"/>
                <a:gd name="connsiteX24" fmla="*/ 261547 w 298932"/>
                <a:gd name="connsiteY24" fmla="*/ 338611 h 344922"/>
                <a:gd name="connsiteX25" fmla="*/ 289716 w 298932"/>
                <a:gd name="connsiteY25" fmla="*/ 239734 h 344922"/>
                <a:gd name="connsiteX26" fmla="*/ 99434 w 298932"/>
                <a:gd name="connsiteY26" fmla="*/ 147755 h 344922"/>
                <a:gd name="connsiteX27" fmla="*/ 74140 w 298932"/>
                <a:gd name="connsiteY27" fmla="*/ 189375 h 344922"/>
                <a:gd name="connsiteX28" fmla="*/ 74025 w 298932"/>
                <a:gd name="connsiteY28" fmla="*/ 189605 h 344922"/>
                <a:gd name="connsiteX29" fmla="*/ 45051 w 298932"/>
                <a:gd name="connsiteY29" fmla="*/ 192939 h 344922"/>
                <a:gd name="connsiteX30" fmla="*/ 99434 w 298932"/>
                <a:gd name="connsiteY30" fmla="*/ 147755 h 344922"/>
                <a:gd name="connsiteX31" fmla="*/ 151057 w 298932"/>
                <a:gd name="connsiteY31" fmla="*/ 242608 h 344922"/>
                <a:gd name="connsiteX32" fmla="*/ 100468 w 298932"/>
                <a:gd name="connsiteY32" fmla="*/ 198458 h 344922"/>
                <a:gd name="connsiteX33" fmla="*/ 211649 w 298932"/>
                <a:gd name="connsiteY33" fmla="*/ 70032 h 344922"/>
                <a:gd name="connsiteX34" fmla="*/ 258098 w 298932"/>
                <a:gd name="connsiteY34" fmla="*/ 41863 h 344922"/>
                <a:gd name="connsiteX35" fmla="*/ 260627 w 298932"/>
                <a:gd name="connsiteY35" fmla="*/ 96016 h 344922"/>
                <a:gd name="connsiteX36" fmla="*/ 215903 w 298932"/>
                <a:gd name="connsiteY36" fmla="*/ 259854 h 344922"/>
                <a:gd name="connsiteX37" fmla="*/ 151057 w 298932"/>
                <a:gd name="connsiteY37" fmla="*/ 242608 h 344922"/>
                <a:gd name="connsiteX38" fmla="*/ 251429 w 298932"/>
                <a:gd name="connsiteY38" fmla="*/ 302970 h 344922"/>
                <a:gd name="connsiteX39" fmla="*/ 238093 w 298932"/>
                <a:gd name="connsiteY39" fmla="*/ 277100 h 344922"/>
                <a:gd name="connsiteX40" fmla="*/ 238208 w 298932"/>
                <a:gd name="connsiteY40" fmla="*/ 276870 h 344922"/>
                <a:gd name="connsiteX41" fmla="*/ 258788 w 298932"/>
                <a:gd name="connsiteY41" fmla="*/ 232720 h 344922"/>
                <a:gd name="connsiteX42" fmla="*/ 251429 w 298932"/>
                <a:gd name="connsiteY42" fmla="*/ 302970 h 34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98932" h="344922">
                  <a:moveTo>
                    <a:pt x="289716" y="239734"/>
                  </a:moveTo>
                  <a:cubicBezTo>
                    <a:pt x="285002" y="215934"/>
                    <a:pt x="272355" y="202942"/>
                    <a:pt x="270975" y="201562"/>
                  </a:cubicBezTo>
                  <a:cubicBezTo>
                    <a:pt x="270745" y="201332"/>
                    <a:pt x="270400" y="200988"/>
                    <a:pt x="270055" y="200758"/>
                  </a:cubicBezTo>
                  <a:cubicBezTo>
                    <a:pt x="282932" y="159252"/>
                    <a:pt x="287301" y="122920"/>
                    <a:pt x="288221" y="95901"/>
                  </a:cubicBezTo>
                  <a:cubicBezTo>
                    <a:pt x="289831" y="49337"/>
                    <a:pt x="282242" y="20018"/>
                    <a:pt x="281898" y="18869"/>
                  </a:cubicBezTo>
                  <a:cubicBezTo>
                    <a:pt x="280863" y="15189"/>
                    <a:pt x="278449" y="12085"/>
                    <a:pt x="275114" y="10246"/>
                  </a:cubicBezTo>
                  <a:cubicBezTo>
                    <a:pt x="271780" y="8406"/>
                    <a:pt x="267756" y="8176"/>
                    <a:pt x="264191" y="9326"/>
                  </a:cubicBezTo>
                  <a:cubicBezTo>
                    <a:pt x="263042" y="9786"/>
                    <a:pt x="234413" y="19673"/>
                    <a:pt x="196587" y="46922"/>
                  </a:cubicBezTo>
                  <a:cubicBezTo>
                    <a:pt x="174742" y="62674"/>
                    <a:pt x="146918" y="86588"/>
                    <a:pt x="119670" y="120391"/>
                  </a:cubicBezTo>
                  <a:cubicBezTo>
                    <a:pt x="119324" y="120276"/>
                    <a:pt x="118865" y="120161"/>
                    <a:pt x="118519" y="120046"/>
                  </a:cubicBezTo>
                  <a:cubicBezTo>
                    <a:pt x="116565" y="119701"/>
                    <a:pt x="98744" y="116482"/>
                    <a:pt x="76324" y="125680"/>
                  </a:cubicBezTo>
                  <a:cubicBezTo>
                    <a:pt x="40107" y="140626"/>
                    <a:pt x="20102" y="176728"/>
                    <a:pt x="9524" y="204207"/>
                  </a:cubicBezTo>
                  <a:cubicBezTo>
                    <a:pt x="7799" y="208691"/>
                    <a:pt x="8604" y="213750"/>
                    <a:pt x="11479" y="217544"/>
                  </a:cubicBezTo>
                  <a:cubicBezTo>
                    <a:pt x="14123" y="220878"/>
                    <a:pt x="18147" y="222833"/>
                    <a:pt x="22401" y="222833"/>
                  </a:cubicBezTo>
                  <a:cubicBezTo>
                    <a:pt x="22976" y="222833"/>
                    <a:pt x="23436" y="222833"/>
                    <a:pt x="24011" y="222718"/>
                  </a:cubicBezTo>
                  <a:lnTo>
                    <a:pt x="79429" y="216394"/>
                  </a:lnTo>
                  <a:cubicBezTo>
                    <a:pt x="82073" y="220303"/>
                    <a:pt x="85407" y="224557"/>
                    <a:pt x="89431" y="229041"/>
                  </a:cubicBezTo>
                  <a:cubicBezTo>
                    <a:pt x="96904" y="237319"/>
                    <a:pt x="113231" y="253301"/>
                    <a:pt x="138180" y="266638"/>
                  </a:cubicBezTo>
                  <a:cubicBezTo>
                    <a:pt x="163014" y="279860"/>
                    <a:pt x="185434" y="284574"/>
                    <a:pt x="196472" y="286183"/>
                  </a:cubicBezTo>
                  <a:cubicBezTo>
                    <a:pt x="202336" y="286988"/>
                    <a:pt x="207509" y="287448"/>
                    <a:pt x="212224" y="287448"/>
                  </a:cubicBezTo>
                  <a:cubicBezTo>
                    <a:pt x="212339" y="287448"/>
                    <a:pt x="212453" y="287448"/>
                    <a:pt x="212568" y="287448"/>
                  </a:cubicBezTo>
                  <a:lnTo>
                    <a:pt x="238093" y="337002"/>
                  </a:lnTo>
                  <a:cubicBezTo>
                    <a:pt x="240277" y="341256"/>
                    <a:pt x="244531" y="344130"/>
                    <a:pt x="249360" y="344475"/>
                  </a:cubicBezTo>
                  <a:cubicBezTo>
                    <a:pt x="249705" y="344475"/>
                    <a:pt x="250050" y="344475"/>
                    <a:pt x="250280" y="344475"/>
                  </a:cubicBezTo>
                  <a:cubicBezTo>
                    <a:pt x="254764" y="344475"/>
                    <a:pt x="258903" y="342291"/>
                    <a:pt x="261547" y="338611"/>
                  </a:cubicBezTo>
                  <a:cubicBezTo>
                    <a:pt x="278678" y="314927"/>
                    <a:pt x="297419" y="278135"/>
                    <a:pt x="289716" y="239734"/>
                  </a:cubicBezTo>
                  <a:moveTo>
                    <a:pt x="99434" y="147755"/>
                  </a:moveTo>
                  <a:cubicBezTo>
                    <a:pt x="90696" y="160517"/>
                    <a:pt x="82188" y="174314"/>
                    <a:pt x="74140" y="189375"/>
                  </a:cubicBezTo>
                  <a:cubicBezTo>
                    <a:pt x="74140" y="189490"/>
                    <a:pt x="74025" y="189490"/>
                    <a:pt x="74025" y="189605"/>
                  </a:cubicBezTo>
                  <a:lnTo>
                    <a:pt x="45051" y="192939"/>
                  </a:lnTo>
                  <a:cubicBezTo>
                    <a:pt x="63332" y="159597"/>
                    <a:pt x="85407" y="150169"/>
                    <a:pt x="99434" y="147755"/>
                  </a:cubicBezTo>
                  <a:moveTo>
                    <a:pt x="151057" y="242608"/>
                  </a:moveTo>
                  <a:cubicBezTo>
                    <a:pt x="122544" y="227432"/>
                    <a:pt x="104838" y="206851"/>
                    <a:pt x="100468" y="198458"/>
                  </a:cubicBezTo>
                  <a:cubicBezTo>
                    <a:pt x="136111" y="133383"/>
                    <a:pt x="180376" y="92797"/>
                    <a:pt x="211649" y="70032"/>
                  </a:cubicBezTo>
                  <a:cubicBezTo>
                    <a:pt x="230504" y="56350"/>
                    <a:pt x="246945" y="47267"/>
                    <a:pt x="258098" y="41863"/>
                  </a:cubicBezTo>
                  <a:cubicBezTo>
                    <a:pt x="259823" y="54051"/>
                    <a:pt x="261432" y="72792"/>
                    <a:pt x="260627" y="96016"/>
                  </a:cubicBezTo>
                  <a:cubicBezTo>
                    <a:pt x="259132" y="134648"/>
                    <a:pt x="250165" y="194089"/>
                    <a:pt x="215903" y="259854"/>
                  </a:cubicBezTo>
                  <a:cubicBezTo>
                    <a:pt x="206590" y="261119"/>
                    <a:pt x="179571" y="257900"/>
                    <a:pt x="151057" y="242608"/>
                  </a:cubicBezTo>
                  <a:moveTo>
                    <a:pt x="251429" y="302970"/>
                  </a:moveTo>
                  <a:lnTo>
                    <a:pt x="238093" y="277100"/>
                  </a:lnTo>
                  <a:cubicBezTo>
                    <a:pt x="238093" y="276985"/>
                    <a:pt x="238208" y="276985"/>
                    <a:pt x="238208" y="276870"/>
                  </a:cubicBezTo>
                  <a:cubicBezTo>
                    <a:pt x="246255" y="261809"/>
                    <a:pt x="253039" y="247092"/>
                    <a:pt x="258788" y="232720"/>
                  </a:cubicBezTo>
                  <a:cubicBezTo>
                    <a:pt x="264537" y="245712"/>
                    <a:pt x="268906" y="269397"/>
                    <a:pt x="251429" y="302970"/>
                  </a:cubicBezTo>
                </a:path>
              </a:pathLst>
            </a:custGeom>
            <a:grpFill/>
            <a:ln w="9525" cap="flat">
              <a:noFill/>
              <a:prstDash val="solid"/>
              <a:miter/>
            </a:ln>
          </p:spPr>
          <p:txBody>
            <a:bodyPr rtlCol="0" anchor="ctr"/>
            <a:lstStyle/>
            <a:p>
              <a:endParaRPr lang="en-GB"/>
            </a:p>
          </p:txBody>
        </p:sp>
        <p:sp>
          <p:nvSpPr>
            <p:cNvPr id="108" name="Freeform: Shape 268">
              <a:extLst>
                <a:ext uri="{FF2B5EF4-FFF2-40B4-BE49-F238E27FC236}">
                  <a16:creationId xmlns:a16="http://schemas.microsoft.com/office/drawing/2014/main" id="{18BDE490-8A38-5641-BDB4-F85B162E4BA3}"/>
                </a:ext>
              </a:extLst>
            </p:cNvPr>
            <p:cNvSpPr/>
            <p:nvPr/>
          </p:nvSpPr>
          <p:spPr>
            <a:xfrm>
              <a:off x="7593092" y="1955031"/>
              <a:ext cx="57487" cy="57487"/>
            </a:xfrm>
            <a:custGeom>
              <a:avLst/>
              <a:gdLst>
                <a:gd name="connsiteX0" fmla="*/ 49514 w 57487"/>
                <a:gd name="connsiteY0" fmla="*/ 13527 h 57487"/>
                <a:gd name="connsiteX1" fmla="*/ 30083 w 57487"/>
                <a:gd name="connsiteY1" fmla="*/ 11917 h 57487"/>
                <a:gd name="connsiteX2" fmla="*/ 13527 w 57487"/>
                <a:gd name="connsiteY2" fmla="*/ 25829 h 57487"/>
                <a:gd name="connsiteX3" fmla="*/ 11917 w 57487"/>
                <a:gd name="connsiteY3" fmla="*/ 45259 h 57487"/>
                <a:gd name="connsiteX4" fmla="*/ 22494 w 57487"/>
                <a:gd name="connsiteY4" fmla="*/ 50203 h 57487"/>
                <a:gd name="connsiteX5" fmla="*/ 31347 w 57487"/>
                <a:gd name="connsiteY5" fmla="*/ 46984 h 57487"/>
                <a:gd name="connsiteX6" fmla="*/ 47904 w 57487"/>
                <a:gd name="connsiteY6" fmla="*/ 33072 h 57487"/>
                <a:gd name="connsiteX7" fmla="*/ 49514 w 57487"/>
                <a:gd name="connsiteY7" fmla="*/ 13527 h 5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87" h="57487">
                  <a:moveTo>
                    <a:pt x="49514" y="13527"/>
                  </a:moveTo>
                  <a:cubicBezTo>
                    <a:pt x="44570" y="7663"/>
                    <a:pt x="35832" y="6973"/>
                    <a:pt x="30083" y="11917"/>
                  </a:cubicBezTo>
                  <a:lnTo>
                    <a:pt x="13527" y="25829"/>
                  </a:lnTo>
                  <a:cubicBezTo>
                    <a:pt x="7663" y="30773"/>
                    <a:pt x="6973" y="39396"/>
                    <a:pt x="11917" y="45259"/>
                  </a:cubicBezTo>
                  <a:cubicBezTo>
                    <a:pt x="14676" y="48479"/>
                    <a:pt x="18585" y="50203"/>
                    <a:pt x="22494" y="50203"/>
                  </a:cubicBezTo>
                  <a:cubicBezTo>
                    <a:pt x="25599" y="50203"/>
                    <a:pt x="28818" y="49168"/>
                    <a:pt x="31347" y="46984"/>
                  </a:cubicBezTo>
                  <a:lnTo>
                    <a:pt x="47904" y="33072"/>
                  </a:lnTo>
                  <a:cubicBezTo>
                    <a:pt x="53768" y="28013"/>
                    <a:pt x="54457" y="19390"/>
                    <a:pt x="49514" y="13527"/>
                  </a:cubicBezTo>
                </a:path>
              </a:pathLst>
            </a:custGeom>
            <a:grpFill/>
            <a:ln w="9525" cap="flat">
              <a:noFill/>
              <a:prstDash val="solid"/>
              <a:miter/>
            </a:ln>
          </p:spPr>
          <p:txBody>
            <a:bodyPr rtlCol="0" anchor="ctr"/>
            <a:lstStyle/>
            <a:p>
              <a:endParaRPr lang="en-GB"/>
            </a:p>
          </p:txBody>
        </p:sp>
        <p:sp>
          <p:nvSpPr>
            <p:cNvPr id="109" name="Freeform: Shape 269">
              <a:extLst>
                <a:ext uri="{FF2B5EF4-FFF2-40B4-BE49-F238E27FC236}">
                  <a16:creationId xmlns:a16="http://schemas.microsoft.com/office/drawing/2014/main" id="{4DCBFDE6-3D61-B745-9FAE-077AF674E629}"/>
                </a:ext>
              </a:extLst>
            </p:cNvPr>
            <p:cNvSpPr/>
            <p:nvPr/>
          </p:nvSpPr>
          <p:spPr>
            <a:xfrm>
              <a:off x="7676788" y="1992163"/>
              <a:ext cx="45990" cy="57487"/>
            </a:xfrm>
            <a:custGeom>
              <a:avLst/>
              <a:gdLst>
                <a:gd name="connsiteX0" fmla="*/ 26408 w 45989"/>
                <a:gd name="connsiteY0" fmla="*/ 8702 h 57487"/>
                <a:gd name="connsiteX1" fmla="*/ 11117 w 45989"/>
                <a:gd name="connsiteY1" fmla="*/ 20890 h 57487"/>
                <a:gd name="connsiteX2" fmla="*/ 8702 w 45989"/>
                <a:gd name="connsiteY2" fmla="*/ 42390 h 57487"/>
                <a:gd name="connsiteX3" fmla="*/ 20890 w 45989"/>
                <a:gd name="connsiteY3" fmla="*/ 57681 h 57487"/>
                <a:gd name="connsiteX4" fmla="*/ 22384 w 45989"/>
                <a:gd name="connsiteY4" fmla="*/ 57796 h 57487"/>
                <a:gd name="connsiteX5" fmla="*/ 36066 w 45989"/>
                <a:gd name="connsiteY5" fmla="*/ 45494 h 57487"/>
                <a:gd name="connsiteX6" fmla="*/ 38481 w 45989"/>
                <a:gd name="connsiteY6" fmla="*/ 23994 h 57487"/>
                <a:gd name="connsiteX7" fmla="*/ 26408 w 45989"/>
                <a:gd name="connsiteY7" fmla="*/ 8702 h 5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89" h="57487">
                  <a:moveTo>
                    <a:pt x="26408" y="8702"/>
                  </a:moveTo>
                  <a:cubicBezTo>
                    <a:pt x="18820" y="7898"/>
                    <a:pt x="12036" y="13301"/>
                    <a:pt x="11117" y="20890"/>
                  </a:cubicBezTo>
                  <a:lnTo>
                    <a:pt x="8702" y="42390"/>
                  </a:lnTo>
                  <a:cubicBezTo>
                    <a:pt x="7898" y="49978"/>
                    <a:pt x="13302" y="56762"/>
                    <a:pt x="20890" y="57681"/>
                  </a:cubicBezTo>
                  <a:cubicBezTo>
                    <a:pt x="21349" y="57796"/>
                    <a:pt x="21925" y="57796"/>
                    <a:pt x="22384" y="57796"/>
                  </a:cubicBezTo>
                  <a:cubicBezTo>
                    <a:pt x="29283" y="57796"/>
                    <a:pt x="35261" y="52623"/>
                    <a:pt x="36066" y="45494"/>
                  </a:cubicBezTo>
                  <a:lnTo>
                    <a:pt x="38481" y="23994"/>
                  </a:lnTo>
                  <a:cubicBezTo>
                    <a:pt x="39400" y="16406"/>
                    <a:pt x="33997" y="9507"/>
                    <a:pt x="26408" y="8702"/>
                  </a:cubicBezTo>
                </a:path>
              </a:pathLst>
            </a:custGeom>
            <a:grpFill/>
            <a:ln w="9525" cap="flat">
              <a:noFill/>
              <a:prstDash val="solid"/>
              <a:miter/>
            </a:ln>
          </p:spPr>
          <p:txBody>
            <a:bodyPr rtlCol="0" anchor="ctr"/>
            <a:lstStyle/>
            <a:p>
              <a:endParaRPr lang="en-GB"/>
            </a:p>
          </p:txBody>
        </p:sp>
        <p:sp>
          <p:nvSpPr>
            <p:cNvPr id="110" name="Freeform: Shape 270">
              <a:extLst>
                <a:ext uri="{FF2B5EF4-FFF2-40B4-BE49-F238E27FC236}">
                  <a16:creationId xmlns:a16="http://schemas.microsoft.com/office/drawing/2014/main" id="{9C23A431-D5A5-1442-8635-E074D18E9685}"/>
                </a:ext>
              </a:extLst>
            </p:cNvPr>
            <p:cNvSpPr/>
            <p:nvPr/>
          </p:nvSpPr>
          <p:spPr>
            <a:xfrm>
              <a:off x="7622364" y="1977059"/>
              <a:ext cx="57487" cy="80482"/>
            </a:xfrm>
            <a:custGeom>
              <a:avLst/>
              <a:gdLst>
                <a:gd name="connsiteX0" fmla="*/ 49215 w 57487"/>
                <a:gd name="connsiteY0" fmla="*/ 10239 h 80481"/>
                <a:gd name="connsiteX1" fmla="*/ 30589 w 57487"/>
                <a:gd name="connsiteY1" fmla="*/ 15873 h 80481"/>
                <a:gd name="connsiteX2" fmla="*/ 10239 w 57487"/>
                <a:gd name="connsiteY2" fmla="*/ 54044 h 80481"/>
                <a:gd name="connsiteX3" fmla="*/ 15873 w 57487"/>
                <a:gd name="connsiteY3" fmla="*/ 72670 h 80481"/>
                <a:gd name="connsiteX4" fmla="*/ 22311 w 57487"/>
                <a:gd name="connsiteY4" fmla="*/ 74280 h 80481"/>
                <a:gd name="connsiteX5" fmla="*/ 34499 w 57487"/>
                <a:gd name="connsiteY5" fmla="*/ 66921 h 80481"/>
                <a:gd name="connsiteX6" fmla="*/ 54849 w 57487"/>
                <a:gd name="connsiteY6" fmla="*/ 28750 h 80481"/>
                <a:gd name="connsiteX7" fmla="*/ 49215 w 57487"/>
                <a:gd name="connsiteY7" fmla="*/ 10239 h 8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87" h="80481">
                  <a:moveTo>
                    <a:pt x="49215" y="10239"/>
                  </a:moveTo>
                  <a:cubicBezTo>
                    <a:pt x="42432" y="6675"/>
                    <a:pt x="34153" y="9205"/>
                    <a:pt x="30589" y="15873"/>
                  </a:cubicBezTo>
                  <a:lnTo>
                    <a:pt x="10239" y="54044"/>
                  </a:lnTo>
                  <a:cubicBezTo>
                    <a:pt x="6675" y="60713"/>
                    <a:pt x="9204" y="69106"/>
                    <a:pt x="15873" y="72670"/>
                  </a:cubicBezTo>
                  <a:cubicBezTo>
                    <a:pt x="17942" y="73820"/>
                    <a:pt x="20127" y="74280"/>
                    <a:pt x="22311" y="74280"/>
                  </a:cubicBezTo>
                  <a:cubicBezTo>
                    <a:pt x="27255" y="74280"/>
                    <a:pt x="31969" y="71635"/>
                    <a:pt x="34499" y="66921"/>
                  </a:cubicBezTo>
                  <a:lnTo>
                    <a:pt x="54849" y="28750"/>
                  </a:lnTo>
                  <a:cubicBezTo>
                    <a:pt x="58413" y="22197"/>
                    <a:pt x="55884" y="13803"/>
                    <a:pt x="49215" y="10239"/>
                  </a:cubicBezTo>
                </a:path>
              </a:pathLst>
            </a:custGeom>
            <a:grpFill/>
            <a:ln w="9525" cap="flat">
              <a:noFill/>
              <a:prstDash val="solid"/>
              <a:miter/>
            </a:ln>
          </p:spPr>
          <p:txBody>
            <a:bodyPr rtlCol="0" anchor="ctr"/>
            <a:lstStyle/>
            <a:p>
              <a:endParaRPr lang="en-GB"/>
            </a:p>
          </p:txBody>
        </p:sp>
      </p:grpSp>
      <p:grpSp>
        <p:nvGrpSpPr>
          <p:cNvPr id="111" name="Group 110">
            <a:extLst>
              <a:ext uri="{FF2B5EF4-FFF2-40B4-BE49-F238E27FC236}">
                <a16:creationId xmlns:a16="http://schemas.microsoft.com/office/drawing/2014/main" id="{0DA69765-5E73-594A-AC9D-5F5D6DC64170}"/>
              </a:ext>
            </a:extLst>
          </p:cNvPr>
          <p:cNvGrpSpPr/>
          <p:nvPr/>
        </p:nvGrpSpPr>
        <p:grpSpPr>
          <a:xfrm>
            <a:off x="1294472" y="4373339"/>
            <a:ext cx="532562" cy="481022"/>
            <a:chOff x="2012663" y="4070729"/>
            <a:chExt cx="356420" cy="321927"/>
          </a:xfrm>
          <a:solidFill>
            <a:schemeClr val="bg1"/>
          </a:solidFill>
        </p:grpSpPr>
        <p:sp>
          <p:nvSpPr>
            <p:cNvPr id="112" name="Freeform: Shape 1088">
              <a:extLst>
                <a:ext uri="{FF2B5EF4-FFF2-40B4-BE49-F238E27FC236}">
                  <a16:creationId xmlns:a16="http://schemas.microsoft.com/office/drawing/2014/main" id="{54DE8B7D-7FAE-B84C-8127-D33080277C43}"/>
                </a:ext>
              </a:extLst>
            </p:cNvPr>
            <p:cNvSpPr/>
            <p:nvPr/>
          </p:nvSpPr>
          <p:spPr>
            <a:xfrm>
              <a:off x="2012663" y="4070729"/>
              <a:ext cx="356420" cy="321927"/>
            </a:xfrm>
            <a:custGeom>
              <a:avLst/>
              <a:gdLst>
                <a:gd name="connsiteX0" fmla="*/ 352059 w 356419"/>
                <a:gd name="connsiteY0" fmla="*/ 151665 h 321927"/>
                <a:gd name="connsiteX1" fmla="*/ 193510 w 356419"/>
                <a:gd name="connsiteY1" fmla="*/ 12087 h 321927"/>
                <a:gd name="connsiteX2" fmla="*/ 175229 w 356419"/>
                <a:gd name="connsiteY2" fmla="*/ 11972 h 321927"/>
                <a:gd name="connsiteX3" fmla="*/ 175229 w 356419"/>
                <a:gd name="connsiteY3" fmla="*/ 11972 h 321927"/>
                <a:gd name="connsiteX4" fmla="*/ 175229 w 356419"/>
                <a:gd name="connsiteY4" fmla="*/ 11972 h 321927"/>
                <a:gd name="connsiteX5" fmla="*/ 174884 w 356419"/>
                <a:gd name="connsiteY5" fmla="*/ 12317 h 321927"/>
                <a:gd name="connsiteX6" fmla="*/ 13460 w 356419"/>
                <a:gd name="connsiteY6" fmla="*/ 151320 h 321927"/>
                <a:gd name="connsiteX7" fmla="*/ 11966 w 356419"/>
                <a:gd name="connsiteY7" fmla="*/ 170981 h 321927"/>
                <a:gd name="connsiteX8" fmla="*/ 22543 w 356419"/>
                <a:gd name="connsiteY8" fmla="*/ 175810 h 321927"/>
                <a:gd name="connsiteX9" fmla="*/ 31626 w 356419"/>
                <a:gd name="connsiteY9" fmla="*/ 172476 h 321927"/>
                <a:gd name="connsiteX10" fmla="*/ 49562 w 356419"/>
                <a:gd name="connsiteY10" fmla="*/ 157069 h 321927"/>
                <a:gd name="connsiteX11" fmla="*/ 49562 w 356419"/>
                <a:gd name="connsiteY11" fmla="*/ 268709 h 321927"/>
                <a:gd name="connsiteX12" fmla="*/ 97047 w 356419"/>
                <a:gd name="connsiteY12" fmla="*/ 316193 h 321927"/>
                <a:gd name="connsiteX13" fmla="*/ 271922 w 356419"/>
                <a:gd name="connsiteY13" fmla="*/ 316193 h 321927"/>
                <a:gd name="connsiteX14" fmla="*/ 319406 w 356419"/>
                <a:gd name="connsiteY14" fmla="*/ 268709 h 321927"/>
                <a:gd name="connsiteX15" fmla="*/ 319406 w 356419"/>
                <a:gd name="connsiteY15" fmla="*/ 159713 h 321927"/>
                <a:gd name="connsiteX16" fmla="*/ 334008 w 356419"/>
                <a:gd name="connsiteY16" fmla="*/ 172590 h 321927"/>
                <a:gd name="connsiteX17" fmla="*/ 343206 w 356419"/>
                <a:gd name="connsiteY17" fmla="*/ 176040 h 321927"/>
                <a:gd name="connsiteX18" fmla="*/ 353669 w 356419"/>
                <a:gd name="connsiteY18" fmla="*/ 171326 h 321927"/>
                <a:gd name="connsiteX19" fmla="*/ 352059 w 356419"/>
                <a:gd name="connsiteY19" fmla="*/ 151665 h 321927"/>
                <a:gd name="connsiteX20" fmla="*/ 291238 w 356419"/>
                <a:gd name="connsiteY20" fmla="*/ 268709 h 321927"/>
                <a:gd name="connsiteX21" fmla="*/ 271577 w 356419"/>
                <a:gd name="connsiteY21" fmla="*/ 288254 h 321927"/>
                <a:gd name="connsiteX22" fmla="*/ 96702 w 356419"/>
                <a:gd name="connsiteY22" fmla="*/ 288254 h 321927"/>
                <a:gd name="connsiteX23" fmla="*/ 77041 w 356419"/>
                <a:gd name="connsiteY23" fmla="*/ 268709 h 321927"/>
                <a:gd name="connsiteX24" fmla="*/ 77041 w 356419"/>
                <a:gd name="connsiteY24" fmla="*/ 133039 h 321927"/>
                <a:gd name="connsiteX25" fmla="*/ 183967 w 356419"/>
                <a:gd name="connsiteY25" fmla="*/ 40945 h 321927"/>
                <a:gd name="connsiteX26" fmla="*/ 291008 w 356419"/>
                <a:gd name="connsiteY26" fmla="*/ 135109 h 321927"/>
                <a:gd name="connsiteX27" fmla="*/ 291008 w 356419"/>
                <a:gd name="connsiteY27" fmla="*/ 268709 h 32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56419" h="321927">
                  <a:moveTo>
                    <a:pt x="352059" y="151665"/>
                  </a:moveTo>
                  <a:lnTo>
                    <a:pt x="193510" y="12087"/>
                  </a:lnTo>
                  <a:cubicBezTo>
                    <a:pt x="188221" y="7488"/>
                    <a:pt x="180403" y="7488"/>
                    <a:pt x="175229" y="11972"/>
                  </a:cubicBezTo>
                  <a:cubicBezTo>
                    <a:pt x="175229" y="11972"/>
                    <a:pt x="175229" y="11972"/>
                    <a:pt x="175229" y="11972"/>
                  </a:cubicBezTo>
                  <a:lnTo>
                    <a:pt x="175229" y="11972"/>
                  </a:lnTo>
                  <a:cubicBezTo>
                    <a:pt x="175114" y="12087"/>
                    <a:pt x="174999" y="12202"/>
                    <a:pt x="174884" y="12317"/>
                  </a:cubicBezTo>
                  <a:lnTo>
                    <a:pt x="13460" y="151320"/>
                  </a:lnTo>
                  <a:cubicBezTo>
                    <a:pt x="7597" y="156379"/>
                    <a:pt x="7022" y="165117"/>
                    <a:pt x="11966" y="170981"/>
                  </a:cubicBezTo>
                  <a:cubicBezTo>
                    <a:pt x="14725" y="174200"/>
                    <a:pt x="18634" y="175810"/>
                    <a:pt x="22543" y="175810"/>
                  </a:cubicBezTo>
                  <a:cubicBezTo>
                    <a:pt x="25763" y="175810"/>
                    <a:pt x="28982" y="174660"/>
                    <a:pt x="31626" y="172476"/>
                  </a:cubicBezTo>
                  <a:lnTo>
                    <a:pt x="49562" y="157069"/>
                  </a:lnTo>
                  <a:lnTo>
                    <a:pt x="49562" y="268709"/>
                  </a:lnTo>
                  <a:cubicBezTo>
                    <a:pt x="49562" y="294808"/>
                    <a:pt x="70832" y="316193"/>
                    <a:pt x="97047" y="316193"/>
                  </a:cubicBezTo>
                  <a:lnTo>
                    <a:pt x="271922" y="316193"/>
                  </a:lnTo>
                  <a:cubicBezTo>
                    <a:pt x="298021" y="316193"/>
                    <a:pt x="319406" y="294923"/>
                    <a:pt x="319406" y="268709"/>
                  </a:cubicBezTo>
                  <a:lnTo>
                    <a:pt x="319406" y="159713"/>
                  </a:lnTo>
                  <a:lnTo>
                    <a:pt x="334008" y="172590"/>
                  </a:lnTo>
                  <a:cubicBezTo>
                    <a:pt x="336652" y="174890"/>
                    <a:pt x="339872" y="176040"/>
                    <a:pt x="343206" y="176040"/>
                  </a:cubicBezTo>
                  <a:cubicBezTo>
                    <a:pt x="347115" y="176040"/>
                    <a:pt x="350909" y="174430"/>
                    <a:pt x="353669" y="171326"/>
                  </a:cubicBezTo>
                  <a:cubicBezTo>
                    <a:pt x="358383" y="165462"/>
                    <a:pt x="357808" y="156724"/>
                    <a:pt x="352059" y="151665"/>
                  </a:cubicBezTo>
                  <a:moveTo>
                    <a:pt x="291238" y="268709"/>
                  </a:moveTo>
                  <a:cubicBezTo>
                    <a:pt x="291238" y="279516"/>
                    <a:pt x="282385" y="288254"/>
                    <a:pt x="271577" y="288254"/>
                  </a:cubicBezTo>
                  <a:lnTo>
                    <a:pt x="96702" y="288254"/>
                  </a:lnTo>
                  <a:cubicBezTo>
                    <a:pt x="85894" y="288254"/>
                    <a:pt x="77041" y="279516"/>
                    <a:pt x="77041" y="268709"/>
                  </a:cubicBezTo>
                  <a:lnTo>
                    <a:pt x="77041" y="133039"/>
                  </a:lnTo>
                  <a:lnTo>
                    <a:pt x="183967" y="40945"/>
                  </a:lnTo>
                  <a:lnTo>
                    <a:pt x="291008" y="135109"/>
                  </a:lnTo>
                  <a:lnTo>
                    <a:pt x="291008" y="268709"/>
                  </a:lnTo>
                  <a:close/>
                </a:path>
              </a:pathLst>
            </a:custGeom>
            <a:grpFill/>
            <a:ln w="9525" cap="flat">
              <a:noFill/>
              <a:prstDash val="solid"/>
              <a:miter/>
            </a:ln>
          </p:spPr>
          <p:txBody>
            <a:bodyPr rtlCol="0" anchor="ctr"/>
            <a:lstStyle/>
            <a:p>
              <a:endParaRPr lang="en-GB"/>
            </a:p>
          </p:txBody>
        </p:sp>
        <p:sp>
          <p:nvSpPr>
            <p:cNvPr id="113" name="Freeform: Shape 1089">
              <a:extLst>
                <a:ext uri="{FF2B5EF4-FFF2-40B4-BE49-F238E27FC236}">
                  <a16:creationId xmlns:a16="http://schemas.microsoft.com/office/drawing/2014/main" id="{5A2ED6D4-5F55-1048-A99F-4052CA95268F}"/>
                </a:ext>
              </a:extLst>
            </p:cNvPr>
            <p:cNvSpPr/>
            <p:nvPr/>
          </p:nvSpPr>
          <p:spPr>
            <a:xfrm>
              <a:off x="2139487" y="4179206"/>
              <a:ext cx="126471" cy="137969"/>
            </a:xfrm>
            <a:custGeom>
              <a:avLst/>
              <a:gdLst>
                <a:gd name="connsiteX0" fmla="*/ 15636 w 126471"/>
                <a:gd name="connsiteY0" fmla="*/ 10420 h 137968"/>
                <a:gd name="connsiteX1" fmla="*/ 8623 w 126471"/>
                <a:gd name="connsiteY1" fmla="*/ 22492 h 137968"/>
                <a:gd name="connsiteX2" fmla="*/ 8623 w 126471"/>
                <a:gd name="connsiteY2" fmla="*/ 124704 h 137968"/>
                <a:gd name="connsiteX3" fmla="*/ 15636 w 126471"/>
                <a:gd name="connsiteY3" fmla="*/ 136776 h 137968"/>
                <a:gd name="connsiteX4" fmla="*/ 22535 w 126471"/>
                <a:gd name="connsiteY4" fmla="*/ 138616 h 137968"/>
                <a:gd name="connsiteX5" fmla="*/ 29433 w 126471"/>
                <a:gd name="connsiteY5" fmla="*/ 136776 h 137968"/>
                <a:gd name="connsiteX6" fmla="*/ 117963 w 126471"/>
                <a:gd name="connsiteY6" fmla="*/ 85728 h 137968"/>
                <a:gd name="connsiteX7" fmla="*/ 124977 w 126471"/>
                <a:gd name="connsiteY7" fmla="*/ 73656 h 137968"/>
                <a:gd name="connsiteX8" fmla="*/ 117963 w 126471"/>
                <a:gd name="connsiteY8" fmla="*/ 61583 h 137968"/>
                <a:gd name="connsiteX9" fmla="*/ 29433 w 126471"/>
                <a:gd name="connsiteY9" fmla="*/ 10535 h 137968"/>
                <a:gd name="connsiteX10" fmla="*/ 15636 w 126471"/>
                <a:gd name="connsiteY10" fmla="*/ 10420 h 137968"/>
                <a:gd name="connsiteX11" fmla="*/ 36447 w 126471"/>
                <a:gd name="connsiteY11" fmla="*/ 46637 h 137968"/>
                <a:gd name="connsiteX12" fmla="*/ 83241 w 126471"/>
                <a:gd name="connsiteY12" fmla="*/ 73656 h 137968"/>
                <a:gd name="connsiteX13" fmla="*/ 36447 w 126471"/>
                <a:gd name="connsiteY13" fmla="*/ 100674 h 137968"/>
                <a:gd name="connsiteX14" fmla="*/ 36447 w 126471"/>
                <a:gd name="connsiteY14" fmla="*/ 46637 h 137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6471" h="137968">
                  <a:moveTo>
                    <a:pt x="15636" y="10420"/>
                  </a:moveTo>
                  <a:cubicBezTo>
                    <a:pt x="11267" y="12949"/>
                    <a:pt x="8623" y="17548"/>
                    <a:pt x="8623" y="22492"/>
                  </a:cubicBezTo>
                  <a:lnTo>
                    <a:pt x="8623" y="124704"/>
                  </a:lnTo>
                  <a:cubicBezTo>
                    <a:pt x="8623" y="129648"/>
                    <a:pt x="11267" y="134247"/>
                    <a:pt x="15636" y="136776"/>
                  </a:cubicBezTo>
                  <a:cubicBezTo>
                    <a:pt x="17821" y="138041"/>
                    <a:pt x="20235" y="138616"/>
                    <a:pt x="22535" y="138616"/>
                  </a:cubicBezTo>
                  <a:cubicBezTo>
                    <a:pt x="24834" y="138616"/>
                    <a:pt x="27364" y="138041"/>
                    <a:pt x="29433" y="136776"/>
                  </a:cubicBezTo>
                  <a:lnTo>
                    <a:pt x="117963" y="85728"/>
                  </a:lnTo>
                  <a:cubicBezTo>
                    <a:pt x="122217" y="83198"/>
                    <a:pt x="124977" y="78715"/>
                    <a:pt x="124977" y="73656"/>
                  </a:cubicBezTo>
                  <a:cubicBezTo>
                    <a:pt x="124977" y="68712"/>
                    <a:pt x="122332" y="64113"/>
                    <a:pt x="117963" y="61583"/>
                  </a:cubicBezTo>
                  <a:lnTo>
                    <a:pt x="29433" y="10535"/>
                  </a:lnTo>
                  <a:cubicBezTo>
                    <a:pt x="25179" y="8005"/>
                    <a:pt x="19890" y="8005"/>
                    <a:pt x="15636" y="10420"/>
                  </a:cubicBezTo>
                  <a:moveTo>
                    <a:pt x="36447" y="46637"/>
                  </a:moveTo>
                  <a:lnTo>
                    <a:pt x="83241" y="73656"/>
                  </a:lnTo>
                  <a:lnTo>
                    <a:pt x="36447" y="100674"/>
                  </a:lnTo>
                  <a:lnTo>
                    <a:pt x="36447" y="46637"/>
                  </a:lnTo>
                  <a:close/>
                </a:path>
              </a:pathLst>
            </a:custGeom>
            <a:grpFill/>
            <a:ln w="9525" cap="flat">
              <a:noFill/>
              <a:prstDash val="solid"/>
              <a:miter/>
            </a:ln>
          </p:spPr>
          <p:txBody>
            <a:bodyPr rtlCol="0" anchor="ctr"/>
            <a:lstStyle/>
            <a:p>
              <a:endParaRPr lang="en-GB"/>
            </a:p>
          </p:txBody>
        </p:sp>
      </p:grpSp>
      <p:grpSp>
        <p:nvGrpSpPr>
          <p:cNvPr id="114" name="Group 113">
            <a:extLst>
              <a:ext uri="{FF2B5EF4-FFF2-40B4-BE49-F238E27FC236}">
                <a16:creationId xmlns:a16="http://schemas.microsoft.com/office/drawing/2014/main" id="{F716ACC0-D0E5-394C-BAF1-69A1454805C7}"/>
              </a:ext>
            </a:extLst>
          </p:cNvPr>
          <p:cNvGrpSpPr/>
          <p:nvPr/>
        </p:nvGrpSpPr>
        <p:grpSpPr>
          <a:xfrm>
            <a:off x="6731990" y="1641553"/>
            <a:ext cx="260991" cy="489357"/>
            <a:chOff x="1954791" y="5809459"/>
            <a:chExt cx="194556" cy="364792"/>
          </a:xfrm>
          <a:solidFill>
            <a:schemeClr val="bg1"/>
          </a:solidFill>
        </p:grpSpPr>
        <p:sp>
          <p:nvSpPr>
            <p:cNvPr id="115" name="Freeform: Shape 895">
              <a:extLst>
                <a:ext uri="{FF2B5EF4-FFF2-40B4-BE49-F238E27FC236}">
                  <a16:creationId xmlns:a16="http://schemas.microsoft.com/office/drawing/2014/main" id="{A33B9993-94D4-5749-B3EC-329B0330B8A5}"/>
                </a:ext>
              </a:extLst>
            </p:cNvPr>
            <p:cNvSpPr/>
            <p:nvPr/>
          </p:nvSpPr>
          <p:spPr>
            <a:xfrm>
              <a:off x="1999660" y="6016905"/>
              <a:ext cx="36479" cy="72958"/>
            </a:xfrm>
            <a:custGeom>
              <a:avLst/>
              <a:gdLst>
                <a:gd name="connsiteX0" fmla="*/ 29548 w 36479"/>
                <a:gd name="connsiteY0" fmla="*/ 9120 h 72958"/>
                <a:gd name="connsiteX1" fmla="*/ 12038 w 36479"/>
                <a:gd name="connsiteY1" fmla="*/ 9120 h 72958"/>
                <a:gd name="connsiteX2" fmla="*/ 9120 w 36479"/>
                <a:gd name="connsiteY2" fmla="*/ 12160 h 72958"/>
                <a:gd name="connsiteX3" fmla="*/ 9120 w 36479"/>
                <a:gd name="connsiteY3" fmla="*/ 66879 h 72958"/>
                <a:gd name="connsiteX4" fmla="*/ 12038 w 36479"/>
                <a:gd name="connsiteY4" fmla="*/ 69919 h 72958"/>
                <a:gd name="connsiteX5" fmla="*/ 29548 w 36479"/>
                <a:gd name="connsiteY5" fmla="*/ 69919 h 72958"/>
                <a:gd name="connsiteX6" fmla="*/ 32466 w 36479"/>
                <a:gd name="connsiteY6" fmla="*/ 66879 h 72958"/>
                <a:gd name="connsiteX7" fmla="*/ 32466 w 36479"/>
                <a:gd name="connsiteY7" fmla="*/ 12160 h 72958"/>
                <a:gd name="connsiteX8" fmla="*/ 29548 w 36479"/>
                <a:gd name="connsiteY8" fmla="*/ 9120 h 72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79" h="72958">
                  <a:moveTo>
                    <a:pt x="29548" y="9120"/>
                  </a:moveTo>
                  <a:lnTo>
                    <a:pt x="12038" y="9120"/>
                  </a:lnTo>
                  <a:cubicBezTo>
                    <a:pt x="10457" y="9120"/>
                    <a:pt x="9120" y="10458"/>
                    <a:pt x="9120" y="12160"/>
                  </a:cubicBezTo>
                  <a:lnTo>
                    <a:pt x="9120" y="66879"/>
                  </a:lnTo>
                  <a:cubicBezTo>
                    <a:pt x="9120" y="68581"/>
                    <a:pt x="10336" y="69919"/>
                    <a:pt x="12038" y="69919"/>
                  </a:cubicBezTo>
                  <a:lnTo>
                    <a:pt x="29548" y="69919"/>
                  </a:lnTo>
                  <a:cubicBezTo>
                    <a:pt x="31129" y="69919"/>
                    <a:pt x="32466" y="68581"/>
                    <a:pt x="32466" y="66879"/>
                  </a:cubicBezTo>
                  <a:lnTo>
                    <a:pt x="32466" y="12160"/>
                  </a:lnTo>
                  <a:cubicBezTo>
                    <a:pt x="32466" y="10458"/>
                    <a:pt x="31251" y="9120"/>
                    <a:pt x="29548" y="9120"/>
                  </a:cubicBezTo>
                </a:path>
              </a:pathLst>
            </a:custGeom>
            <a:grpFill/>
            <a:ln w="9525" cap="flat">
              <a:noFill/>
              <a:prstDash val="solid"/>
              <a:miter/>
            </a:ln>
          </p:spPr>
          <p:txBody>
            <a:bodyPr rtlCol="0" anchor="ctr"/>
            <a:lstStyle/>
            <a:p>
              <a:endParaRPr lang="en-GB"/>
            </a:p>
          </p:txBody>
        </p:sp>
        <p:sp>
          <p:nvSpPr>
            <p:cNvPr id="116" name="Freeform: Shape 896">
              <a:extLst>
                <a:ext uri="{FF2B5EF4-FFF2-40B4-BE49-F238E27FC236}">
                  <a16:creationId xmlns:a16="http://schemas.microsoft.com/office/drawing/2014/main" id="{05909347-03B1-1143-9E2B-B040E2B0B8E1}"/>
                </a:ext>
              </a:extLst>
            </p:cNvPr>
            <p:cNvSpPr/>
            <p:nvPr/>
          </p:nvSpPr>
          <p:spPr>
            <a:xfrm>
              <a:off x="2034680" y="5980425"/>
              <a:ext cx="36479" cy="109438"/>
            </a:xfrm>
            <a:custGeom>
              <a:avLst/>
              <a:gdLst>
                <a:gd name="connsiteX0" fmla="*/ 29548 w 36479"/>
                <a:gd name="connsiteY0" fmla="*/ 9120 h 109437"/>
                <a:gd name="connsiteX1" fmla="*/ 12038 w 36479"/>
                <a:gd name="connsiteY1" fmla="*/ 9120 h 109437"/>
                <a:gd name="connsiteX2" fmla="*/ 9120 w 36479"/>
                <a:gd name="connsiteY2" fmla="*/ 12160 h 109437"/>
                <a:gd name="connsiteX3" fmla="*/ 9120 w 36479"/>
                <a:gd name="connsiteY3" fmla="*/ 103358 h 109437"/>
                <a:gd name="connsiteX4" fmla="*/ 12038 w 36479"/>
                <a:gd name="connsiteY4" fmla="*/ 106398 h 109437"/>
                <a:gd name="connsiteX5" fmla="*/ 29548 w 36479"/>
                <a:gd name="connsiteY5" fmla="*/ 106398 h 109437"/>
                <a:gd name="connsiteX6" fmla="*/ 32466 w 36479"/>
                <a:gd name="connsiteY6" fmla="*/ 103358 h 109437"/>
                <a:gd name="connsiteX7" fmla="*/ 32466 w 36479"/>
                <a:gd name="connsiteY7" fmla="*/ 12160 h 109437"/>
                <a:gd name="connsiteX8" fmla="*/ 29548 w 36479"/>
                <a:gd name="connsiteY8" fmla="*/ 9120 h 10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79" h="109437">
                  <a:moveTo>
                    <a:pt x="29548" y="9120"/>
                  </a:moveTo>
                  <a:lnTo>
                    <a:pt x="12038" y="9120"/>
                  </a:lnTo>
                  <a:cubicBezTo>
                    <a:pt x="10457" y="9120"/>
                    <a:pt x="9120" y="10458"/>
                    <a:pt x="9120" y="12160"/>
                  </a:cubicBezTo>
                  <a:lnTo>
                    <a:pt x="9120" y="103358"/>
                  </a:lnTo>
                  <a:cubicBezTo>
                    <a:pt x="9120" y="105060"/>
                    <a:pt x="10336" y="106398"/>
                    <a:pt x="12038" y="106398"/>
                  </a:cubicBezTo>
                  <a:lnTo>
                    <a:pt x="29548" y="106398"/>
                  </a:lnTo>
                  <a:cubicBezTo>
                    <a:pt x="31129" y="106398"/>
                    <a:pt x="32466" y="105060"/>
                    <a:pt x="32466" y="103358"/>
                  </a:cubicBezTo>
                  <a:lnTo>
                    <a:pt x="32466" y="12160"/>
                  </a:lnTo>
                  <a:cubicBezTo>
                    <a:pt x="32345" y="10458"/>
                    <a:pt x="31129" y="9120"/>
                    <a:pt x="29548" y="9120"/>
                  </a:cubicBezTo>
                </a:path>
              </a:pathLst>
            </a:custGeom>
            <a:grpFill/>
            <a:ln w="9525" cap="flat">
              <a:noFill/>
              <a:prstDash val="solid"/>
              <a:miter/>
            </a:ln>
          </p:spPr>
          <p:txBody>
            <a:bodyPr rtlCol="0" anchor="ctr"/>
            <a:lstStyle/>
            <a:p>
              <a:endParaRPr lang="en-GB"/>
            </a:p>
          </p:txBody>
        </p:sp>
        <p:sp>
          <p:nvSpPr>
            <p:cNvPr id="117" name="Freeform: Shape 897">
              <a:extLst>
                <a:ext uri="{FF2B5EF4-FFF2-40B4-BE49-F238E27FC236}">
                  <a16:creationId xmlns:a16="http://schemas.microsoft.com/office/drawing/2014/main" id="{E50E05F6-DD4B-D04E-AF8C-DCA0C7145AA0}"/>
                </a:ext>
              </a:extLst>
            </p:cNvPr>
            <p:cNvSpPr/>
            <p:nvPr/>
          </p:nvSpPr>
          <p:spPr>
            <a:xfrm>
              <a:off x="2069579" y="5931786"/>
              <a:ext cx="36479" cy="158077"/>
            </a:xfrm>
            <a:custGeom>
              <a:avLst/>
              <a:gdLst>
                <a:gd name="connsiteX0" fmla="*/ 29548 w 36479"/>
                <a:gd name="connsiteY0" fmla="*/ 9120 h 158076"/>
                <a:gd name="connsiteX1" fmla="*/ 12038 w 36479"/>
                <a:gd name="connsiteY1" fmla="*/ 9120 h 158076"/>
                <a:gd name="connsiteX2" fmla="*/ 9120 w 36479"/>
                <a:gd name="connsiteY2" fmla="*/ 12160 h 158076"/>
                <a:gd name="connsiteX3" fmla="*/ 9120 w 36479"/>
                <a:gd name="connsiteY3" fmla="*/ 151997 h 158076"/>
                <a:gd name="connsiteX4" fmla="*/ 12038 w 36479"/>
                <a:gd name="connsiteY4" fmla="*/ 155037 h 158076"/>
                <a:gd name="connsiteX5" fmla="*/ 29548 w 36479"/>
                <a:gd name="connsiteY5" fmla="*/ 155037 h 158076"/>
                <a:gd name="connsiteX6" fmla="*/ 32466 w 36479"/>
                <a:gd name="connsiteY6" fmla="*/ 151997 h 158076"/>
                <a:gd name="connsiteX7" fmla="*/ 32466 w 36479"/>
                <a:gd name="connsiteY7" fmla="*/ 12160 h 158076"/>
                <a:gd name="connsiteX8" fmla="*/ 29548 w 36479"/>
                <a:gd name="connsiteY8" fmla="*/ 9120 h 158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79" h="158076">
                  <a:moveTo>
                    <a:pt x="29548" y="9120"/>
                  </a:moveTo>
                  <a:lnTo>
                    <a:pt x="12038" y="9120"/>
                  </a:lnTo>
                  <a:cubicBezTo>
                    <a:pt x="10457" y="9120"/>
                    <a:pt x="9120" y="10458"/>
                    <a:pt x="9120" y="12160"/>
                  </a:cubicBezTo>
                  <a:lnTo>
                    <a:pt x="9120" y="151997"/>
                  </a:lnTo>
                  <a:cubicBezTo>
                    <a:pt x="9120" y="153699"/>
                    <a:pt x="10336" y="155037"/>
                    <a:pt x="12038" y="155037"/>
                  </a:cubicBezTo>
                  <a:lnTo>
                    <a:pt x="29548" y="155037"/>
                  </a:lnTo>
                  <a:cubicBezTo>
                    <a:pt x="31129" y="155037"/>
                    <a:pt x="32466" y="153699"/>
                    <a:pt x="32466" y="151997"/>
                  </a:cubicBezTo>
                  <a:lnTo>
                    <a:pt x="32466" y="12160"/>
                  </a:lnTo>
                  <a:cubicBezTo>
                    <a:pt x="32466" y="10458"/>
                    <a:pt x="31129" y="9120"/>
                    <a:pt x="29548" y="9120"/>
                  </a:cubicBezTo>
                </a:path>
              </a:pathLst>
            </a:custGeom>
            <a:grpFill/>
            <a:ln w="9525" cap="flat">
              <a:noFill/>
              <a:prstDash val="solid"/>
              <a:miter/>
            </a:ln>
          </p:spPr>
          <p:txBody>
            <a:bodyPr rtlCol="0" anchor="ctr"/>
            <a:lstStyle/>
            <a:p>
              <a:endParaRPr lang="en-GB"/>
            </a:p>
          </p:txBody>
        </p:sp>
        <p:sp>
          <p:nvSpPr>
            <p:cNvPr id="119" name="Freeform: Shape 898">
              <a:extLst>
                <a:ext uri="{FF2B5EF4-FFF2-40B4-BE49-F238E27FC236}">
                  <a16:creationId xmlns:a16="http://schemas.microsoft.com/office/drawing/2014/main" id="{50FA1A42-15DA-4D4C-9CE0-4F06E7FA6EFC}"/>
                </a:ext>
              </a:extLst>
            </p:cNvPr>
            <p:cNvSpPr/>
            <p:nvPr/>
          </p:nvSpPr>
          <p:spPr>
            <a:xfrm>
              <a:off x="1954791" y="5809459"/>
              <a:ext cx="194556" cy="364792"/>
            </a:xfrm>
            <a:custGeom>
              <a:avLst/>
              <a:gdLst>
                <a:gd name="connsiteX0" fmla="*/ 193340 w 194555"/>
                <a:gd name="connsiteY0" fmla="*/ 37574 h 364792"/>
                <a:gd name="connsiteX1" fmla="*/ 192610 w 194555"/>
                <a:gd name="connsiteY1" fmla="*/ 34291 h 364792"/>
                <a:gd name="connsiteX2" fmla="*/ 191030 w 194555"/>
                <a:gd name="connsiteY2" fmla="*/ 29670 h 364792"/>
                <a:gd name="connsiteX3" fmla="*/ 160022 w 194555"/>
                <a:gd name="connsiteY3" fmla="*/ 9120 h 364792"/>
                <a:gd name="connsiteX4" fmla="*/ 42802 w 194555"/>
                <a:gd name="connsiteY4" fmla="*/ 9120 h 364792"/>
                <a:gd name="connsiteX5" fmla="*/ 11795 w 194555"/>
                <a:gd name="connsiteY5" fmla="*/ 29670 h 364792"/>
                <a:gd name="connsiteX6" fmla="*/ 10214 w 194555"/>
                <a:gd name="connsiteY6" fmla="*/ 34291 h 364792"/>
                <a:gd name="connsiteX7" fmla="*/ 9485 w 194555"/>
                <a:gd name="connsiteY7" fmla="*/ 37574 h 364792"/>
                <a:gd name="connsiteX8" fmla="*/ 9120 w 194555"/>
                <a:gd name="connsiteY8" fmla="*/ 42681 h 364792"/>
                <a:gd name="connsiteX9" fmla="*/ 9120 w 194555"/>
                <a:gd name="connsiteY9" fmla="*/ 324422 h 364792"/>
                <a:gd name="connsiteX10" fmla="*/ 9485 w 194555"/>
                <a:gd name="connsiteY10" fmla="*/ 329529 h 364792"/>
                <a:gd name="connsiteX11" fmla="*/ 10214 w 194555"/>
                <a:gd name="connsiteY11" fmla="*/ 332812 h 364792"/>
                <a:gd name="connsiteX12" fmla="*/ 11795 w 194555"/>
                <a:gd name="connsiteY12" fmla="*/ 337433 h 364792"/>
                <a:gd name="connsiteX13" fmla="*/ 42802 w 194555"/>
                <a:gd name="connsiteY13" fmla="*/ 357983 h 364792"/>
                <a:gd name="connsiteX14" fmla="*/ 160022 w 194555"/>
                <a:gd name="connsiteY14" fmla="*/ 357983 h 364792"/>
                <a:gd name="connsiteX15" fmla="*/ 191030 w 194555"/>
                <a:gd name="connsiteY15" fmla="*/ 337433 h 364792"/>
                <a:gd name="connsiteX16" fmla="*/ 192610 w 194555"/>
                <a:gd name="connsiteY16" fmla="*/ 332812 h 364792"/>
                <a:gd name="connsiteX17" fmla="*/ 193340 w 194555"/>
                <a:gd name="connsiteY17" fmla="*/ 329529 h 364792"/>
                <a:gd name="connsiteX18" fmla="*/ 193705 w 194555"/>
                <a:gd name="connsiteY18" fmla="*/ 324422 h 364792"/>
                <a:gd name="connsiteX19" fmla="*/ 193705 w 194555"/>
                <a:gd name="connsiteY19" fmla="*/ 42681 h 364792"/>
                <a:gd name="connsiteX20" fmla="*/ 193340 w 194555"/>
                <a:gd name="connsiteY20" fmla="*/ 37574 h 364792"/>
                <a:gd name="connsiteX21" fmla="*/ 82078 w 194555"/>
                <a:gd name="connsiteY21" fmla="*/ 39519 h 364792"/>
                <a:gd name="connsiteX22" fmla="*/ 120503 w 194555"/>
                <a:gd name="connsiteY22" fmla="*/ 39519 h 364792"/>
                <a:gd name="connsiteX23" fmla="*/ 124394 w 194555"/>
                <a:gd name="connsiteY23" fmla="*/ 43410 h 364792"/>
                <a:gd name="connsiteX24" fmla="*/ 120503 w 194555"/>
                <a:gd name="connsiteY24" fmla="*/ 47302 h 364792"/>
                <a:gd name="connsiteX25" fmla="*/ 82078 w 194555"/>
                <a:gd name="connsiteY25" fmla="*/ 47302 h 364792"/>
                <a:gd name="connsiteX26" fmla="*/ 78187 w 194555"/>
                <a:gd name="connsiteY26" fmla="*/ 43410 h 364792"/>
                <a:gd name="connsiteX27" fmla="*/ 82078 w 194555"/>
                <a:gd name="connsiteY27" fmla="*/ 39519 h 364792"/>
                <a:gd name="connsiteX28" fmla="*/ 114910 w 194555"/>
                <a:gd name="connsiteY28" fmla="*/ 342662 h 364792"/>
                <a:gd name="connsiteX29" fmla="*/ 101291 w 194555"/>
                <a:gd name="connsiteY29" fmla="*/ 348255 h 364792"/>
                <a:gd name="connsiteX30" fmla="*/ 87672 w 194555"/>
                <a:gd name="connsiteY30" fmla="*/ 342662 h 364792"/>
                <a:gd name="connsiteX31" fmla="*/ 82078 w 194555"/>
                <a:gd name="connsiteY31" fmla="*/ 329164 h 364792"/>
                <a:gd name="connsiteX32" fmla="*/ 87672 w 194555"/>
                <a:gd name="connsiteY32" fmla="*/ 315545 h 364792"/>
                <a:gd name="connsiteX33" fmla="*/ 101291 w 194555"/>
                <a:gd name="connsiteY33" fmla="*/ 309952 h 364792"/>
                <a:gd name="connsiteX34" fmla="*/ 114910 w 194555"/>
                <a:gd name="connsiteY34" fmla="*/ 315545 h 364792"/>
                <a:gd name="connsiteX35" fmla="*/ 120503 w 194555"/>
                <a:gd name="connsiteY35" fmla="*/ 329164 h 364792"/>
                <a:gd name="connsiteX36" fmla="*/ 114910 w 194555"/>
                <a:gd name="connsiteY36" fmla="*/ 342662 h 364792"/>
                <a:gd name="connsiteX37" fmla="*/ 169628 w 194555"/>
                <a:gd name="connsiteY37" fmla="*/ 288673 h 364792"/>
                <a:gd name="connsiteX38" fmla="*/ 160144 w 194555"/>
                <a:gd name="connsiteY38" fmla="*/ 298157 h 364792"/>
                <a:gd name="connsiteX39" fmla="*/ 42924 w 194555"/>
                <a:gd name="connsiteY39" fmla="*/ 298157 h 364792"/>
                <a:gd name="connsiteX40" fmla="*/ 33439 w 194555"/>
                <a:gd name="connsiteY40" fmla="*/ 288673 h 364792"/>
                <a:gd name="connsiteX41" fmla="*/ 33439 w 194555"/>
                <a:gd name="connsiteY41" fmla="*/ 80011 h 364792"/>
                <a:gd name="connsiteX42" fmla="*/ 41343 w 194555"/>
                <a:gd name="connsiteY42" fmla="*/ 70527 h 364792"/>
                <a:gd name="connsiteX43" fmla="*/ 160265 w 194555"/>
                <a:gd name="connsiteY43" fmla="*/ 70527 h 364792"/>
                <a:gd name="connsiteX44" fmla="*/ 169750 w 194555"/>
                <a:gd name="connsiteY44" fmla="*/ 80011 h 364792"/>
                <a:gd name="connsiteX45" fmla="*/ 169750 w 194555"/>
                <a:gd name="connsiteY45" fmla="*/ 288673 h 36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4555" h="364792">
                  <a:moveTo>
                    <a:pt x="193340" y="37574"/>
                  </a:moveTo>
                  <a:cubicBezTo>
                    <a:pt x="193218" y="36479"/>
                    <a:pt x="192975" y="35385"/>
                    <a:pt x="192610" y="34291"/>
                  </a:cubicBezTo>
                  <a:cubicBezTo>
                    <a:pt x="192246" y="32710"/>
                    <a:pt x="191638" y="31129"/>
                    <a:pt x="191030" y="29670"/>
                  </a:cubicBezTo>
                  <a:cubicBezTo>
                    <a:pt x="185922" y="17632"/>
                    <a:pt x="174006" y="9120"/>
                    <a:pt x="160022" y="9120"/>
                  </a:cubicBezTo>
                  <a:lnTo>
                    <a:pt x="42802" y="9120"/>
                  </a:lnTo>
                  <a:cubicBezTo>
                    <a:pt x="28940" y="9120"/>
                    <a:pt x="16902" y="17632"/>
                    <a:pt x="11795" y="29670"/>
                  </a:cubicBezTo>
                  <a:cubicBezTo>
                    <a:pt x="11187" y="31129"/>
                    <a:pt x="10579" y="32710"/>
                    <a:pt x="10214" y="34291"/>
                  </a:cubicBezTo>
                  <a:cubicBezTo>
                    <a:pt x="9971" y="35385"/>
                    <a:pt x="9728" y="36479"/>
                    <a:pt x="9485" y="37574"/>
                  </a:cubicBezTo>
                  <a:cubicBezTo>
                    <a:pt x="9241" y="39276"/>
                    <a:pt x="9120" y="40978"/>
                    <a:pt x="9120" y="42681"/>
                  </a:cubicBezTo>
                  <a:lnTo>
                    <a:pt x="9120" y="324422"/>
                  </a:lnTo>
                  <a:cubicBezTo>
                    <a:pt x="9120" y="326124"/>
                    <a:pt x="9241" y="327827"/>
                    <a:pt x="9485" y="329529"/>
                  </a:cubicBezTo>
                  <a:cubicBezTo>
                    <a:pt x="9606" y="330623"/>
                    <a:pt x="9849" y="331718"/>
                    <a:pt x="10214" y="332812"/>
                  </a:cubicBezTo>
                  <a:cubicBezTo>
                    <a:pt x="10701" y="334393"/>
                    <a:pt x="11187" y="335974"/>
                    <a:pt x="11795" y="337433"/>
                  </a:cubicBezTo>
                  <a:cubicBezTo>
                    <a:pt x="16902" y="349471"/>
                    <a:pt x="28819" y="357983"/>
                    <a:pt x="42802" y="357983"/>
                  </a:cubicBezTo>
                  <a:lnTo>
                    <a:pt x="160022" y="357983"/>
                  </a:lnTo>
                  <a:cubicBezTo>
                    <a:pt x="173884" y="357983"/>
                    <a:pt x="185922" y="349471"/>
                    <a:pt x="191030" y="337433"/>
                  </a:cubicBezTo>
                  <a:cubicBezTo>
                    <a:pt x="191638" y="335974"/>
                    <a:pt x="192246" y="334393"/>
                    <a:pt x="192610" y="332812"/>
                  </a:cubicBezTo>
                  <a:cubicBezTo>
                    <a:pt x="192854" y="331718"/>
                    <a:pt x="193097" y="330623"/>
                    <a:pt x="193340" y="329529"/>
                  </a:cubicBezTo>
                  <a:cubicBezTo>
                    <a:pt x="193583" y="327827"/>
                    <a:pt x="193705" y="326124"/>
                    <a:pt x="193705" y="324422"/>
                  </a:cubicBezTo>
                  <a:lnTo>
                    <a:pt x="193705" y="42681"/>
                  </a:lnTo>
                  <a:cubicBezTo>
                    <a:pt x="193705" y="40978"/>
                    <a:pt x="193583" y="39276"/>
                    <a:pt x="193340" y="37574"/>
                  </a:cubicBezTo>
                  <a:moveTo>
                    <a:pt x="82078" y="39519"/>
                  </a:moveTo>
                  <a:lnTo>
                    <a:pt x="120503" y="39519"/>
                  </a:lnTo>
                  <a:cubicBezTo>
                    <a:pt x="123057" y="39519"/>
                    <a:pt x="124394" y="40857"/>
                    <a:pt x="124394" y="43410"/>
                  </a:cubicBezTo>
                  <a:cubicBezTo>
                    <a:pt x="124394" y="45964"/>
                    <a:pt x="123178" y="47302"/>
                    <a:pt x="120503" y="47302"/>
                  </a:cubicBezTo>
                  <a:lnTo>
                    <a:pt x="82078" y="47302"/>
                  </a:lnTo>
                  <a:cubicBezTo>
                    <a:pt x="79525" y="47302"/>
                    <a:pt x="78187" y="46086"/>
                    <a:pt x="78187" y="43410"/>
                  </a:cubicBezTo>
                  <a:cubicBezTo>
                    <a:pt x="78309" y="40857"/>
                    <a:pt x="79525" y="39519"/>
                    <a:pt x="82078" y="39519"/>
                  </a:cubicBezTo>
                  <a:moveTo>
                    <a:pt x="114910" y="342662"/>
                  </a:moveTo>
                  <a:cubicBezTo>
                    <a:pt x="111140" y="346431"/>
                    <a:pt x="106641" y="348255"/>
                    <a:pt x="101291" y="348255"/>
                  </a:cubicBezTo>
                  <a:cubicBezTo>
                    <a:pt x="96062" y="348255"/>
                    <a:pt x="91441" y="346431"/>
                    <a:pt x="87672" y="342662"/>
                  </a:cubicBezTo>
                  <a:cubicBezTo>
                    <a:pt x="83902" y="338892"/>
                    <a:pt x="82078" y="334393"/>
                    <a:pt x="82078" y="329164"/>
                  </a:cubicBezTo>
                  <a:cubicBezTo>
                    <a:pt x="82078" y="323936"/>
                    <a:pt x="83902" y="319315"/>
                    <a:pt x="87672" y="315545"/>
                  </a:cubicBezTo>
                  <a:cubicBezTo>
                    <a:pt x="91441" y="311776"/>
                    <a:pt x="95940" y="309952"/>
                    <a:pt x="101291" y="309952"/>
                  </a:cubicBezTo>
                  <a:cubicBezTo>
                    <a:pt x="106519" y="309952"/>
                    <a:pt x="111140" y="311776"/>
                    <a:pt x="114910" y="315545"/>
                  </a:cubicBezTo>
                  <a:cubicBezTo>
                    <a:pt x="118679" y="319315"/>
                    <a:pt x="120503" y="323814"/>
                    <a:pt x="120503" y="329164"/>
                  </a:cubicBezTo>
                  <a:cubicBezTo>
                    <a:pt x="120503" y="334393"/>
                    <a:pt x="118679" y="338892"/>
                    <a:pt x="114910" y="342662"/>
                  </a:cubicBezTo>
                  <a:moveTo>
                    <a:pt x="169628" y="288673"/>
                  </a:moveTo>
                  <a:cubicBezTo>
                    <a:pt x="169628" y="293901"/>
                    <a:pt x="165372" y="298157"/>
                    <a:pt x="160144" y="298157"/>
                  </a:cubicBezTo>
                  <a:lnTo>
                    <a:pt x="42924" y="298157"/>
                  </a:lnTo>
                  <a:cubicBezTo>
                    <a:pt x="37695" y="298157"/>
                    <a:pt x="33439" y="293901"/>
                    <a:pt x="33439" y="288673"/>
                  </a:cubicBezTo>
                  <a:lnTo>
                    <a:pt x="33439" y="80011"/>
                  </a:lnTo>
                  <a:cubicBezTo>
                    <a:pt x="33439" y="74782"/>
                    <a:pt x="38425" y="70527"/>
                    <a:pt x="41343" y="70527"/>
                  </a:cubicBezTo>
                  <a:lnTo>
                    <a:pt x="160265" y="70527"/>
                  </a:lnTo>
                  <a:cubicBezTo>
                    <a:pt x="165494" y="70527"/>
                    <a:pt x="169750" y="74782"/>
                    <a:pt x="169750" y="80011"/>
                  </a:cubicBezTo>
                  <a:lnTo>
                    <a:pt x="169750" y="288673"/>
                  </a:lnTo>
                  <a:close/>
                </a:path>
              </a:pathLst>
            </a:custGeom>
            <a:grpFill/>
            <a:ln w="9525" cap="flat">
              <a:noFill/>
              <a:prstDash val="solid"/>
              <a:miter/>
            </a:ln>
          </p:spPr>
          <p:txBody>
            <a:bodyPr rtlCol="0" anchor="ctr"/>
            <a:lstStyle/>
            <a:p>
              <a:endParaRPr lang="en-GB"/>
            </a:p>
          </p:txBody>
        </p:sp>
      </p:grpSp>
      <p:sp>
        <p:nvSpPr>
          <p:cNvPr id="120" name="Freeform: Shape 932">
            <a:extLst>
              <a:ext uri="{FF2B5EF4-FFF2-40B4-BE49-F238E27FC236}">
                <a16:creationId xmlns:a16="http://schemas.microsoft.com/office/drawing/2014/main" id="{A4073B81-82AA-8F4A-B3F6-517DA7DD67AB}"/>
              </a:ext>
            </a:extLst>
          </p:cNvPr>
          <p:cNvSpPr/>
          <p:nvPr/>
        </p:nvSpPr>
        <p:spPr>
          <a:xfrm>
            <a:off x="7823167" y="1096756"/>
            <a:ext cx="405936" cy="419031"/>
          </a:xfrm>
          <a:custGeom>
            <a:avLst/>
            <a:gdLst>
              <a:gd name="connsiteX0" fmla="*/ 361874 w 376952"/>
              <a:gd name="connsiteY0" fmla="*/ 201608 h 389111"/>
              <a:gd name="connsiteX1" fmla="*/ 347404 w 376952"/>
              <a:gd name="connsiteY1" fmla="*/ 200514 h 389111"/>
              <a:gd name="connsiteX2" fmla="*/ 295360 w 376952"/>
              <a:gd name="connsiteY2" fmla="*/ 224226 h 389111"/>
              <a:gd name="connsiteX3" fmla="*/ 295360 w 376952"/>
              <a:gd name="connsiteY3" fmla="*/ 205743 h 389111"/>
              <a:gd name="connsiteX4" fmla="*/ 285024 w 376952"/>
              <a:gd name="connsiteY4" fmla="*/ 178627 h 389111"/>
              <a:gd name="connsiteX5" fmla="*/ 325152 w 376952"/>
              <a:gd name="connsiteY5" fmla="*/ 102142 h 389111"/>
              <a:gd name="connsiteX6" fmla="*/ 232130 w 376952"/>
              <a:gd name="connsiteY6" fmla="*/ 9120 h 389111"/>
              <a:gd name="connsiteX7" fmla="*/ 148835 w 376952"/>
              <a:gd name="connsiteY7" fmla="*/ 60920 h 389111"/>
              <a:gd name="connsiteX8" fmla="*/ 89374 w 376952"/>
              <a:gd name="connsiteY8" fmla="*/ 34534 h 389111"/>
              <a:gd name="connsiteX9" fmla="*/ 9120 w 376952"/>
              <a:gd name="connsiteY9" fmla="*/ 114788 h 389111"/>
              <a:gd name="connsiteX10" fmla="*/ 46450 w 376952"/>
              <a:gd name="connsiteY10" fmla="*/ 182517 h 389111"/>
              <a:gd name="connsiteX11" fmla="*/ 39276 w 376952"/>
              <a:gd name="connsiteY11" fmla="*/ 205743 h 389111"/>
              <a:gd name="connsiteX12" fmla="*/ 39276 w 376952"/>
              <a:gd name="connsiteY12" fmla="*/ 345701 h 389111"/>
              <a:gd name="connsiteX13" fmla="*/ 80254 w 376952"/>
              <a:gd name="connsiteY13" fmla="*/ 386680 h 389111"/>
              <a:gd name="connsiteX14" fmla="*/ 254382 w 376952"/>
              <a:gd name="connsiteY14" fmla="*/ 386680 h 389111"/>
              <a:gd name="connsiteX15" fmla="*/ 295360 w 376952"/>
              <a:gd name="connsiteY15" fmla="*/ 345701 h 389111"/>
              <a:gd name="connsiteX16" fmla="*/ 295360 w 376952"/>
              <a:gd name="connsiteY16" fmla="*/ 327097 h 389111"/>
              <a:gd name="connsiteX17" fmla="*/ 347404 w 376952"/>
              <a:gd name="connsiteY17" fmla="*/ 350808 h 389111"/>
              <a:gd name="connsiteX18" fmla="*/ 353727 w 376952"/>
              <a:gd name="connsiteY18" fmla="*/ 352146 h 389111"/>
              <a:gd name="connsiteX19" fmla="*/ 361996 w 376952"/>
              <a:gd name="connsiteY19" fmla="*/ 349714 h 389111"/>
              <a:gd name="connsiteX20" fmla="*/ 368927 w 376952"/>
              <a:gd name="connsiteY20" fmla="*/ 336946 h 389111"/>
              <a:gd name="connsiteX21" fmla="*/ 368927 w 376952"/>
              <a:gd name="connsiteY21" fmla="*/ 214255 h 389111"/>
              <a:gd name="connsiteX22" fmla="*/ 361874 w 376952"/>
              <a:gd name="connsiteY22" fmla="*/ 201608 h 389111"/>
              <a:gd name="connsiteX23" fmla="*/ 232251 w 376952"/>
              <a:gd name="connsiteY23" fmla="*/ 39519 h 389111"/>
              <a:gd name="connsiteX24" fmla="*/ 294874 w 376952"/>
              <a:gd name="connsiteY24" fmla="*/ 102142 h 389111"/>
              <a:gd name="connsiteX25" fmla="*/ 232251 w 376952"/>
              <a:gd name="connsiteY25" fmla="*/ 164764 h 389111"/>
              <a:gd name="connsiteX26" fmla="*/ 169628 w 376952"/>
              <a:gd name="connsiteY26" fmla="*/ 102142 h 389111"/>
              <a:gd name="connsiteX27" fmla="*/ 232251 w 376952"/>
              <a:gd name="connsiteY27" fmla="*/ 39519 h 389111"/>
              <a:gd name="connsiteX28" fmla="*/ 163549 w 376952"/>
              <a:gd name="connsiteY28" fmla="*/ 164886 h 389111"/>
              <a:gd name="connsiteX29" fmla="*/ 152118 w 376952"/>
              <a:gd name="connsiteY29" fmla="*/ 164886 h 389111"/>
              <a:gd name="connsiteX30" fmla="*/ 157347 w 376952"/>
              <a:gd name="connsiteY30" fmla="*/ 157468 h 389111"/>
              <a:gd name="connsiteX31" fmla="*/ 163549 w 376952"/>
              <a:gd name="connsiteY31" fmla="*/ 164886 h 389111"/>
              <a:gd name="connsiteX32" fmla="*/ 89374 w 376952"/>
              <a:gd name="connsiteY32" fmla="*/ 64933 h 389111"/>
              <a:gd name="connsiteX33" fmla="*/ 139351 w 376952"/>
              <a:gd name="connsiteY33" fmla="*/ 114909 h 389111"/>
              <a:gd name="connsiteX34" fmla="*/ 89374 w 376952"/>
              <a:gd name="connsiteY34" fmla="*/ 164886 h 389111"/>
              <a:gd name="connsiteX35" fmla="*/ 39398 w 376952"/>
              <a:gd name="connsiteY35" fmla="*/ 114909 h 389111"/>
              <a:gd name="connsiteX36" fmla="*/ 89374 w 376952"/>
              <a:gd name="connsiteY36" fmla="*/ 64933 h 389111"/>
              <a:gd name="connsiteX37" fmla="*/ 264961 w 376952"/>
              <a:gd name="connsiteY37" fmla="*/ 345823 h 389111"/>
              <a:gd name="connsiteX38" fmla="*/ 254382 w 376952"/>
              <a:gd name="connsiteY38" fmla="*/ 356402 h 389111"/>
              <a:gd name="connsiteX39" fmla="*/ 80254 w 376952"/>
              <a:gd name="connsiteY39" fmla="*/ 356402 h 389111"/>
              <a:gd name="connsiteX40" fmla="*/ 69675 w 376952"/>
              <a:gd name="connsiteY40" fmla="*/ 345823 h 389111"/>
              <a:gd name="connsiteX41" fmla="*/ 69675 w 376952"/>
              <a:gd name="connsiteY41" fmla="*/ 205864 h 389111"/>
              <a:gd name="connsiteX42" fmla="*/ 80254 w 376952"/>
              <a:gd name="connsiteY42" fmla="*/ 195285 h 389111"/>
              <a:gd name="connsiteX43" fmla="*/ 254382 w 376952"/>
              <a:gd name="connsiteY43" fmla="*/ 195285 h 389111"/>
              <a:gd name="connsiteX44" fmla="*/ 264961 w 376952"/>
              <a:gd name="connsiteY44" fmla="*/ 205864 h 389111"/>
              <a:gd name="connsiteX45" fmla="*/ 264961 w 376952"/>
              <a:gd name="connsiteY45" fmla="*/ 345823 h 389111"/>
              <a:gd name="connsiteX46" fmla="*/ 338406 w 376952"/>
              <a:gd name="connsiteY46" fmla="*/ 313478 h 389111"/>
              <a:gd name="connsiteX47" fmla="*/ 295482 w 376952"/>
              <a:gd name="connsiteY47" fmla="*/ 293901 h 389111"/>
              <a:gd name="connsiteX48" fmla="*/ 295482 w 376952"/>
              <a:gd name="connsiteY48" fmla="*/ 257543 h 389111"/>
              <a:gd name="connsiteX49" fmla="*/ 338406 w 376952"/>
              <a:gd name="connsiteY49" fmla="*/ 237966 h 389111"/>
              <a:gd name="connsiteX50" fmla="*/ 338406 w 376952"/>
              <a:gd name="connsiteY50" fmla="*/ 313478 h 389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6952" h="389111">
                <a:moveTo>
                  <a:pt x="361874" y="201608"/>
                </a:moveTo>
                <a:cubicBezTo>
                  <a:pt x="357497" y="198812"/>
                  <a:pt x="352025" y="198447"/>
                  <a:pt x="347404" y="200514"/>
                </a:cubicBezTo>
                <a:lnTo>
                  <a:pt x="295360" y="224226"/>
                </a:lnTo>
                <a:lnTo>
                  <a:pt x="295360" y="205743"/>
                </a:lnTo>
                <a:cubicBezTo>
                  <a:pt x="295360" y="195285"/>
                  <a:pt x="291469" y="185801"/>
                  <a:pt x="285024" y="178627"/>
                </a:cubicBezTo>
                <a:cubicBezTo>
                  <a:pt x="309222" y="161846"/>
                  <a:pt x="325152" y="133879"/>
                  <a:pt x="325152" y="102142"/>
                </a:cubicBezTo>
                <a:cubicBezTo>
                  <a:pt x="325152" y="50828"/>
                  <a:pt x="283444" y="9120"/>
                  <a:pt x="232130" y="9120"/>
                </a:cubicBezTo>
                <a:cubicBezTo>
                  <a:pt x="195650" y="9120"/>
                  <a:pt x="164035" y="30278"/>
                  <a:pt x="148835" y="60920"/>
                </a:cubicBezTo>
                <a:cubicBezTo>
                  <a:pt x="134122" y="44748"/>
                  <a:pt x="112964" y="34534"/>
                  <a:pt x="89374" y="34534"/>
                </a:cubicBezTo>
                <a:cubicBezTo>
                  <a:pt x="45113" y="34534"/>
                  <a:pt x="9120" y="70526"/>
                  <a:pt x="9120" y="114788"/>
                </a:cubicBezTo>
                <a:cubicBezTo>
                  <a:pt x="9120" y="143242"/>
                  <a:pt x="24076" y="168291"/>
                  <a:pt x="46450" y="182517"/>
                </a:cubicBezTo>
                <a:cubicBezTo>
                  <a:pt x="41951" y="189084"/>
                  <a:pt x="39276" y="197109"/>
                  <a:pt x="39276" y="205743"/>
                </a:cubicBezTo>
                <a:lnTo>
                  <a:pt x="39276" y="345701"/>
                </a:lnTo>
                <a:cubicBezTo>
                  <a:pt x="39276" y="368318"/>
                  <a:pt x="57637" y="386680"/>
                  <a:pt x="80254" y="386680"/>
                </a:cubicBezTo>
                <a:lnTo>
                  <a:pt x="254382" y="386680"/>
                </a:lnTo>
                <a:cubicBezTo>
                  <a:pt x="276999" y="386680"/>
                  <a:pt x="295360" y="368318"/>
                  <a:pt x="295360" y="345701"/>
                </a:cubicBezTo>
                <a:lnTo>
                  <a:pt x="295360" y="327097"/>
                </a:lnTo>
                <a:lnTo>
                  <a:pt x="347404" y="350808"/>
                </a:lnTo>
                <a:cubicBezTo>
                  <a:pt x="349471" y="351781"/>
                  <a:pt x="351538" y="352146"/>
                  <a:pt x="353727" y="352146"/>
                </a:cubicBezTo>
                <a:cubicBezTo>
                  <a:pt x="356645" y="352146"/>
                  <a:pt x="359442" y="351295"/>
                  <a:pt x="361996" y="349714"/>
                </a:cubicBezTo>
                <a:cubicBezTo>
                  <a:pt x="366373" y="346917"/>
                  <a:pt x="368927" y="342054"/>
                  <a:pt x="368927" y="336946"/>
                </a:cubicBezTo>
                <a:lnTo>
                  <a:pt x="368927" y="214255"/>
                </a:lnTo>
                <a:cubicBezTo>
                  <a:pt x="368805" y="209269"/>
                  <a:pt x="366130" y="204405"/>
                  <a:pt x="361874" y="201608"/>
                </a:cubicBezTo>
                <a:moveTo>
                  <a:pt x="232251" y="39519"/>
                </a:moveTo>
                <a:cubicBezTo>
                  <a:pt x="266785" y="39519"/>
                  <a:pt x="294874" y="67608"/>
                  <a:pt x="294874" y="102142"/>
                </a:cubicBezTo>
                <a:cubicBezTo>
                  <a:pt x="294874" y="136675"/>
                  <a:pt x="266785" y="164764"/>
                  <a:pt x="232251" y="164764"/>
                </a:cubicBezTo>
                <a:cubicBezTo>
                  <a:pt x="197717" y="164764"/>
                  <a:pt x="169628" y="136675"/>
                  <a:pt x="169628" y="102142"/>
                </a:cubicBezTo>
                <a:cubicBezTo>
                  <a:pt x="169628" y="67608"/>
                  <a:pt x="197717" y="39519"/>
                  <a:pt x="232251" y="39519"/>
                </a:cubicBezTo>
                <a:moveTo>
                  <a:pt x="163549" y="164886"/>
                </a:moveTo>
                <a:lnTo>
                  <a:pt x="152118" y="164886"/>
                </a:lnTo>
                <a:cubicBezTo>
                  <a:pt x="154064" y="162454"/>
                  <a:pt x="155766" y="160022"/>
                  <a:pt x="157347" y="157468"/>
                </a:cubicBezTo>
                <a:cubicBezTo>
                  <a:pt x="159414" y="160022"/>
                  <a:pt x="161482" y="162454"/>
                  <a:pt x="163549" y="164886"/>
                </a:cubicBezTo>
                <a:moveTo>
                  <a:pt x="89374" y="64933"/>
                </a:moveTo>
                <a:cubicBezTo>
                  <a:pt x="116855" y="64933"/>
                  <a:pt x="139351" y="87307"/>
                  <a:pt x="139351" y="114909"/>
                </a:cubicBezTo>
                <a:cubicBezTo>
                  <a:pt x="139351" y="142390"/>
                  <a:pt x="116977" y="164886"/>
                  <a:pt x="89374" y="164886"/>
                </a:cubicBezTo>
                <a:cubicBezTo>
                  <a:pt x="61893" y="164886"/>
                  <a:pt x="39398" y="142512"/>
                  <a:pt x="39398" y="114909"/>
                </a:cubicBezTo>
                <a:cubicBezTo>
                  <a:pt x="39519" y="87429"/>
                  <a:pt x="61893" y="64933"/>
                  <a:pt x="89374" y="64933"/>
                </a:cubicBezTo>
                <a:moveTo>
                  <a:pt x="264961" y="345823"/>
                </a:moveTo>
                <a:cubicBezTo>
                  <a:pt x="264961" y="351660"/>
                  <a:pt x="260219" y="356402"/>
                  <a:pt x="254382" y="356402"/>
                </a:cubicBezTo>
                <a:lnTo>
                  <a:pt x="80254" y="356402"/>
                </a:lnTo>
                <a:cubicBezTo>
                  <a:pt x="74418" y="356402"/>
                  <a:pt x="69675" y="351660"/>
                  <a:pt x="69675" y="345823"/>
                </a:cubicBezTo>
                <a:lnTo>
                  <a:pt x="69675" y="205864"/>
                </a:lnTo>
                <a:cubicBezTo>
                  <a:pt x="69675" y="200028"/>
                  <a:pt x="74418" y="195285"/>
                  <a:pt x="80254" y="195285"/>
                </a:cubicBezTo>
                <a:lnTo>
                  <a:pt x="254382" y="195285"/>
                </a:lnTo>
                <a:cubicBezTo>
                  <a:pt x="260219" y="195285"/>
                  <a:pt x="264961" y="200028"/>
                  <a:pt x="264961" y="205864"/>
                </a:cubicBezTo>
                <a:lnTo>
                  <a:pt x="264961" y="345823"/>
                </a:lnTo>
                <a:close/>
                <a:moveTo>
                  <a:pt x="338406" y="313478"/>
                </a:moveTo>
                <a:lnTo>
                  <a:pt x="295482" y="293901"/>
                </a:lnTo>
                <a:lnTo>
                  <a:pt x="295482" y="257543"/>
                </a:lnTo>
                <a:lnTo>
                  <a:pt x="338406" y="237966"/>
                </a:lnTo>
                <a:lnTo>
                  <a:pt x="338406" y="313478"/>
                </a:lnTo>
                <a:close/>
              </a:path>
            </a:pathLst>
          </a:custGeom>
          <a:solidFill>
            <a:schemeClr val="bg1"/>
          </a:solidFill>
          <a:ln w="9525" cap="flat">
            <a:noFill/>
            <a:prstDash val="solid"/>
            <a:miter/>
          </a:ln>
        </p:spPr>
        <p:txBody>
          <a:bodyPr rtlCol="0" anchor="ctr"/>
          <a:lstStyle/>
          <a:p>
            <a:endParaRPr lang="en-GB"/>
          </a:p>
        </p:txBody>
      </p:sp>
      <p:grpSp>
        <p:nvGrpSpPr>
          <p:cNvPr id="121" name="Group 120">
            <a:extLst>
              <a:ext uri="{FF2B5EF4-FFF2-40B4-BE49-F238E27FC236}">
                <a16:creationId xmlns:a16="http://schemas.microsoft.com/office/drawing/2014/main" id="{02C94013-6ABB-684D-A226-900C48DB0CD7}"/>
              </a:ext>
            </a:extLst>
          </p:cNvPr>
          <p:cNvGrpSpPr/>
          <p:nvPr/>
        </p:nvGrpSpPr>
        <p:grpSpPr>
          <a:xfrm>
            <a:off x="2316152" y="1999567"/>
            <a:ext cx="450824" cy="423667"/>
            <a:chOff x="8161253" y="2277378"/>
            <a:chExt cx="393212" cy="369526"/>
          </a:xfrm>
          <a:solidFill>
            <a:schemeClr val="bg1"/>
          </a:solidFill>
        </p:grpSpPr>
        <p:sp>
          <p:nvSpPr>
            <p:cNvPr id="122" name="Freeform: Shape 196">
              <a:extLst>
                <a:ext uri="{FF2B5EF4-FFF2-40B4-BE49-F238E27FC236}">
                  <a16:creationId xmlns:a16="http://schemas.microsoft.com/office/drawing/2014/main" id="{B01C1616-55B5-534D-B40C-FFFD6DB96A08}"/>
                </a:ext>
              </a:extLst>
            </p:cNvPr>
            <p:cNvSpPr/>
            <p:nvPr/>
          </p:nvSpPr>
          <p:spPr>
            <a:xfrm>
              <a:off x="8317503" y="2612412"/>
              <a:ext cx="80482" cy="34492"/>
            </a:xfrm>
            <a:custGeom>
              <a:avLst/>
              <a:gdLst>
                <a:gd name="connsiteX0" fmla="*/ 67144 w 80481"/>
                <a:gd name="connsiteY0" fmla="*/ 8623 h 34492"/>
                <a:gd name="connsiteX1" fmla="*/ 22419 w 80481"/>
                <a:gd name="connsiteY1" fmla="*/ 8623 h 34492"/>
                <a:gd name="connsiteX2" fmla="*/ 8623 w 80481"/>
                <a:gd name="connsiteY2" fmla="*/ 22420 h 34492"/>
                <a:gd name="connsiteX3" fmla="*/ 22419 w 80481"/>
                <a:gd name="connsiteY3" fmla="*/ 36217 h 34492"/>
                <a:gd name="connsiteX4" fmla="*/ 67144 w 80481"/>
                <a:gd name="connsiteY4" fmla="*/ 36217 h 34492"/>
                <a:gd name="connsiteX5" fmla="*/ 80941 w 80481"/>
                <a:gd name="connsiteY5" fmla="*/ 22420 h 34492"/>
                <a:gd name="connsiteX6" fmla="*/ 67144 w 80481"/>
                <a:gd name="connsiteY6" fmla="*/ 8623 h 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481" h="34492">
                  <a:moveTo>
                    <a:pt x="67144" y="8623"/>
                  </a:moveTo>
                  <a:lnTo>
                    <a:pt x="22419" y="8623"/>
                  </a:lnTo>
                  <a:cubicBezTo>
                    <a:pt x="14831" y="8623"/>
                    <a:pt x="8623" y="14832"/>
                    <a:pt x="8623" y="22420"/>
                  </a:cubicBezTo>
                  <a:cubicBezTo>
                    <a:pt x="8623" y="30008"/>
                    <a:pt x="14831" y="36217"/>
                    <a:pt x="22419" y="36217"/>
                  </a:cubicBezTo>
                  <a:lnTo>
                    <a:pt x="67144" y="36217"/>
                  </a:lnTo>
                  <a:cubicBezTo>
                    <a:pt x="74733" y="36217"/>
                    <a:pt x="80941" y="30008"/>
                    <a:pt x="80941" y="22420"/>
                  </a:cubicBezTo>
                  <a:cubicBezTo>
                    <a:pt x="80941" y="14832"/>
                    <a:pt x="74733" y="8623"/>
                    <a:pt x="67144" y="8623"/>
                  </a:cubicBezTo>
                </a:path>
              </a:pathLst>
            </a:custGeom>
            <a:grpFill/>
            <a:ln w="9525" cap="flat">
              <a:noFill/>
              <a:prstDash val="solid"/>
              <a:miter/>
            </a:ln>
          </p:spPr>
          <p:txBody>
            <a:bodyPr rtlCol="0" anchor="ctr"/>
            <a:lstStyle/>
            <a:p>
              <a:endParaRPr lang="en-GB"/>
            </a:p>
          </p:txBody>
        </p:sp>
        <p:sp>
          <p:nvSpPr>
            <p:cNvPr id="123" name="Freeform: Shape 197">
              <a:extLst>
                <a:ext uri="{FF2B5EF4-FFF2-40B4-BE49-F238E27FC236}">
                  <a16:creationId xmlns:a16="http://schemas.microsoft.com/office/drawing/2014/main" id="{AD20DF52-BC2B-D64D-85B4-CF886A7045D7}"/>
                </a:ext>
              </a:extLst>
            </p:cNvPr>
            <p:cNvSpPr/>
            <p:nvPr/>
          </p:nvSpPr>
          <p:spPr>
            <a:xfrm>
              <a:off x="8339923" y="2277378"/>
              <a:ext cx="34492" cy="80482"/>
            </a:xfrm>
            <a:custGeom>
              <a:avLst/>
              <a:gdLst>
                <a:gd name="connsiteX0" fmla="*/ 22420 w 34492"/>
                <a:gd name="connsiteY0" fmla="*/ 80942 h 80481"/>
                <a:gd name="connsiteX1" fmla="*/ 36217 w 34492"/>
                <a:gd name="connsiteY1" fmla="*/ 67145 h 80481"/>
                <a:gd name="connsiteX2" fmla="*/ 36217 w 34492"/>
                <a:gd name="connsiteY2" fmla="*/ 22420 h 80481"/>
                <a:gd name="connsiteX3" fmla="*/ 22420 w 34492"/>
                <a:gd name="connsiteY3" fmla="*/ 8623 h 80481"/>
                <a:gd name="connsiteX4" fmla="*/ 8623 w 34492"/>
                <a:gd name="connsiteY4" fmla="*/ 22420 h 80481"/>
                <a:gd name="connsiteX5" fmla="*/ 8623 w 34492"/>
                <a:gd name="connsiteY5" fmla="*/ 67145 h 80481"/>
                <a:gd name="connsiteX6" fmla="*/ 22420 w 34492"/>
                <a:gd name="connsiteY6" fmla="*/ 80942 h 8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92" h="80481">
                  <a:moveTo>
                    <a:pt x="22420" y="80942"/>
                  </a:moveTo>
                  <a:cubicBezTo>
                    <a:pt x="30009" y="80942"/>
                    <a:pt x="36217" y="74733"/>
                    <a:pt x="36217" y="67145"/>
                  </a:cubicBezTo>
                  <a:lnTo>
                    <a:pt x="36217" y="22420"/>
                  </a:lnTo>
                  <a:cubicBezTo>
                    <a:pt x="36217" y="14832"/>
                    <a:pt x="30009" y="8623"/>
                    <a:pt x="22420" y="8623"/>
                  </a:cubicBezTo>
                  <a:cubicBezTo>
                    <a:pt x="14832" y="8623"/>
                    <a:pt x="8623" y="14832"/>
                    <a:pt x="8623" y="22420"/>
                  </a:cubicBezTo>
                  <a:lnTo>
                    <a:pt x="8623" y="67145"/>
                  </a:lnTo>
                  <a:cubicBezTo>
                    <a:pt x="8623" y="74733"/>
                    <a:pt x="14832" y="80942"/>
                    <a:pt x="22420" y="80942"/>
                  </a:cubicBezTo>
                </a:path>
              </a:pathLst>
            </a:custGeom>
            <a:grpFill/>
            <a:ln w="9525" cap="flat">
              <a:noFill/>
              <a:prstDash val="solid"/>
              <a:miter/>
            </a:ln>
          </p:spPr>
          <p:txBody>
            <a:bodyPr rtlCol="0" anchor="ctr"/>
            <a:lstStyle/>
            <a:p>
              <a:endParaRPr lang="en-GB"/>
            </a:p>
          </p:txBody>
        </p:sp>
        <p:sp>
          <p:nvSpPr>
            <p:cNvPr id="124" name="Freeform: Shape 198">
              <a:extLst>
                <a:ext uri="{FF2B5EF4-FFF2-40B4-BE49-F238E27FC236}">
                  <a16:creationId xmlns:a16="http://schemas.microsoft.com/office/drawing/2014/main" id="{7E20727D-86D9-9147-A822-3D7AB744E05E}"/>
                </a:ext>
              </a:extLst>
            </p:cNvPr>
            <p:cNvSpPr/>
            <p:nvPr/>
          </p:nvSpPr>
          <p:spPr>
            <a:xfrm>
              <a:off x="8429344" y="2322189"/>
              <a:ext cx="68984" cy="68984"/>
            </a:xfrm>
            <a:custGeom>
              <a:avLst/>
              <a:gdLst>
                <a:gd name="connsiteX0" fmla="*/ 22334 w 68984"/>
                <a:gd name="connsiteY0" fmla="*/ 67748 h 68984"/>
                <a:gd name="connsiteX1" fmla="*/ 32106 w 68984"/>
                <a:gd name="connsiteY1" fmla="*/ 63724 h 68984"/>
                <a:gd name="connsiteX2" fmla="*/ 63724 w 68984"/>
                <a:gd name="connsiteY2" fmla="*/ 32106 h 68984"/>
                <a:gd name="connsiteX3" fmla="*/ 63724 w 68984"/>
                <a:gd name="connsiteY3" fmla="*/ 12676 h 68984"/>
                <a:gd name="connsiteX4" fmla="*/ 44294 w 68984"/>
                <a:gd name="connsiteY4" fmla="*/ 12676 h 68984"/>
                <a:gd name="connsiteX5" fmla="*/ 12676 w 68984"/>
                <a:gd name="connsiteY5" fmla="*/ 44294 h 68984"/>
                <a:gd name="connsiteX6" fmla="*/ 12676 w 68984"/>
                <a:gd name="connsiteY6" fmla="*/ 63724 h 68984"/>
                <a:gd name="connsiteX7" fmla="*/ 22334 w 68984"/>
                <a:gd name="connsiteY7" fmla="*/ 67748 h 68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84" h="68984">
                  <a:moveTo>
                    <a:pt x="22334" y="67748"/>
                  </a:moveTo>
                  <a:cubicBezTo>
                    <a:pt x="25898" y="67748"/>
                    <a:pt x="29347" y="66369"/>
                    <a:pt x="32106" y="63724"/>
                  </a:cubicBezTo>
                  <a:lnTo>
                    <a:pt x="63724" y="32106"/>
                  </a:lnTo>
                  <a:cubicBezTo>
                    <a:pt x="69128" y="26703"/>
                    <a:pt x="69128" y="17965"/>
                    <a:pt x="63724" y="12676"/>
                  </a:cubicBezTo>
                  <a:cubicBezTo>
                    <a:pt x="58321" y="7272"/>
                    <a:pt x="49583" y="7272"/>
                    <a:pt x="44294" y="12676"/>
                  </a:cubicBezTo>
                  <a:lnTo>
                    <a:pt x="12676" y="44294"/>
                  </a:lnTo>
                  <a:cubicBezTo>
                    <a:pt x="7272" y="49698"/>
                    <a:pt x="7272" y="58436"/>
                    <a:pt x="12676" y="63724"/>
                  </a:cubicBezTo>
                  <a:cubicBezTo>
                    <a:pt x="15205" y="66369"/>
                    <a:pt x="18770" y="67748"/>
                    <a:pt x="22334" y="67748"/>
                  </a:cubicBezTo>
                </a:path>
              </a:pathLst>
            </a:custGeom>
            <a:grpFill/>
            <a:ln w="9525" cap="flat">
              <a:noFill/>
              <a:prstDash val="solid"/>
              <a:miter/>
            </a:ln>
          </p:spPr>
          <p:txBody>
            <a:bodyPr rtlCol="0" anchor="ctr"/>
            <a:lstStyle/>
            <a:p>
              <a:endParaRPr lang="en-GB"/>
            </a:p>
          </p:txBody>
        </p:sp>
        <p:sp>
          <p:nvSpPr>
            <p:cNvPr id="125" name="Freeform: Shape 199">
              <a:extLst>
                <a:ext uri="{FF2B5EF4-FFF2-40B4-BE49-F238E27FC236}">
                  <a16:creationId xmlns:a16="http://schemas.microsoft.com/office/drawing/2014/main" id="{DA867D56-DD9D-8749-91DF-E49BA42FA9C4}"/>
                </a:ext>
              </a:extLst>
            </p:cNvPr>
            <p:cNvSpPr/>
            <p:nvPr/>
          </p:nvSpPr>
          <p:spPr>
            <a:xfrm>
              <a:off x="8429229" y="2536156"/>
              <a:ext cx="68984" cy="68984"/>
            </a:xfrm>
            <a:custGeom>
              <a:avLst/>
              <a:gdLst>
                <a:gd name="connsiteX0" fmla="*/ 32106 w 68984"/>
                <a:gd name="connsiteY0" fmla="*/ 12676 h 68984"/>
                <a:gd name="connsiteX1" fmla="*/ 12676 w 68984"/>
                <a:gd name="connsiteY1" fmla="*/ 12676 h 68984"/>
                <a:gd name="connsiteX2" fmla="*/ 12676 w 68984"/>
                <a:gd name="connsiteY2" fmla="*/ 32106 h 68984"/>
                <a:gd name="connsiteX3" fmla="*/ 44294 w 68984"/>
                <a:gd name="connsiteY3" fmla="*/ 63724 h 68984"/>
                <a:gd name="connsiteX4" fmla="*/ 54067 w 68984"/>
                <a:gd name="connsiteY4" fmla="*/ 67748 h 68984"/>
                <a:gd name="connsiteX5" fmla="*/ 63839 w 68984"/>
                <a:gd name="connsiteY5" fmla="*/ 63724 h 68984"/>
                <a:gd name="connsiteX6" fmla="*/ 63839 w 68984"/>
                <a:gd name="connsiteY6" fmla="*/ 44294 h 68984"/>
                <a:gd name="connsiteX7" fmla="*/ 32106 w 68984"/>
                <a:gd name="connsiteY7" fmla="*/ 12676 h 68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84" h="68984">
                  <a:moveTo>
                    <a:pt x="32106" y="12676"/>
                  </a:moveTo>
                  <a:cubicBezTo>
                    <a:pt x="26703" y="7272"/>
                    <a:pt x="17965" y="7272"/>
                    <a:pt x="12676" y="12676"/>
                  </a:cubicBezTo>
                  <a:cubicBezTo>
                    <a:pt x="7272" y="18080"/>
                    <a:pt x="7272" y="26818"/>
                    <a:pt x="12676" y="32106"/>
                  </a:cubicBezTo>
                  <a:lnTo>
                    <a:pt x="44294" y="63724"/>
                  </a:lnTo>
                  <a:cubicBezTo>
                    <a:pt x="46938" y="66369"/>
                    <a:pt x="50503" y="67748"/>
                    <a:pt x="54067" y="67748"/>
                  </a:cubicBezTo>
                  <a:cubicBezTo>
                    <a:pt x="57631" y="67748"/>
                    <a:pt x="61080" y="66369"/>
                    <a:pt x="63839" y="63724"/>
                  </a:cubicBezTo>
                  <a:cubicBezTo>
                    <a:pt x="69243" y="58321"/>
                    <a:pt x="69243" y="49583"/>
                    <a:pt x="63839" y="44294"/>
                  </a:cubicBezTo>
                  <a:lnTo>
                    <a:pt x="32106" y="12676"/>
                  </a:lnTo>
                  <a:close/>
                </a:path>
              </a:pathLst>
            </a:custGeom>
            <a:grpFill/>
            <a:ln w="9525" cap="flat">
              <a:noFill/>
              <a:prstDash val="solid"/>
              <a:miter/>
            </a:ln>
          </p:spPr>
          <p:txBody>
            <a:bodyPr rtlCol="0" anchor="ctr"/>
            <a:lstStyle/>
            <a:p>
              <a:endParaRPr lang="en-GB"/>
            </a:p>
          </p:txBody>
        </p:sp>
        <p:sp>
          <p:nvSpPr>
            <p:cNvPr id="126" name="Freeform: Shape 200">
              <a:extLst>
                <a:ext uri="{FF2B5EF4-FFF2-40B4-BE49-F238E27FC236}">
                  <a16:creationId xmlns:a16="http://schemas.microsoft.com/office/drawing/2014/main" id="{CC52918C-7003-9F4F-A032-2070D40F4751}"/>
                </a:ext>
              </a:extLst>
            </p:cNvPr>
            <p:cNvSpPr/>
            <p:nvPr/>
          </p:nvSpPr>
          <p:spPr>
            <a:xfrm>
              <a:off x="8219056" y="2322074"/>
              <a:ext cx="68984" cy="68984"/>
            </a:xfrm>
            <a:custGeom>
              <a:avLst/>
              <a:gdLst>
                <a:gd name="connsiteX0" fmla="*/ 44179 w 68984"/>
                <a:gd name="connsiteY0" fmla="*/ 63724 h 68984"/>
                <a:gd name="connsiteX1" fmla="*/ 53951 w 68984"/>
                <a:gd name="connsiteY1" fmla="*/ 67748 h 68984"/>
                <a:gd name="connsiteX2" fmla="*/ 63725 w 68984"/>
                <a:gd name="connsiteY2" fmla="*/ 63724 h 68984"/>
                <a:gd name="connsiteX3" fmla="*/ 63725 w 68984"/>
                <a:gd name="connsiteY3" fmla="*/ 44294 h 68984"/>
                <a:gd name="connsiteX4" fmla="*/ 32107 w 68984"/>
                <a:gd name="connsiteY4" fmla="*/ 12676 h 68984"/>
                <a:gd name="connsiteX5" fmla="*/ 12676 w 68984"/>
                <a:gd name="connsiteY5" fmla="*/ 12676 h 68984"/>
                <a:gd name="connsiteX6" fmla="*/ 12676 w 68984"/>
                <a:gd name="connsiteY6" fmla="*/ 32107 h 68984"/>
                <a:gd name="connsiteX7" fmla="*/ 44179 w 68984"/>
                <a:gd name="connsiteY7" fmla="*/ 63724 h 68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84" h="68984">
                  <a:moveTo>
                    <a:pt x="44179" y="63724"/>
                  </a:moveTo>
                  <a:cubicBezTo>
                    <a:pt x="46823" y="66369"/>
                    <a:pt x="50387" y="67748"/>
                    <a:pt x="53951" y="67748"/>
                  </a:cubicBezTo>
                  <a:cubicBezTo>
                    <a:pt x="57516" y="67748"/>
                    <a:pt x="60965" y="66369"/>
                    <a:pt x="63725" y="63724"/>
                  </a:cubicBezTo>
                  <a:cubicBezTo>
                    <a:pt x="69128" y="58321"/>
                    <a:pt x="69128" y="49583"/>
                    <a:pt x="63725" y="44294"/>
                  </a:cubicBezTo>
                  <a:lnTo>
                    <a:pt x="32107" y="12676"/>
                  </a:lnTo>
                  <a:cubicBezTo>
                    <a:pt x="26703" y="7272"/>
                    <a:pt x="17965" y="7272"/>
                    <a:pt x="12676" y="12676"/>
                  </a:cubicBezTo>
                  <a:cubicBezTo>
                    <a:pt x="7272" y="18080"/>
                    <a:pt x="7272" y="26818"/>
                    <a:pt x="12676" y="32107"/>
                  </a:cubicBezTo>
                  <a:lnTo>
                    <a:pt x="44179" y="63724"/>
                  </a:lnTo>
                  <a:close/>
                </a:path>
              </a:pathLst>
            </a:custGeom>
            <a:grpFill/>
            <a:ln w="9525" cap="flat">
              <a:noFill/>
              <a:prstDash val="solid"/>
              <a:miter/>
            </a:ln>
          </p:spPr>
          <p:txBody>
            <a:bodyPr rtlCol="0" anchor="ctr"/>
            <a:lstStyle/>
            <a:p>
              <a:endParaRPr lang="en-GB"/>
            </a:p>
          </p:txBody>
        </p:sp>
        <p:sp>
          <p:nvSpPr>
            <p:cNvPr id="127" name="Freeform: Shape 201">
              <a:extLst>
                <a:ext uri="{FF2B5EF4-FFF2-40B4-BE49-F238E27FC236}">
                  <a16:creationId xmlns:a16="http://schemas.microsoft.com/office/drawing/2014/main" id="{CE9B5B6B-9CCB-EE4E-AE52-46DDD742BF78}"/>
                </a:ext>
              </a:extLst>
            </p:cNvPr>
            <p:cNvSpPr/>
            <p:nvPr/>
          </p:nvSpPr>
          <p:spPr>
            <a:xfrm>
              <a:off x="8218942" y="2536156"/>
              <a:ext cx="68984" cy="68984"/>
            </a:xfrm>
            <a:custGeom>
              <a:avLst/>
              <a:gdLst>
                <a:gd name="connsiteX0" fmla="*/ 44294 w 68984"/>
                <a:gd name="connsiteY0" fmla="*/ 12676 h 68984"/>
                <a:gd name="connsiteX1" fmla="*/ 12676 w 68984"/>
                <a:gd name="connsiteY1" fmla="*/ 44294 h 68984"/>
                <a:gd name="connsiteX2" fmla="*/ 12676 w 68984"/>
                <a:gd name="connsiteY2" fmla="*/ 63724 h 68984"/>
                <a:gd name="connsiteX3" fmla="*/ 22448 w 68984"/>
                <a:gd name="connsiteY3" fmla="*/ 67748 h 68984"/>
                <a:gd name="connsiteX4" fmla="*/ 32221 w 68984"/>
                <a:gd name="connsiteY4" fmla="*/ 63724 h 68984"/>
                <a:gd name="connsiteX5" fmla="*/ 63839 w 68984"/>
                <a:gd name="connsiteY5" fmla="*/ 32106 h 68984"/>
                <a:gd name="connsiteX6" fmla="*/ 63839 w 68984"/>
                <a:gd name="connsiteY6" fmla="*/ 12676 h 68984"/>
                <a:gd name="connsiteX7" fmla="*/ 44294 w 68984"/>
                <a:gd name="connsiteY7" fmla="*/ 12676 h 68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84" h="68984">
                  <a:moveTo>
                    <a:pt x="44294" y="12676"/>
                  </a:moveTo>
                  <a:lnTo>
                    <a:pt x="12676" y="44294"/>
                  </a:lnTo>
                  <a:cubicBezTo>
                    <a:pt x="7272" y="49697"/>
                    <a:pt x="7272" y="58436"/>
                    <a:pt x="12676" y="63724"/>
                  </a:cubicBezTo>
                  <a:cubicBezTo>
                    <a:pt x="15320" y="66369"/>
                    <a:pt x="18884" y="67748"/>
                    <a:pt x="22448" y="67748"/>
                  </a:cubicBezTo>
                  <a:cubicBezTo>
                    <a:pt x="26013" y="67748"/>
                    <a:pt x="29462" y="66369"/>
                    <a:pt x="32221" y="63724"/>
                  </a:cubicBezTo>
                  <a:lnTo>
                    <a:pt x="63839" y="32106"/>
                  </a:lnTo>
                  <a:cubicBezTo>
                    <a:pt x="69243" y="26703"/>
                    <a:pt x="69243" y="17965"/>
                    <a:pt x="63839" y="12676"/>
                  </a:cubicBezTo>
                  <a:cubicBezTo>
                    <a:pt x="58435" y="7272"/>
                    <a:pt x="49698" y="7272"/>
                    <a:pt x="44294" y="12676"/>
                  </a:cubicBezTo>
                </a:path>
              </a:pathLst>
            </a:custGeom>
            <a:grpFill/>
            <a:ln w="9525" cap="flat">
              <a:noFill/>
              <a:prstDash val="solid"/>
              <a:miter/>
            </a:ln>
          </p:spPr>
          <p:txBody>
            <a:bodyPr rtlCol="0" anchor="ctr"/>
            <a:lstStyle/>
            <a:p>
              <a:endParaRPr lang="en-GB"/>
            </a:p>
          </p:txBody>
        </p:sp>
        <p:sp>
          <p:nvSpPr>
            <p:cNvPr id="128" name="Freeform: Shape 202">
              <a:extLst>
                <a:ext uri="{FF2B5EF4-FFF2-40B4-BE49-F238E27FC236}">
                  <a16:creationId xmlns:a16="http://schemas.microsoft.com/office/drawing/2014/main" id="{6A5C0050-594E-F643-BF5E-8D60A2805178}"/>
                </a:ext>
              </a:extLst>
            </p:cNvPr>
            <p:cNvSpPr/>
            <p:nvPr/>
          </p:nvSpPr>
          <p:spPr>
            <a:xfrm>
              <a:off x="8161253" y="2446045"/>
              <a:ext cx="80482" cy="34492"/>
            </a:xfrm>
            <a:custGeom>
              <a:avLst/>
              <a:gdLst>
                <a:gd name="connsiteX0" fmla="*/ 80827 w 80481"/>
                <a:gd name="connsiteY0" fmla="*/ 22420 h 34492"/>
                <a:gd name="connsiteX1" fmla="*/ 67030 w 80481"/>
                <a:gd name="connsiteY1" fmla="*/ 8623 h 34492"/>
                <a:gd name="connsiteX2" fmla="*/ 22420 w 80481"/>
                <a:gd name="connsiteY2" fmla="*/ 8623 h 34492"/>
                <a:gd name="connsiteX3" fmla="*/ 8623 w 80481"/>
                <a:gd name="connsiteY3" fmla="*/ 22420 h 34492"/>
                <a:gd name="connsiteX4" fmla="*/ 22420 w 80481"/>
                <a:gd name="connsiteY4" fmla="*/ 36217 h 34492"/>
                <a:gd name="connsiteX5" fmla="*/ 67030 w 80481"/>
                <a:gd name="connsiteY5" fmla="*/ 36217 h 34492"/>
                <a:gd name="connsiteX6" fmla="*/ 80827 w 80481"/>
                <a:gd name="connsiteY6" fmla="*/ 22420 h 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481" h="34492">
                  <a:moveTo>
                    <a:pt x="80827" y="22420"/>
                  </a:moveTo>
                  <a:cubicBezTo>
                    <a:pt x="80827" y="14832"/>
                    <a:pt x="74618" y="8623"/>
                    <a:pt x="67030" y="8623"/>
                  </a:cubicBezTo>
                  <a:lnTo>
                    <a:pt x="22420" y="8623"/>
                  </a:lnTo>
                  <a:cubicBezTo>
                    <a:pt x="14831" y="8623"/>
                    <a:pt x="8623" y="14832"/>
                    <a:pt x="8623" y="22420"/>
                  </a:cubicBezTo>
                  <a:cubicBezTo>
                    <a:pt x="8623" y="30008"/>
                    <a:pt x="14831" y="36217"/>
                    <a:pt x="22420" y="36217"/>
                  </a:cubicBezTo>
                  <a:lnTo>
                    <a:pt x="67030" y="36217"/>
                  </a:lnTo>
                  <a:cubicBezTo>
                    <a:pt x="74618" y="36217"/>
                    <a:pt x="80827" y="30008"/>
                    <a:pt x="80827" y="22420"/>
                  </a:cubicBezTo>
                </a:path>
              </a:pathLst>
            </a:custGeom>
            <a:grpFill/>
            <a:ln w="9525" cap="flat">
              <a:noFill/>
              <a:prstDash val="solid"/>
              <a:miter/>
            </a:ln>
          </p:spPr>
          <p:txBody>
            <a:bodyPr rtlCol="0" anchor="ctr"/>
            <a:lstStyle/>
            <a:p>
              <a:endParaRPr lang="en-GB"/>
            </a:p>
          </p:txBody>
        </p:sp>
        <p:sp>
          <p:nvSpPr>
            <p:cNvPr id="129" name="Freeform: Shape 203">
              <a:extLst>
                <a:ext uri="{FF2B5EF4-FFF2-40B4-BE49-F238E27FC236}">
                  <a16:creationId xmlns:a16="http://schemas.microsoft.com/office/drawing/2014/main" id="{45FD60E1-7747-594D-99E9-3EB053532F0B}"/>
                </a:ext>
              </a:extLst>
            </p:cNvPr>
            <p:cNvSpPr/>
            <p:nvPr/>
          </p:nvSpPr>
          <p:spPr>
            <a:xfrm>
              <a:off x="8473983" y="2446045"/>
              <a:ext cx="80482" cy="34492"/>
            </a:xfrm>
            <a:custGeom>
              <a:avLst/>
              <a:gdLst>
                <a:gd name="connsiteX0" fmla="*/ 66800 w 80481"/>
                <a:gd name="connsiteY0" fmla="*/ 8623 h 34492"/>
                <a:gd name="connsiteX1" fmla="*/ 22420 w 80481"/>
                <a:gd name="connsiteY1" fmla="*/ 8623 h 34492"/>
                <a:gd name="connsiteX2" fmla="*/ 8623 w 80481"/>
                <a:gd name="connsiteY2" fmla="*/ 22420 h 34492"/>
                <a:gd name="connsiteX3" fmla="*/ 22420 w 80481"/>
                <a:gd name="connsiteY3" fmla="*/ 36217 h 34492"/>
                <a:gd name="connsiteX4" fmla="*/ 66800 w 80481"/>
                <a:gd name="connsiteY4" fmla="*/ 36217 h 34492"/>
                <a:gd name="connsiteX5" fmla="*/ 80597 w 80481"/>
                <a:gd name="connsiteY5" fmla="*/ 22420 h 34492"/>
                <a:gd name="connsiteX6" fmla="*/ 66800 w 80481"/>
                <a:gd name="connsiteY6" fmla="*/ 8623 h 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481" h="34492">
                  <a:moveTo>
                    <a:pt x="66800" y="8623"/>
                  </a:moveTo>
                  <a:lnTo>
                    <a:pt x="22420" y="8623"/>
                  </a:lnTo>
                  <a:cubicBezTo>
                    <a:pt x="14831" y="8623"/>
                    <a:pt x="8623" y="14832"/>
                    <a:pt x="8623" y="22420"/>
                  </a:cubicBezTo>
                  <a:cubicBezTo>
                    <a:pt x="8623" y="30008"/>
                    <a:pt x="14831" y="36217"/>
                    <a:pt x="22420" y="36217"/>
                  </a:cubicBezTo>
                  <a:lnTo>
                    <a:pt x="66800" y="36217"/>
                  </a:lnTo>
                  <a:cubicBezTo>
                    <a:pt x="74388" y="36217"/>
                    <a:pt x="80597" y="30008"/>
                    <a:pt x="80597" y="22420"/>
                  </a:cubicBezTo>
                  <a:cubicBezTo>
                    <a:pt x="80482" y="14832"/>
                    <a:pt x="74388" y="8623"/>
                    <a:pt x="66800" y="8623"/>
                  </a:cubicBezTo>
                </a:path>
              </a:pathLst>
            </a:custGeom>
            <a:grpFill/>
            <a:ln w="9525" cap="flat">
              <a:noFill/>
              <a:prstDash val="solid"/>
              <a:miter/>
            </a:ln>
          </p:spPr>
          <p:txBody>
            <a:bodyPr rtlCol="0" anchor="ctr"/>
            <a:lstStyle/>
            <a:p>
              <a:endParaRPr lang="en-GB"/>
            </a:p>
          </p:txBody>
        </p:sp>
        <p:sp>
          <p:nvSpPr>
            <p:cNvPr id="130" name="Freeform: Shape 204">
              <a:extLst>
                <a:ext uri="{FF2B5EF4-FFF2-40B4-BE49-F238E27FC236}">
                  <a16:creationId xmlns:a16="http://schemas.microsoft.com/office/drawing/2014/main" id="{46E96EBD-781B-2548-9C57-F00596CBFA47}"/>
                </a:ext>
              </a:extLst>
            </p:cNvPr>
            <p:cNvSpPr/>
            <p:nvPr/>
          </p:nvSpPr>
          <p:spPr>
            <a:xfrm>
              <a:off x="8248174" y="2366713"/>
              <a:ext cx="218451" cy="241445"/>
            </a:xfrm>
            <a:custGeom>
              <a:avLst/>
              <a:gdLst>
                <a:gd name="connsiteX0" fmla="*/ 219715 w 218450"/>
                <a:gd name="connsiteY0" fmla="*/ 88070 h 241445"/>
                <a:gd name="connsiteX1" fmla="*/ 191662 w 218450"/>
                <a:gd name="connsiteY1" fmla="*/ 31618 h 241445"/>
                <a:gd name="connsiteX2" fmla="*/ 114284 w 218450"/>
                <a:gd name="connsiteY2" fmla="*/ 8623 h 241445"/>
                <a:gd name="connsiteX3" fmla="*/ 113939 w 218450"/>
                <a:gd name="connsiteY3" fmla="*/ 8623 h 241445"/>
                <a:gd name="connsiteX4" fmla="*/ 36562 w 218450"/>
                <a:gd name="connsiteY4" fmla="*/ 31618 h 241445"/>
                <a:gd name="connsiteX5" fmla="*/ 8623 w 218450"/>
                <a:gd name="connsiteY5" fmla="*/ 88185 h 241445"/>
                <a:gd name="connsiteX6" fmla="*/ 34148 w 218450"/>
                <a:gd name="connsiteY6" fmla="*/ 158319 h 241445"/>
                <a:gd name="connsiteX7" fmla="*/ 59672 w 218450"/>
                <a:gd name="connsiteY7" fmla="*/ 188327 h 241445"/>
                <a:gd name="connsiteX8" fmla="*/ 59902 w 218450"/>
                <a:gd name="connsiteY8" fmla="*/ 188557 h 241445"/>
                <a:gd name="connsiteX9" fmla="*/ 78182 w 218450"/>
                <a:gd name="connsiteY9" fmla="*/ 223510 h 241445"/>
                <a:gd name="connsiteX10" fmla="*/ 91979 w 218450"/>
                <a:gd name="connsiteY10" fmla="*/ 237306 h 241445"/>
                <a:gd name="connsiteX11" fmla="*/ 136704 w 218450"/>
                <a:gd name="connsiteY11" fmla="*/ 237306 h 241445"/>
                <a:gd name="connsiteX12" fmla="*/ 150501 w 218450"/>
                <a:gd name="connsiteY12" fmla="*/ 223510 h 241445"/>
                <a:gd name="connsiteX13" fmla="*/ 168782 w 218450"/>
                <a:gd name="connsiteY13" fmla="*/ 188557 h 241445"/>
                <a:gd name="connsiteX14" fmla="*/ 169012 w 218450"/>
                <a:gd name="connsiteY14" fmla="*/ 188327 h 241445"/>
                <a:gd name="connsiteX15" fmla="*/ 194536 w 218450"/>
                <a:gd name="connsiteY15" fmla="*/ 158319 h 241445"/>
                <a:gd name="connsiteX16" fmla="*/ 219715 w 218450"/>
                <a:gd name="connsiteY16" fmla="*/ 88070 h 241445"/>
                <a:gd name="connsiteX17" fmla="*/ 136130 w 218450"/>
                <a:gd name="connsiteY17" fmla="*/ 185108 h 241445"/>
                <a:gd name="connsiteX18" fmla="*/ 124517 w 218450"/>
                <a:gd name="connsiteY18" fmla="*/ 209713 h 241445"/>
                <a:gd name="connsiteX19" fmla="*/ 103592 w 218450"/>
                <a:gd name="connsiteY19" fmla="*/ 209713 h 241445"/>
                <a:gd name="connsiteX20" fmla="*/ 91979 w 218450"/>
                <a:gd name="connsiteY20" fmla="*/ 185108 h 241445"/>
                <a:gd name="connsiteX21" fmla="*/ 86000 w 218450"/>
                <a:gd name="connsiteY21" fmla="*/ 176945 h 241445"/>
                <a:gd name="connsiteX22" fmla="*/ 114054 w 218450"/>
                <a:gd name="connsiteY22" fmla="*/ 149811 h 241445"/>
                <a:gd name="connsiteX23" fmla="*/ 142108 w 218450"/>
                <a:gd name="connsiteY23" fmla="*/ 176830 h 241445"/>
                <a:gd name="connsiteX24" fmla="*/ 136130 w 218450"/>
                <a:gd name="connsiteY24" fmla="*/ 185108 h 241445"/>
                <a:gd name="connsiteX25" fmla="*/ 114169 w 218450"/>
                <a:gd name="connsiteY25" fmla="*/ 125897 h 241445"/>
                <a:gd name="connsiteX26" fmla="*/ 102327 w 218450"/>
                <a:gd name="connsiteY26" fmla="*/ 113479 h 241445"/>
                <a:gd name="connsiteX27" fmla="*/ 97383 w 218450"/>
                <a:gd name="connsiteY27" fmla="*/ 101062 h 241445"/>
                <a:gd name="connsiteX28" fmla="*/ 100028 w 218450"/>
                <a:gd name="connsiteY28" fmla="*/ 95658 h 241445"/>
                <a:gd name="connsiteX29" fmla="*/ 114284 w 218450"/>
                <a:gd name="connsiteY29" fmla="*/ 91749 h 241445"/>
                <a:gd name="connsiteX30" fmla="*/ 128426 w 218450"/>
                <a:gd name="connsiteY30" fmla="*/ 95658 h 241445"/>
                <a:gd name="connsiteX31" fmla="*/ 130956 w 218450"/>
                <a:gd name="connsiteY31" fmla="*/ 101062 h 241445"/>
                <a:gd name="connsiteX32" fmla="*/ 126127 w 218450"/>
                <a:gd name="connsiteY32" fmla="*/ 113479 h 241445"/>
                <a:gd name="connsiteX33" fmla="*/ 114169 w 218450"/>
                <a:gd name="connsiteY33" fmla="*/ 125897 h 241445"/>
                <a:gd name="connsiteX34" fmla="*/ 171541 w 218450"/>
                <a:gd name="connsiteY34" fmla="*/ 142683 h 241445"/>
                <a:gd name="connsiteX35" fmla="*/ 155330 w 218450"/>
                <a:gd name="connsiteY35" fmla="*/ 162343 h 241445"/>
                <a:gd name="connsiteX36" fmla="*/ 129921 w 218450"/>
                <a:gd name="connsiteY36" fmla="*/ 137624 h 241445"/>
                <a:gd name="connsiteX37" fmla="*/ 141878 w 218450"/>
                <a:gd name="connsiteY37" fmla="*/ 124402 h 241445"/>
                <a:gd name="connsiteX38" fmla="*/ 150156 w 218450"/>
                <a:gd name="connsiteY38" fmla="*/ 100947 h 241445"/>
                <a:gd name="connsiteX39" fmla="*/ 139808 w 218450"/>
                <a:gd name="connsiteY39" fmla="*/ 80137 h 241445"/>
                <a:gd name="connsiteX40" fmla="*/ 114054 w 218450"/>
                <a:gd name="connsiteY40" fmla="*/ 72434 h 241445"/>
                <a:gd name="connsiteX41" fmla="*/ 114054 w 218450"/>
                <a:gd name="connsiteY41" fmla="*/ 72434 h 241445"/>
                <a:gd name="connsiteX42" fmla="*/ 88300 w 218450"/>
                <a:gd name="connsiteY42" fmla="*/ 80137 h 241445"/>
                <a:gd name="connsiteX43" fmla="*/ 77953 w 218450"/>
                <a:gd name="connsiteY43" fmla="*/ 100947 h 241445"/>
                <a:gd name="connsiteX44" fmla="*/ 86346 w 218450"/>
                <a:gd name="connsiteY44" fmla="*/ 124402 h 241445"/>
                <a:gd name="connsiteX45" fmla="*/ 98303 w 218450"/>
                <a:gd name="connsiteY45" fmla="*/ 137739 h 241445"/>
                <a:gd name="connsiteX46" fmla="*/ 72894 w 218450"/>
                <a:gd name="connsiteY46" fmla="*/ 162458 h 241445"/>
                <a:gd name="connsiteX47" fmla="*/ 56682 w 218450"/>
                <a:gd name="connsiteY47" fmla="*/ 142798 h 241445"/>
                <a:gd name="connsiteX48" fmla="*/ 35987 w 218450"/>
                <a:gd name="connsiteY48" fmla="*/ 88185 h 241445"/>
                <a:gd name="connsiteX49" fmla="*/ 53003 w 218450"/>
                <a:gd name="connsiteY49" fmla="*/ 53693 h 241445"/>
                <a:gd name="connsiteX50" fmla="*/ 113939 w 218450"/>
                <a:gd name="connsiteY50" fmla="*/ 36217 h 241445"/>
                <a:gd name="connsiteX51" fmla="*/ 114169 w 218450"/>
                <a:gd name="connsiteY51" fmla="*/ 36217 h 241445"/>
                <a:gd name="connsiteX52" fmla="*/ 175105 w 218450"/>
                <a:gd name="connsiteY52" fmla="*/ 53693 h 241445"/>
                <a:gd name="connsiteX53" fmla="*/ 192122 w 218450"/>
                <a:gd name="connsiteY53" fmla="*/ 88070 h 241445"/>
                <a:gd name="connsiteX54" fmla="*/ 171541 w 218450"/>
                <a:gd name="connsiteY54" fmla="*/ 142683 h 241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8450" h="241445">
                  <a:moveTo>
                    <a:pt x="219715" y="88070"/>
                  </a:moveTo>
                  <a:cubicBezTo>
                    <a:pt x="219715" y="65305"/>
                    <a:pt x="209713" y="45300"/>
                    <a:pt x="191662" y="31618"/>
                  </a:cubicBezTo>
                  <a:cubicBezTo>
                    <a:pt x="172001" y="16901"/>
                    <a:pt x="144522" y="8738"/>
                    <a:pt x="114284" y="8623"/>
                  </a:cubicBezTo>
                  <a:lnTo>
                    <a:pt x="113939" y="8623"/>
                  </a:lnTo>
                  <a:cubicBezTo>
                    <a:pt x="83586" y="8738"/>
                    <a:pt x="56222" y="16901"/>
                    <a:pt x="36562" y="31618"/>
                  </a:cubicBezTo>
                  <a:cubicBezTo>
                    <a:pt x="18511" y="45185"/>
                    <a:pt x="8623" y="65190"/>
                    <a:pt x="8623" y="88185"/>
                  </a:cubicBezTo>
                  <a:cubicBezTo>
                    <a:pt x="8738" y="109915"/>
                    <a:pt x="17591" y="134175"/>
                    <a:pt x="34148" y="158319"/>
                  </a:cubicBezTo>
                  <a:cubicBezTo>
                    <a:pt x="41505" y="168897"/>
                    <a:pt x="53233" y="181659"/>
                    <a:pt x="59672" y="188327"/>
                  </a:cubicBezTo>
                  <a:cubicBezTo>
                    <a:pt x="59787" y="188442"/>
                    <a:pt x="59787" y="188442"/>
                    <a:pt x="59902" y="188557"/>
                  </a:cubicBezTo>
                  <a:cubicBezTo>
                    <a:pt x="64615" y="193271"/>
                    <a:pt x="78182" y="209943"/>
                    <a:pt x="78182" y="223510"/>
                  </a:cubicBezTo>
                  <a:cubicBezTo>
                    <a:pt x="78182" y="231098"/>
                    <a:pt x="84391" y="237306"/>
                    <a:pt x="91979" y="237306"/>
                  </a:cubicBezTo>
                  <a:lnTo>
                    <a:pt x="136704" y="237306"/>
                  </a:lnTo>
                  <a:cubicBezTo>
                    <a:pt x="144292" y="237306"/>
                    <a:pt x="150501" y="231098"/>
                    <a:pt x="150501" y="223510"/>
                  </a:cubicBezTo>
                  <a:cubicBezTo>
                    <a:pt x="150501" y="210058"/>
                    <a:pt x="163723" y="193731"/>
                    <a:pt x="168782" y="188557"/>
                  </a:cubicBezTo>
                  <a:cubicBezTo>
                    <a:pt x="168897" y="188442"/>
                    <a:pt x="168897" y="188442"/>
                    <a:pt x="169012" y="188327"/>
                  </a:cubicBezTo>
                  <a:cubicBezTo>
                    <a:pt x="175335" y="181659"/>
                    <a:pt x="187178" y="169012"/>
                    <a:pt x="194536" y="158319"/>
                  </a:cubicBezTo>
                  <a:cubicBezTo>
                    <a:pt x="210748" y="134290"/>
                    <a:pt x="219600" y="110030"/>
                    <a:pt x="219715" y="88070"/>
                  </a:cubicBezTo>
                  <a:moveTo>
                    <a:pt x="136130" y="185108"/>
                  </a:moveTo>
                  <a:cubicBezTo>
                    <a:pt x="130495" y="193501"/>
                    <a:pt x="126587" y="201779"/>
                    <a:pt x="124517" y="209713"/>
                  </a:cubicBezTo>
                  <a:lnTo>
                    <a:pt x="103592" y="209713"/>
                  </a:lnTo>
                  <a:cubicBezTo>
                    <a:pt x="101522" y="201779"/>
                    <a:pt x="97613" y="193616"/>
                    <a:pt x="91979" y="185108"/>
                  </a:cubicBezTo>
                  <a:cubicBezTo>
                    <a:pt x="89910" y="182004"/>
                    <a:pt x="87840" y="179245"/>
                    <a:pt x="86000" y="176945"/>
                  </a:cubicBezTo>
                  <a:cubicBezTo>
                    <a:pt x="93129" y="167632"/>
                    <a:pt x="102672" y="158434"/>
                    <a:pt x="114054" y="149811"/>
                  </a:cubicBezTo>
                  <a:cubicBezTo>
                    <a:pt x="125436" y="158434"/>
                    <a:pt x="134979" y="167632"/>
                    <a:pt x="142108" y="176830"/>
                  </a:cubicBezTo>
                  <a:cubicBezTo>
                    <a:pt x="140268" y="179245"/>
                    <a:pt x="138199" y="182004"/>
                    <a:pt x="136130" y="185108"/>
                  </a:cubicBezTo>
                  <a:moveTo>
                    <a:pt x="114169" y="125897"/>
                  </a:moveTo>
                  <a:cubicBezTo>
                    <a:pt x="109225" y="121872"/>
                    <a:pt x="105202" y="117618"/>
                    <a:pt x="102327" y="113479"/>
                  </a:cubicBezTo>
                  <a:cubicBezTo>
                    <a:pt x="99108" y="108880"/>
                    <a:pt x="97383" y="104511"/>
                    <a:pt x="97383" y="101062"/>
                  </a:cubicBezTo>
                  <a:cubicBezTo>
                    <a:pt x="97383" y="98763"/>
                    <a:pt x="98188" y="97038"/>
                    <a:pt x="100028" y="95658"/>
                  </a:cubicBezTo>
                  <a:cubicBezTo>
                    <a:pt x="103362" y="93244"/>
                    <a:pt x="108536" y="91749"/>
                    <a:pt x="114284" y="91749"/>
                  </a:cubicBezTo>
                  <a:cubicBezTo>
                    <a:pt x="119918" y="91749"/>
                    <a:pt x="125092" y="93129"/>
                    <a:pt x="128426" y="95658"/>
                  </a:cubicBezTo>
                  <a:cubicBezTo>
                    <a:pt x="130151" y="96923"/>
                    <a:pt x="130956" y="98648"/>
                    <a:pt x="130956" y="101062"/>
                  </a:cubicBezTo>
                  <a:cubicBezTo>
                    <a:pt x="130956" y="104511"/>
                    <a:pt x="129231" y="108995"/>
                    <a:pt x="126127" y="113479"/>
                  </a:cubicBezTo>
                  <a:cubicBezTo>
                    <a:pt x="123137" y="117618"/>
                    <a:pt x="119113" y="121872"/>
                    <a:pt x="114169" y="125897"/>
                  </a:cubicBezTo>
                  <a:moveTo>
                    <a:pt x="171541" y="142683"/>
                  </a:moveTo>
                  <a:cubicBezTo>
                    <a:pt x="167977" y="147742"/>
                    <a:pt x="162228" y="154755"/>
                    <a:pt x="155330" y="162343"/>
                  </a:cubicBezTo>
                  <a:cubicBezTo>
                    <a:pt x="148431" y="153835"/>
                    <a:pt x="139808" y="145442"/>
                    <a:pt x="129921" y="137624"/>
                  </a:cubicBezTo>
                  <a:cubicBezTo>
                    <a:pt x="134635" y="133370"/>
                    <a:pt x="138774" y="128886"/>
                    <a:pt x="141878" y="124402"/>
                  </a:cubicBezTo>
                  <a:cubicBezTo>
                    <a:pt x="147282" y="116584"/>
                    <a:pt x="150156" y="108421"/>
                    <a:pt x="150156" y="100947"/>
                  </a:cubicBezTo>
                  <a:cubicBezTo>
                    <a:pt x="150156" y="92439"/>
                    <a:pt x="146477" y="85081"/>
                    <a:pt x="139808" y="80137"/>
                  </a:cubicBezTo>
                  <a:cubicBezTo>
                    <a:pt x="133140" y="75193"/>
                    <a:pt x="124057" y="72434"/>
                    <a:pt x="114054" y="72434"/>
                  </a:cubicBezTo>
                  <a:lnTo>
                    <a:pt x="114054" y="72434"/>
                  </a:lnTo>
                  <a:cubicBezTo>
                    <a:pt x="104166" y="72434"/>
                    <a:pt x="94969" y="75193"/>
                    <a:pt x="88300" y="80137"/>
                  </a:cubicBezTo>
                  <a:cubicBezTo>
                    <a:pt x="81631" y="85081"/>
                    <a:pt x="77953" y="92554"/>
                    <a:pt x="77953" y="100947"/>
                  </a:cubicBezTo>
                  <a:cubicBezTo>
                    <a:pt x="77953" y="108421"/>
                    <a:pt x="80827" y="116584"/>
                    <a:pt x="86346" y="124402"/>
                  </a:cubicBezTo>
                  <a:cubicBezTo>
                    <a:pt x="89450" y="128886"/>
                    <a:pt x="93474" y="133370"/>
                    <a:pt x="98303" y="137739"/>
                  </a:cubicBezTo>
                  <a:cubicBezTo>
                    <a:pt x="88415" y="145557"/>
                    <a:pt x="79792" y="153950"/>
                    <a:pt x="72894" y="162458"/>
                  </a:cubicBezTo>
                  <a:cubicBezTo>
                    <a:pt x="65880" y="154870"/>
                    <a:pt x="60131" y="147857"/>
                    <a:pt x="56682" y="142798"/>
                  </a:cubicBezTo>
                  <a:cubicBezTo>
                    <a:pt x="43230" y="123252"/>
                    <a:pt x="36102" y="104281"/>
                    <a:pt x="35987" y="88185"/>
                  </a:cubicBezTo>
                  <a:cubicBezTo>
                    <a:pt x="35987" y="73813"/>
                    <a:pt x="41736" y="62201"/>
                    <a:pt x="53003" y="53693"/>
                  </a:cubicBezTo>
                  <a:cubicBezTo>
                    <a:pt x="67949" y="42540"/>
                    <a:pt x="89565" y="36332"/>
                    <a:pt x="113939" y="36217"/>
                  </a:cubicBezTo>
                  <a:lnTo>
                    <a:pt x="114169" y="36217"/>
                  </a:lnTo>
                  <a:cubicBezTo>
                    <a:pt x="138544" y="36332"/>
                    <a:pt x="160274" y="42540"/>
                    <a:pt x="175105" y="53693"/>
                  </a:cubicBezTo>
                  <a:cubicBezTo>
                    <a:pt x="186373" y="62201"/>
                    <a:pt x="192122" y="73813"/>
                    <a:pt x="192122" y="88070"/>
                  </a:cubicBezTo>
                  <a:cubicBezTo>
                    <a:pt x="192122" y="104281"/>
                    <a:pt x="184994" y="123252"/>
                    <a:pt x="171541" y="142683"/>
                  </a:cubicBezTo>
                </a:path>
              </a:pathLst>
            </a:custGeom>
            <a:grpFill/>
            <a:ln w="9525" cap="flat">
              <a:noFill/>
              <a:prstDash val="solid"/>
              <a:miter/>
            </a:ln>
          </p:spPr>
          <p:txBody>
            <a:bodyPr rtlCol="0" anchor="ctr"/>
            <a:lstStyle/>
            <a:p>
              <a:endParaRPr lang="en-GB"/>
            </a:p>
          </p:txBody>
        </p:sp>
      </p:grpSp>
      <p:sp>
        <p:nvSpPr>
          <p:cNvPr id="106" name="Graphic 17">
            <a:extLst>
              <a:ext uri="{FF2B5EF4-FFF2-40B4-BE49-F238E27FC236}">
                <a16:creationId xmlns:a16="http://schemas.microsoft.com/office/drawing/2014/main" id="{9F5696F6-203A-4AAD-88F3-CB98BBA216C4}"/>
              </a:ext>
            </a:extLst>
          </p:cNvPr>
          <p:cNvSpPr/>
          <p:nvPr/>
        </p:nvSpPr>
        <p:spPr>
          <a:xfrm rot="16200000">
            <a:off x="3024419" y="4802653"/>
            <a:ext cx="868264" cy="818112"/>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sp>
        <p:nvSpPr>
          <p:cNvPr id="88" name="Freeform: Shape 278">
            <a:extLst>
              <a:ext uri="{FF2B5EF4-FFF2-40B4-BE49-F238E27FC236}">
                <a16:creationId xmlns:a16="http://schemas.microsoft.com/office/drawing/2014/main" id="{4F78C537-F21B-1D41-AFBC-71F88B25F471}"/>
              </a:ext>
            </a:extLst>
          </p:cNvPr>
          <p:cNvSpPr/>
          <p:nvPr/>
        </p:nvSpPr>
        <p:spPr>
          <a:xfrm>
            <a:off x="3254727" y="4992182"/>
            <a:ext cx="422815" cy="498318"/>
          </a:xfrm>
          <a:custGeom>
            <a:avLst/>
            <a:gdLst>
              <a:gd name="connsiteX0" fmla="*/ 225119 w 321927"/>
              <a:gd name="connsiteY0" fmla="*/ 376158 h 379414"/>
              <a:gd name="connsiteX1" fmla="*/ 120493 w 321927"/>
              <a:gd name="connsiteY1" fmla="*/ 376158 h 379414"/>
              <a:gd name="connsiteX2" fmla="*/ 120033 w 321927"/>
              <a:gd name="connsiteY2" fmla="*/ 376158 h 379414"/>
              <a:gd name="connsiteX3" fmla="*/ 54153 w 321927"/>
              <a:gd name="connsiteY3" fmla="*/ 327524 h 379414"/>
              <a:gd name="connsiteX4" fmla="*/ 23685 w 321927"/>
              <a:gd name="connsiteY4" fmla="*/ 327524 h 379414"/>
              <a:gd name="connsiteX5" fmla="*/ 8623 w 321927"/>
              <a:gd name="connsiteY5" fmla="*/ 312462 h 379414"/>
              <a:gd name="connsiteX6" fmla="*/ 8623 w 321927"/>
              <a:gd name="connsiteY6" fmla="*/ 145060 h 379414"/>
              <a:gd name="connsiteX7" fmla="*/ 23685 w 321927"/>
              <a:gd name="connsiteY7" fmla="*/ 129998 h 379414"/>
              <a:gd name="connsiteX8" fmla="*/ 57947 w 321927"/>
              <a:gd name="connsiteY8" fmla="*/ 129998 h 379414"/>
              <a:gd name="connsiteX9" fmla="*/ 173496 w 321927"/>
              <a:gd name="connsiteY9" fmla="*/ 15139 h 379414"/>
              <a:gd name="connsiteX10" fmla="*/ 188328 w 321927"/>
              <a:gd name="connsiteY10" fmla="*/ 8816 h 379414"/>
              <a:gd name="connsiteX11" fmla="*/ 238801 w 321927"/>
              <a:gd name="connsiteY11" fmla="*/ 42043 h 379414"/>
              <a:gd name="connsiteX12" fmla="*/ 236616 w 321927"/>
              <a:gd name="connsiteY12" fmla="*/ 103669 h 379414"/>
              <a:gd name="connsiteX13" fmla="*/ 221095 w 321927"/>
              <a:gd name="connsiteY13" fmla="*/ 128159 h 379414"/>
              <a:gd name="connsiteX14" fmla="*/ 253978 w 321927"/>
              <a:gd name="connsiteY14" fmla="*/ 128734 h 379414"/>
              <a:gd name="connsiteX15" fmla="*/ 285020 w 321927"/>
              <a:gd name="connsiteY15" fmla="*/ 142186 h 379414"/>
              <a:gd name="connsiteX16" fmla="*/ 296863 w 321927"/>
              <a:gd name="connsiteY16" fmla="*/ 184266 h 379414"/>
              <a:gd name="connsiteX17" fmla="*/ 310775 w 321927"/>
              <a:gd name="connsiteY17" fmla="*/ 244053 h 379414"/>
              <a:gd name="connsiteX18" fmla="*/ 299047 w 321927"/>
              <a:gd name="connsiteY18" fmla="*/ 267622 h 379414"/>
              <a:gd name="connsiteX19" fmla="*/ 278352 w 321927"/>
              <a:gd name="connsiteY19" fmla="*/ 318441 h 379414"/>
              <a:gd name="connsiteX20" fmla="*/ 265820 w 321927"/>
              <a:gd name="connsiteY20" fmla="*/ 360291 h 379414"/>
              <a:gd name="connsiteX21" fmla="*/ 225119 w 321927"/>
              <a:gd name="connsiteY21" fmla="*/ 376158 h 379414"/>
              <a:gd name="connsiteX22" fmla="*/ 120723 w 321927"/>
              <a:gd name="connsiteY22" fmla="*/ 346035 h 379414"/>
              <a:gd name="connsiteX23" fmla="*/ 225119 w 321927"/>
              <a:gd name="connsiteY23" fmla="*/ 346035 h 379414"/>
              <a:gd name="connsiteX24" fmla="*/ 243055 w 321927"/>
              <a:gd name="connsiteY24" fmla="*/ 340286 h 379414"/>
              <a:gd name="connsiteX25" fmla="*/ 247539 w 321927"/>
              <a:gd name="connsiteY25" fmla="*/ 313497 h 379414"/>
              <a:gd name="connsiteX26" fmla="*/ 254323 w 321927"/>
              <a:gd name="connsiteY26" fmla="*/ 299125 h 379414"/>
              <a:gd name="connsiteX27" fmla="*/ 268349 w 321927"/>
              <a:gd name="connsiteY27" fmla="*/ 265553 h 379414"/>
              <a:gd name="connsiteX28" fmla="*/ 272143 w 321927"/>
              <a:gd name="connsiteY28" fmla="*/ 252791 h 379414"/>
              <a:gd name="connsiteX29" fmla="*/ 282031 w 321927"/>
              <a:gd name="connsiteY29" fmla="*/ 234510 h 379414"/>
              <a:gd name="connsiteX30" fmla="*/ 270879 w 321927"/>
              <a:gd name="connsiteY30" fmla="*/ 200708 h 379414"/>
              <a:gd name="connsiteX31" fmla="*/ 266280 w 321927"/>
              <a:gd name="connsiteY31" fmla="*/ 187485 h 379414"/>
              <a:gd name="connsiteX32" fmla="*/ 262026 w 321927"/>
              <a:gd name="connsiteY32" fmla="*/ 161731 h 379414"/>
              <a:gd name="connsiteX33" fmla="*/ 253863 w 321927"/>
              <a:gd name="connsiteY33" fmla="*/ 158742 h 379414"/>
              <a:gd name="connsiteX34" fmla="*/ 185453 w 321927"/>
              <a:gd name="connsiteY34" fmla="*/ 157362 h 379414"/>
              <a:gd name="connsiteX35" fmla="*/ 171541 w 321927"/>
              <a:gd name="connsiteY35" fmla="*/ 147245 h 379414"/>
              <a:gd name="connsiteX36" fmla="*/ 176140 w 321927"/>
              <a:gd name="connsiteY36" fmla="*/ 130688 h 379414"/>
              <a:gd name="connsiteX37" fmla="*/ 208678 w 321927"/>
              <a:gd name="connsiteY37" fmla="*/ 91482 h 379414"/>
              <a:gd name="connsiteX38" fmla="*/ 208793 w 321927"/>
              <a:gd name="connsiteY38" fmla="*/ 91137 h 379414"/>
              <a:gd name="connsiteX39" fmla="*/ 212012 w 321927"/>
              <a:gd name="connsiteY39" fmla="*/ 56185 h 379414"/>
              <a:gd name="connsiteX40" fmla="*/ 191892 w 321927"/>
              <a:gd name="connsiteY40" fmla="*/ 40894 h 379414"/>
              <a:gd name="connsiteX41" fmla="*/ 70824 w 321927"/>
              <a:gd name="connsiteY41" fmla="*/ 157477 h 379414"/>
              <a:gd name="connsiteX42" fmla="*/ 62431 w 321927"/>
              <a:gd name="connsiteY42" fmla="*/ 160007 h 379414"/>
              <a:gd name="connsiteX43" fmla="*/ 38631 w 321927"/>
              <a:gd name="connsiteY43" fmla="*/ 160007 h 379414"/>
              <a:gd name="connsiteX44" fmla="*/ 38631 w 321927"/>
              <a:gd name="connsiteY44" fmla="*/ 297171 h 379414"/>
              <a:gd name="connsiteX45" fmla="*/ 63810 w 321927"/>
              <a:gd name="connsiteY45" fmla="*/ 297171 h 379414"/>
              <a:gd name="connsiteX46" fmla="*/ 77952 w 321927"/>
              <a:gd name="connsiteY46" fmla="*/ 307058 h 379414"/>
              <a:gd name="connsiteX47" fmla="*/ 120723 w 321927"/>
              <a:gd name="connsiteY47" fmla="*/ 346035 h 37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1927" h="379414">
                <a:moveTo>
                  <a:pt x="225119" y="376158"/>
                </a:moveTo>
                <a:lnTo>
                  <a:pt x="120493" y="376158"/>
                </a:lnTo>
                <a:cubicBezTo>
                  <a:pt x="120378" y="376158"/>
                  <a:pt x="120148" y="376158"/>
                  <a:pt x="120033" y="376158"/>
                </a:cubicBezTo>
                <a:cubicBezTo>
                  <a:pt x="83356" y="374893"/>
                  <a:pt x="62546" y="343850"/>
                  <a:pt x="54153" y="327524"/>
                </a:cubicBezTo>
                <a:lnTo>
                  <a:pt x="23685" y="327524"/>
                </a:lnTo>
                <a:cubicBezTo>
                  <a:pt x="15406" y="327524"/>
                  <a:pt x="8623" y="320740"/>
                  <a:pt x="8623" y="312462"/>
                </a:cubicBezTo>
                <a:lnTo>
                  <a:pt x="8623" y="145060"/>
                </a:lnTo>
                <a:cubicBezTo>
                  <a:pt x="8623" y="136782"/>
                  <a:pt x="15406" y="129998"/>
                  <a:pt x="23685" y="129998"/>
                </a:cubicBezTo>
                <a:lnTo>
                  <a:pt x="57947" y="129998"/>
                </a:lnTo>
                <a:cubicBezTo>
                  <a:pt x="126471" y="82974"/>
                  <a:pt x="173036" y="15829"/>
                  <a:pt x="173496" y="15139"/>
                </a:cubicBezTo>
                <a:cubicBezTo>
                  <a:pt x="176830" y="10310"/>
                  <a:pt x="182579" y="7896"/>
                  <a:pt x="188328" y="8816"/>
                </a:cubicBezTo>
                <a:cubicBezTo>
                  <a:pt x="192006" y="9391"/>
                  <a:pt x="224314" y="15254"/>
                  <a:pt x="238801" y="42043"/>
                </a:cubicBezTo>
                <a:cubicBezTo>
                  <a:pt x="247999" y="59174"/>
                  <a:pt x="247309" y="79985"/>
                  <a:pt x="236616" y="103669"/>
                </a:cubicBezTo>
                <a:cubicBezTo>
                  <a:pt x="232937" y="112292"/>
                  <a:pt x="227188" y="120686"/>
                  <a:pt x="221095" y="128159"/>
                </a:cubicBezTo>
                <a:cubicBezTo>
                  <a:pt x="234892" y="128389"/>
                  <a:pt x="248804" y="128734"/>
                  <a:pt x="253978" y="128734"/>
                </a:cubicBezTo>
                <a:cubicBezTo>
                  <a:pt x="270074" y="128734"/>
                  <a:pt x="279732" y="136092"/>
                  <a:pt x="285020" y="142186"/>
                </a:cubicBezTo>
                <a:cubicBezTo>
                  <a:pt x="296173" y="155178"/>
                  <a:pt x="297323" y="173804"/>
                  <a:pt x="296863" y="184266"/>
                </a:cubicBezTo>
                <a:cubicBezTo>
                  <a:pt x="312154" y="201627"/>
                  <a:pt x="317098" y="222668"/>
                  <a:pt x="310775" y="244053"/>
                </a:cubicBezTo>
                <a:cubicBezTo>
                  <a:pt x="307670" y="254285"/>
                  <a:pt x="302727" y="262564"/>
                  <a:pt x="299047" y="267622"/>
                </a:cubicBezTo>
                <a:cubicBezTo>
                  <a:pt x="300657" y="293032"/>
                  <a:pt x="287205" y="310048"/>
                  <a:pt x="278352" y="318441"/>
                </a:cubicBezTo>
                <a:cubicBezTo>
                  <a:pt x="279042" y="336147"/>
                  <a:pt x="274788" y="350289"/>
                  <a:pt x="265820" y="360291"/>
                </a:cubicBezTo>
                <a:cubicBezTo>
                  <a:pt x="259151" y="367535"/>
                  <a:pt x="246849" y="376158"/>
                  <a:pt x="225119" y="376158"/>
                </a:cubicBezTo>
                <a:moveTo>
                  <a:pt x="120723" y="346035"/>
                </a:moveTo>
                <a:lnTo>
                  <a:pt x="225119" y="346035"/>
                </a:lnTo>
                <a:cubicBezTo>
                  <a:pt x="233627" y="346035"/>
                  <a:pt x="239606" y="344080"/>
                  <a:pt x="243055" y="340286"/>
                </a:cubicBezTo>
                <a:cubicBezTo>
                  <a:pt x="247424" y="335457"/>
                  <a:pt x="248919" y="326144"/>
                  <a:pt x="247539" y="313497"/>
                </a:cubicBezTo>
                <a:cubicBezTo>
                  <a:pt x="246849" y="307633"/>
                  <a:pt x="249379" y="302115"/>
                  <a:pt x="254323" y="299125"/>
                </a:cubicBezTo>
                <a:cubicBezTo>
                  <a:pt x="255702" y="298206"/>
                  <a:pt x="271798" y="286593"/>
                  <a:pt x="268349" y="265553"/>
                </a:cubicBezTo>
                <a:cubicBezTo>
                  <a:pt x="267545" y="260954"/>
                  <a:pt x="269039" y="256240"/>
                  <a:pt x="272143" y="252791"/>
                </a:cubicBezTo>
                <a:cubicBezTo>
                  <a:pt x="272143" y="252791"/>
                  <a:pt x="279042" y="245087"/>
                  <a:pt x="282031" y="234510"/>
                </a:cubicBezTo>
                <a:cubicBezTo>
                  <a:pt x="285480" y="222093"/>
                  <a:pt x="281801" y="211055"/>
                  <a:pt x="270879" y="200708"/>
                </a:cubicBezTo>
                <a:cubicBezTo>
                  <a:pt x="267315" y="197258"/>
                  <a:pt x="265590" y="192429"/>
                  <a:pt x="266280" y="187485"/>
                </a:cubicBezTo>
                <a:cubicBezTo>
                  <a:pt x="267085" y="181622"/>
                  <a:pt x="267200" y="167595"/>
                  <a:pt x="262026" y="161731"/>
                </a:cubicBezTo>
                <a:cubicBezTo>
                  <a:pt x="260876" y="160352"/>
                  <a:pt x="258806" y="158742"/>
                  <a:pt x="253863" y="158742"/>
                </a:cubicBezTo>
                <a:cubicBezTo>
                  <a:pt x="241790" y="158742"/>
                  <a:pt x="187752" y="157477"/>
                  <a:pt x="185453" y="157362"/>
                </a:cubicBezTo>
                <a:cubicBezTo>
                  <a:pt x="179129" y="157247"/>
                  <a:pt x="173611" y="153223"/>
                  <a:pt x="171541" y="147245"/>
                </a:cubicBezTo>
                <a:cubicBezTo>
                  <a:pt x="169472" y="141266"/>
                  <a:pt x="171311" y="134712"/>
                  <a:pt x="176140" y="130688"/>
                </a:cubicBezTo>
                <a:cubicBezTo>
                  <a:pt x="183039" y="124940"/>
                  <a:pt x="202239" y="106659"/>
                  <a:pt x="208678" y="91482"/>
                </a:cubicBezTo>
                <a:cubicBezTo>
                  <a:pt x="208793" y="91367"/>
                  <a:pt x="208793" y="91252"/>
                  <a:pt x="208793" y="91137"/>
                </a:cubicBezTo>
                <a:cubicBezTo>
                  <a:pt x="215461" y="76421"/>
                  <a:pt x="216496" y="64693"/>
                  <a:pt x="212012" y="56185"/>
                </a:cubicBezTo>
                <a:cubicBezTo>
                  <a:pt x="207643" y="48137"/>
                  <a:pt x="198560" y="43423"/>
                  <a:pt x="191892" y="40894"/>
                </a:cubicBezTo>
                <a:cubicBezTo>
                  <a:pt x="176025" y="62049"/>
                  <a:pt x="131875" y="116776"/>
                  <a:pt x="70824" y="157477"/>
                </a:cubicBezTo>
                <a:cubicBezTo>
                  <a:pt x="68295" y="159087"/>
                  <a:pt x="65420" y="160007"/>
                  <a:pt x="62431" y="160007"/>
                </a:cubicBezTo>
                <a:lnTo>
                  <a:pt x="38631" y="160007"/>
                </a:lnTo>
                <a:lnTo>
                  <a:pt x="38631" y="297171"/>
                </a:lnTo>
                <a:lnTo>
                  <a:pt x="63810" y="297171"/>
                </a:lnTo>
                <a:cubicBezTo>
                  <a:pt x="70134" y="297171"/>
                  <a:pt x="75768" y="301080"/>
                  <a:pt x="77952" y="307058"/>
                </a:cubicBezTo>
                <a:cubicBezTo>
                  <a:pt x="78067" y="307518"/>
                  <a:pt x="92324" y="344770"/>
                  <a:pt x="120723" y="346035"/>
                </a:cubicBezTo>
              </a:path>
            </a:pathLst>
          </a:custGeom>
          <a:solidFill>
            <a:schemeClr val="bg1"/>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129234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ACC312-E804-794B-B4AE-8B9556AC4C30}"/>
              </a:ext>
            </a:extLst>
          </p:cNvPr>
          <p:cNvSpPr>
            <a:spLocks noGrp="1"/>
          </p:cNvSpPr>
          <p:nvPr>
            <p:ph type="title"/>
          </p:nvPr>
        </p:nvSpPr>
        <p:spPr/>
        <p:txBody>
          <a:bodyPr/>
          <a:lstStyle/>
          <a:p>
            <a:r>
              <a:rPr lang="en-US" dirty="0"/>
              <a:t>Example roadmap slide</a:t>
            </a:r>
          </a:p>
        </p:txBody>
      </p:sp>
      <p:sp>
        <p:nvSpPr>
          <p:cNvPr id="4" name="Text Placeholder 3">
            <a:extLst>
              <a:ext uri="{FF2B5EF4-FFF2-40B4-BE49-F238E27FC236}">
                <a16:creationId xmlns:a16="http://schemas.microsoft.com/office/drawing/2014/main" id="{8927A7B1-4680-594E-97DC-B9BD4308045F}"/>
              </a:ext>
            </a:extLst>
          </p:cNvPr>
          <p:cNvSpPr>
            <a:spLocks noGrp="1"/>
          </p:cNvSpPr>
          <p:nvPr>
            <p:ph type="body" sz="half" idx="2"/>
          </p:nvPr>
        </p:nvSpPr>
        <p:spPr/>
        <p:txBody>
          <a:bodyPr/>
          <a:lstStyle/>
          <a:p>
            <a:r>
              <a:rPr lang="en-US" dirty="0"/>
              <a:t>This is a great starting point and saves time creating your own.</a:t>
            </a:r>
          </a:p>
        </p:txBody>
      </p:sp>
      <p:sp>
        <p:nvSpPr>
          <p:cNvPr id="7" name="Text Placeholder 6">
            <a:extLst>
              <a:ext uri="{FF2B5EF4-FFF2-40B4-BE49-F238E27FC236}">
                <a16:creationId xmlns:a16="http://schemas.microsoft.com/office/drawing/2014/main" id="{E30C9365-45CE-5249-AABC-4BD6F63E7431}"/>
              </a:ext>
            </a:extLst>
          </p:cNvPr>
          <p:cNvSpPr>
            <a:spLocks noGrp="1"/>
          </p:cNvSpPr>
          <p:nvPr>
            <p:ph type="body" sz="quarter" idx="11"/>
          </p:nvPr>
        </p:nvSpPr>
        <p:spPr/>
        <p:txBody>
          <a:bodyPr/>
          <a:lstStyle/>
          <a:p>
            <a:endParaRPr lang="en-US" dirty="0"/>
          </a:p>
        </p:txBody>
      </p:sp>
      <p:grpSp>
        <p:nvGrpSpPr>
          <p:cNvPr id="8" name="Group 7">
            <a:extLst>
              <a:ext uri="{FF2B5EF4-FFF2-40B4-BE49-F238E27FC236}">
                <a16:creationId xmlns:a16="http://schemas.microsoft.com/office/drawing/2014/main" id="{ECE64F0C-37F7-F64F-8295-F200EEECC9B2}"/>
              </a:ext>
            </a:extLst>
          </p:cNvPr>
          <p:cNvGrpSpPr/>
          <p:nvPr/>
        </p:nvGrpSpPr>
        <p:grpSpPr>
          <a:xfrm>
            <a:off x="537228" y="1573715"/>
            <a:ext cx="10632571" cy="4295457"/>
            <a:chOff x="537228" y="1573715"/>
            <a:chExt cx="10632571" cy="4295457"/>
          </a:xfrm>
        </p:grpSpPr>
        <p:sp>
          <p:nvSpPr>
            <p:cNvPr id="27" name="TextBox 26">
              <a:extLst>
                <a:ext uri="{FF2B5EF4-FFF2-40B4-BE49-F238E27FC236}">
                  <a16:creationId xmlns:a16="http://schemas.microsoft.com/office/drawing/2014/main" id="{710F7F1D-7279-4043-8E2D-4BF161B7F82D}"/>
                </a:ext>
              </a:extLst>
            </p:cNvPr>
            <p:cNvSpPr txBox="1"/>
            <p:nvPr/>
          </p:nvSpPr>
          <p:spPr>
            <a:xfrm>
              <a:off x="540260"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Jan</a:t>
              </a:r>
            </a:p>
          </p:txBody>
        </p:sp>
        <p:grpSp>
          <p:nvGrpSpPr>
            <p:cNvPr id="141" name="Group 140">
              <a:extLst>
                <a:ext uri="{FF2B5EF4-FFF2-40B4-BE49-F238E27FC236}">
                  <a16:creationId xmlns:a16="http://schemas.microsoft.com/office/drawing/2014/main" id="{1AB22345-093B-E745-B6F5-8FBA7A52CA62}"/>
                </a:ext>
              </a:extLst>
            </p:cNvPr>
            <p:cNvGrpSpPr/>
            <p:nvPr/>
          </p:nvGrpSpPr>
          <p:grpSpPr>
            <a:xfrm>
              <a:off x="537228" y="1598215"/>
              <a:ext cx="10632571" cy="4270957"/>
              <a:chOff x="505329" y="1598215"/>
              <a:chExt cx="10632571" cy="4270957"/>
            </a:xfrm>
          </p:grpSpPr>
          <p:grpSp>
            <p:nvGrpSpPr>
              <p:cNvPr id="84" name="Group 83">
                <a:extLst>
                  <a:ext uri="{FF2B5EF4-FFF2-40B4-BE49-F238E27FC236}">
                    <a16:creationId xmlns:a16="http://schemas.microsoft.com/office/drawing/2014/main" id="{942A6679-AC03-614C-ABB4-1C1B86F97CFF}"/>
                  </a:ext>
                </a:extLst>
              </p:cNvPr>
              <p:cNvGrpSpPr/>
              <p:nvPr/>
            </p:nvGrpSpPr>
            <p:grpSpPr>
              <a:xfrm>
                <a:off x="505329" y="1598215"/>
                <a:ext cx="0" cy="4270957"/>
                <a:chOff x="4515805" y="1598215"/>
                <a:chExt cx="0" cy="4270957"/>
              </a:xfrm>
            </p:grpSpPr>
            <p:cxnSp>
              <p:nvCxnSpPr>
                <p:cNvPr id="85" name="Straight Connector 84">
                  <a:extLst>
                    <a:ext uri="{FF2B5EF4-FFF2-40B4-BE49-F238E27FC236}">
                      <a16:creationId xmlns:a16="http://schemas.microsoft.com/office/drawing/2014/main" id="{67BAB91F-2D61-4F40-A5C2-D5C50B213234}"/>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12C360D-DDAF-EE4E-ABD1-54CAEB035851}"/>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FD1ACBE2-047B-D44C-92DE-3A630B4D562D}"/>
                  </a:ext>
                </a:extLst>
              </p:cNvPr>
              <p:cNvGrpSpPr/>
              <p:nvPr/>
            </p:nvGrpSpPr>
            <p:grpSpPr>
              <a:xfrm>
                <a:off x="11137900" y="1598215"/>
                <a:ext cx="0" cy="4270957"/>
                <a:chOff x="4515805" y="1598215"/>
                <a:chExt cx="0" cy="4270957"/>
              </a:xfrm>
            </p:grpSpPr>
            <p:cxnSp>
              <p:nvCxnSpPr>
                <p:cNvPr id="88" name="Straight Connector 87">
                  <a:extLst>
                    <a:ext uri="{FF2B5EF4-FFF2-40B4-BE49-F238E27FC236}">
                      <a16:creationId xmlns:a16="http://schemas.microsoft.com/office/drawing/2014/main" id="{226F609A-1EF5-E04D-95D8-E5DB01FE6728}"/>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C693020-E876-CB41-8AB2-E2D7818595A2}"/>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0CECAF63-F17C-9946-896F-3732D4D01379}"/>
                  </a:ext>
                </a:extLst>
              </p:cNvPr>
              <p:cNvGrpSpPr/>
              <p:nvPr/>
            </p:nvGrpSpPr>
            <p:grpSpPr>
              <a:xfrm>
                <a:off x="10251857" y="1598215"/>
                <a:ext cx="0" cy="4270957"/>
                <a:chOff x="4515805" y="1598215"/>
                <a:chExt cx="0" cy="4270957"/>
              </a:xfrm>
            </p:grpSpPr>
            <p:cxnSp>
              <p:nvCxnSpPr>
                <p:cNvPr id="91" name="Straight Connector 90">
                  <a:extLst>
                    <a:ext uri="{FF2B5EF4-FFF2-40B4-BE49-F238E27FC236}">
                      <a16:creationId xmlns:a16="http://schemas.microsoft.com/office/drawing/2014/main" id="{3235B2EE-5D32-184D-AD78-0F3DF39C6A48}"/>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9B9F951-F823-4242-B091-498DAD39851D}"/>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E90ED0C0-7684-BE46-A60A-AF72C015C27F}"/>
                  </a:ext>
                </a:extLst>
              </p:cNvPr>
              <p:cNvGrpSpPr/>
              <p:nvPr/>
            </p:nvGrpSpPr>
            <p:grpSpPr>
              <a:xfrm>
                <a:off x="9365809" y="1598215"/>
                <a:ext cx="0" cy="4270957"/>
                <a:chOff x="4515805" y="1598215"/>
                <a:chExt cx="0" cy="4270957"/>
              </a:xfrm>
            </p:grpSpPr>
            <p:cxnSp>
              <p:nvCxnSpPr>
                <p:cNvPr id="94" name="Straight Connector 93">
                  <a:extLst>
                    <a:ext uri="{FF2B5EF4-FFF2-40B4-BE49-F238E27FC236}">
                      <a16:creationId xmlns:a16="http://schemas.microsoft.com/office/drawing/2014/main" id="{2C976827-1E6F-AF42-A89D-D9DCA2D05AA6}"/>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135382E-0369-4B4B-A7E7-7BC0F90CD0BD}"/>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96" name="Group 95">
                <a:extLst>
                  <a:ext uri="{FF2B5EF4-FFF2-40B4-BE49-F238E27FC236}">
                    <a16:creationId xmlns:a16="http://schemas.microsoft.com/office/drawing/2014/main" id="{D3A819A2-F101-5848-B0C9-C6D992AC7E64}"/>
                  </a:ext>
                </a:extLst>
              </p:cNvPr>
              <p:cNvGrpSpPr/>
              <p:nvPr/>
            </p:nvGrpSpPr>
            <p:grpSpPr>
              <a:xfrm>
                <a:off x="8479761" y="1598215"/>
                <a:ext cx="0" cy="4270957"/>
                <a:chOff x="4515805" y="1598215"/>
                <a:chExt cx="0" cy="4270957"/>
              </a:xfrm>
            </p:grpSpPr>
            <p:cxnSp>
              <p:nvCxnSpPr>
                <p:cNvPr id="97" name="Straight Connector 96">
                  <a:extLst>
                    <a:ext uri="{FF2B5EF4-FFF2-40B4-BE49-F238E27FC236}">
                      <a16:creationId xmlns:a16="http://schemas.microsoft.com/office/drawing/2014/main" id="{78BA6A9E-59A6-7143-888D-47F001B96AB4}"/>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CE9F417-22DB-5D4C-8706-BAE4A103ED84}"/>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99" name="Group 98">
                <a:extLst>
                  <a:ext uri="{FF2B5EF4-FFF2-40B4-BE49-F238E27FC236}">
                    <a16:creationId xmlns:a16="http://schemas.microsoft.com/office/drawing/2014/main" id="{90725D81-3D3A-934A-98CF-2585A3C58561}"/>
                  </a:ext>
                </a:extLst>
              </p:cNvPr>
              <p:cNvGrpSpPr/>
              <p:nvPr/>
            </p:nvGrpSpPr>
            <p:grpSpPr>
              <a:xfrm>
                <a:off x="7593713" y="1598215"/>
                <a:ext cx="0" cy="4270957"/>
                <a:chOff x="4515805" y="1598215"/>
                <a:chExt cx="0" cy="4270957"/>
              </a:xfrm>
            </p:grpSpPr>
            <p:cxnSp>
              <p:nvCxnSpPr>
                <p:cNvPr id="100" name="Straight Connector 99">
                  <a:extLst>
                    <a:ext uri="{FF2B5EF4-FFF2-40B4-BE49-F238E27FC236}">
                      <a16:creationId xmlns:a16="http://schemas.microsoft.com/office/drawing/2014/main" id="{22D1966B-C31A-D24F-B543-EED3723EE7E8}"/>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D16E2895-F2AE-F34D-8630-EE0577DE8257}"/>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2AEF93AD-4DA9-6B4A-962C-A2E4CFE13F04}"/>
                  </a:ext>
                </a:extLst>
              </p:cNvPr>
              <p:cNvGrpSpPr/>
              <p:nvPr/>
            </p:nvGrpSpPr>
            <p:grpSpPr>
              <a:xfrm>
                <a:off x="6707665" y="1598215"/>
                <a:ext cx="0" cy="4270957"/>
                <a:chOff x="4515805" y="1598215"/>
                <a:chExt cx="0" cy="4270957"/>
              </a:xfrm>
            </p:grpSpPr>
            <p:cxnSp>
              <p:nvCxnSpPr>
                <p:cNvPr id="103" name="Straight Connector 102">
                  <a:extLst>
                    <a:ext uri="{FF2B5EF4-FFF2-40B4-BE49-F238E27FC236}">
                      <a16:creationId xmlns:a16="http://schemas.microsoft.com/office/drawing/2014/main" id="{CDA642DD-8379-8741-B034-A08E1BF6B95D}"/>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9D4DF94-131B-2948-A506-BC5B7C6FAD32}"/>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B247B97C-23AA-394B-88A2-A32DB6A9E7E0}"/>
                  </a:ext>
                </a:extLst>
              </p:cNvPr>
              <p:cNvGrpSpPr/>
              <p:nvPr/>
            </p:nvGrpSpPr>
            <p:grpSpPr>
              <a:xfrm>
                <a:off x="5821617" y="1598215"/>
                <a:ext cx="0" cy="4270957"/>
                <a:chOff x="4515805" y="1598215"/>
                <a:chExt cx="0" cy="4270957"/>
              </a:xfrm>
            </p:grpSpPr>
            <p:cxnSp>
              <p:nvCxnSpPr>
                <p:cNvPr id="106" name="Straight Connector 105">
                  <a:extLst>
                    <a:ext uri="{FF2B5EF4-FFF2-40B4-BE49-F238E27FC236}">
                      <a16:creationId xmlns:a16="http://schemas.microsoft.com/office/drawing/2014/main" id="{8E5250C4-936B-DD40-BD97-C544B7D7ABC3}"/>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F9BE28F5-6ADB-0742-B91F-5B163E05002B}"/>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08" name="Group 107">
                <a:extLst>
                  <a:ext uri="{FF2B5EF4-FFF2-40B4-BE49-F238E27FC236}">
                    <a16:creationId xmlns:a16="http://schemas.microsoft.com/office/drawing/2014/main" id="{33AC098C-0914-C243-80FE-760E49C39ACD}"/>
                  </a:ext>
                </a:extLst>
              </p:cNvPr>
              <p:cNvGrpSpPr/>
              <p:nvPr/>
            </p:nvGrpSpPr>
            <p:grpSpPr>
              <a:xfrm>
                <a:off x="4935569" y="1598215"/>
                <a:ext cx="0" cy="4270957"/>
                <a:chOff x="4515805" y="1598215"/>
                <a:chExt cx="0" cy="4270957"/>
              </a:xfrm>
            </p:grpSpPr>
            <p:cxnSp>
              <p:nvCxnSpPr>
                <p:cNvPr id="109" name="Straight Connector 108">
                  <a:extLst>
                    <a:ext uri="{FF2B5EF4-FFF2-40B4-BE49-F238E27FC236}">
                      <a16:creationId xmlns:a16="http://schemas.microsoft.com/office/drawing/2014/main" id="{4352D5F1-EFCA-D940-B380-FFF32A4C022E}"/>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F1D17F1-A388-D44C-9901-9C627E776C1E}"/>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0C0DED96-3884-CD41-8F64-9833D69E22C1}"/>
                  </a:ext>
                </a:extLst>
              </p:cNvPr>
              <p:cNvGrpSpPr/>
              <p:nvPr/>
            </p:nvGrpSpPr>
            <p:grpSpPr>
              <a:xfrm>
                <a:off x="4049521" y="1598215"/>
                <a:ext cx="0" cy="4270957"/>
                <a:chOff x="4515805" y="1598215"/>
                <a:chExt cx="0" cy="4270957"/>
              </a:xfrm>
            </p:grpSpPr>
            <p:cxnSp>
              <p:nvCxnSpPr>
                <p:cNvPr id="112" name="Straight Connector 111">
                  <a:extLst>
                    <a:ext uri="{FF2B5EF4-FFF2-40B4-BE49-F238E27FC236}">
                      <a16:creationId xmlns:a16="http://schemas.microsoft.com/office/drawing/2014/main" id="{BDB0393B-74BF-BA44-AA56-A5BC7D993EFF}"/>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759873F9-17CB-964E-BEF9-D4763C90C063}"/>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E4E36EF9-D38D-9B4B-9885-8C76FF447D2B}"/>
                  </a:ext>
                </a:extLst>
              </p:cNvPr>
              <p:cNvGrpSpPr/>
              <p:nvPr/>
            </p:nvGrpSpPr>
            <p:grpSpPr>
              <a:xfrm>
                <a:off x="3163473" y="1598215"/>
                <a:ext cx="0" cy="4270957"/>
                <a:chOff x="4515805" y="1598215"/>
                <a:chExt cx="0" cy="4270957"/>
              </a:xfrm>
            </p:grpSpPr>
            <p:cxnSp>
              <p:nvCxnSpPr>
                <p:cNvPr id="115" name="Straight Connector 114">
                  <a:extLst>
                    <a:ext uri="{FF2B5EF4-FFF2-40B4-BE49-F238E27FC236}">
                      <a16:creationId xmlns:a16="http://schemas.microsoft.com/office/drawing/2014/main" id="{2B3DD3E2-CDCA-A244-9D52-C6C9B57D7B08}"/>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28B336F-7C89-1843-9B7B-7E8F0AAE90BC}"/>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BCADED07-F723-D44A-8CEF-F41158B28330}"/>
                  </a:ext>
                </a:extLst>
              </p:cNvPr>
              <p:cNvGrpSpPr/>
              <p:nvPr/>
            </p:nvGrpSpPr>
            <p:grpSpPr>
              <a:xfrm>
                <a:off x="2277425" y="1598215"/>
                <a:ext cx="0" cy="4270957"/>
                <a:chOff x="4515805" y="1598215"/>
                <a:chExt cx="0" cy="4270957"/>
              </a:xfrm>
            </p:grpSpPr>
            <p:cxnSp>
              <p:nvCxnSpPr>
                <p:cNvPr id="118" name="Straight Connector 117">
                  <a:extLst>
                    <a:ext uri="{FF2B5EF4-FFF2-40B4-BE49-F238E27FC236}">
                      <a16:creationId xmlns:a16="http://schemas.microsoft.com/office/drawing/2014/main" id="{C16B29B0-6718-F14F-A5AA-B9AAE6B803D3}"/>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1E63CAD-4C79-C845-AF75-7D600C380E16}"/>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5A9B4FA9-0C65-5147-B8F4-042A2196C861}"/>
                  </a:ext>
                </a:extLst>
              </p:cNvPr>
              <p:cNvGrpSpPr/>
              <p:nvPr/>
            </p:nvGrpSpPr>
            <p:grpSpPr>
              <a:xfrm>
                <a:off x="1391377" y="1598215"/>
                <a:ext cx="0" cy="4270957"/>
                <a:chOff x="4515805" y="1598215"/>
                <a:chExt cx="0" cy="4270957"/>
              </a:xfrm>
            </p:grpSpPr>
            <p:cxnSp>
              <p:nvCxnSpPr>
                <p:cNvPr id="121" name="Straight Connector 120">
                  <a:extLst>
                    <a:ext uri="{FF2B5EF4-FFF2-40B4-BE49-F238E27FC236}">
                      <a16:creationId xmlns:a16="http://schemas.microsoft.com/office/drawing/2014/main" id="{B200CF12-9B1C-8046-863F-7A5668A6D915}"/>
                    </a:ext>
                  </a:extLst>
                </p:cNvPr>
                <p:cNvCxnSpPr>
                  <a:cxnSpLocks/>
                </p:cNvCxnSpPr>
                <p:nvPr/>
              </p:nvCxnSpPr>
              <p:spPr>
                <a:xfrm>
                  <a:off x="4515805" y="1598215"/>
                  <a:ext cx="0" cy="25627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A21FF66-C0A9-DD4C-875E-00E9F5862F36}"/>
                    </a:ext>
                  </a:extLst>
                </p:cNvPr>
                <p:cNvCxnSpPr>
                  <a:cxnSpLocks/>
                </p:cNvCxnSpPr>
                <p:nvPr/>
              </p:nvCxnSpPr>
              <p:spPr>
                <a:xfrm>
                  <a:off x="4515805" y="1854493"/>
                  <a:ext cx="0" cy="4014679"/>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grpSp>
        </p:grpSp>
        <p:sp>
          <p:nvSpPr>
            <p:cNvPr id="123" name="TextBox 122">
              <a:extLst>
                <a:ext uri="{FF2B5EF4-FFF2-40B4-BE49-F238E27FC236}">
                  <a16:creationId xmlns:a16="http://schemas.microsoft.com/office/drawing/2014/main" id="{E66300EF-C10E-9349-8AA8-DF69519D75B6}"/>
                </a:ext>
              </a:extLst>
            </p:cNvPr>
            <p:cNvSpPr txBox="1"/>
            <p:nvPr/>
          </p:nvSpPr>
          <p:spPr>
            <a:xfrm>
              <a:off x="1426308"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Feb</a:t>
              </a:r>
            </a:p>
          </p:txBody>
        </p:sp>
        <p:sp>
          <p:nvSpPr>
            <p:cNvPr id="124" name="TextBox 123">
              <a:extLst>
                <a:ext uri="{FF2B5EF4-FFF2-40B4-BE49-F238E27FC236}">
                  <a16:creationId xmlns:a16="http://schemas.microsoft.com/office/drawing/2014/main" id="{06D2EAF0-94FE-0B42-8B1D-EA595E182626}"/>
                </a:ext>
              </a:extLst>
            </p:cNvPr>
            <p:cNvSpPr txBox="1"/>
            <p:nvPr/>
          </p:nvSpPr>
          <p:spPr>
            <a:xfrm>
              <a:off x="2312356"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Mar</a:t>
              </a:r>
            </a:p>
          </p:txBody>
        </p:sp>
        <p:sp>
          <p:nvSpPr>
            <p:cNvPr id="125" name="TextBox 124">
              <a:extLst>
                <a:ext uri="{FF2B5EF4-FFF2-40B4-BE49-F238E27FC236}">
                  <a16:creationId xmlns:a16="http://schemas.microsoft.com/office/drawing/2014/main" id="{450719C0-A799-5B40-83AD-2FCE2EA1BBCA}"/>
                </a:ext>
              </a:extLst>
            </p:cNvPr>
            <p:cNvSpPr txBox="1"/>
            <p:nvPr/>
          </p:nvSpPr>
          <p:spPr>
            <a:xfrm>
              <a:off x="3198404"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Apr</a:t>
              </a:r>
            </a:p>
          </p:txBody>
        </p:sp>
        <p:sp>
          <p:nvSpPr>
            <p:cNvPr id="126" name="TextBox 125">
              <a:extLst>
                <a:ext uri="{FF2B5EF4-FFF2-40B4-BE49-F238E27FC236}">
                  <a16:creationId xmlns:a16="http://schemas.microsoft.com/office/drawing/2014/main" id="{26261E2F-164C-E245-A0D4-B5A05109116B}"/>
                </a:ext>
              </a:extLst>
            </p:cNvPr>
            <p:cNvSpPr txBox="1"/>
            <p:nvPr/>
          </p:nvSpPr>
          <p:spPr>
            <a:xfrm>
              <a:off x="4084452"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May</a:t>
              </a:r>
            </a:p>
          </p:txBody>
        </p:sp>
        <p:sp>
          <p:nvSpPr>
            <p:cNvPr id="127" name="TextBox 126">
              <a:extLst>
                <a:ext uri="{FF2B5EF4-FFF2-40B4-BE49-F238E27FC236}">
                  <a16:creationId xmlns:a16="http://schemas.microsoft.com/office/drawing/2014/main" id="{5D11C336-D199-3741-9513-1965613C678F}"/>
                </a:ext>
              </a:extLst>
            </p:cNvPr>
            <p:cNvSpPr txBox="1"/>
            <p:nvPr/>
          </p:nvSpPr>
          <p:spPr>
            <a:xfrm>
              <a:off x="4970500"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Jun</a:t>
              </a:r>
            </a:p>
          </p:txBody>
        </p:sp>
        <p:sp>
          <p:nvSpPr>
            <p:cNvPr id="128" name="TextBox 127">
              <a:extLst>
                <a:ext uri="{FF2B5EF4-FFF2-40B4-BE49-F238E27FC236}">
                  <a16:creationId xmlns:a16="http://schemas.microsoft.com/office/drawing/2014/main" id="{080CA2B4-0A7A-A349-BED3-97FCF9628407}"/>
                </a:ext>
              </a:extLst>
            </p:cNvPr>
            <p:cNvSpPr txBox="1"/>
            <p:nvPr/>
          </p:nvSpPr>
          <p:spPr>
            <a:xfrm>
              <a:off x="5856548"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Jul</a:t>
              </a:r>
            </a:p>
          </p:txBody>
        </p:sp>
        <p:sp>
          <p:nvSpPr>
            <p:cNvPr id="129" name="TextBox 128">
              <a:extLst>
                <a:ext uri="{FF2B5EF4-FFF2-40B4-BE49-F238E27FC236}">
                  <a16:creationId xmlns:a16="http://schemas.microsoft.com/office/drawing/2014/main" id="{41E8C7E9-8CE1-1A45-9B27-E795B27D456F}"/>
                </a:ext>
              </a:extLst>
            </p:cNvPr>
            <p:cNvSpPr txBox="1"/>
            <p:nvPr/>
          </p:nvSpPr>
          <p:spPr>
            <a:xfrm>
              <a:off x="6742596"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Aug</a:t>
              </a:r>
            </a:p>
          </p:txBody>
        </p:sp>
        <p:sp>
          <p:nvSpPr>
            <p:cNvPr id="130" name="TextBox 129">
              <a:extLst>
                <a:ext uri="{FF2B5EF4-FFF2-40B4-BE49-F238E27FC236}">
                  <a16:creationId xmlns:a16="http://schemas.microsoft.com/office/drawing/2014/main" id="{3D64BDAA-3A8D-A64D-B47A-8D691D33FEE6}"/>
                </a:ext>
              </a:extLst>
            </p:cNvPr>
            <p:cNvSpPr txBox="1"/>
            <p:nvPr/>
          </p:nvSpPr>
          <p:spPr>
            <a:xfrm>
              <a:off x="7628644"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Sept</a:t>
              </a:r>
            </a:p>
          </p:txBody>
        </p:sp>
        <p:sp>
          <p:nvSpPr>
            <p:cNvPr id="131" name="TextBox 130">
              <a:extLst>
                <a:ext uri="{FF2B5EF4-FFF2-40B4-BE49-F238E27FC236}">
                  <a16:creationId xmlns:a16="http://schemas.microsoft.com/office/drawing/2014/main" id="{8F49AF10-A9AC-524D-A51D-A728011BADB1}"/>
                </a:ext>
              </a:extLst>
            </p:cNvPr>
            <p:cNvSpPr txBox="1"/>
            <p:nvPr/>
          </p:nvSpPr>
          <p:spPr>
            <a:xfrm>
              <a:off x="8514692"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Oct</a:t>
              </a:r>
            </a:p>
          </p:txBody>
        </p:sp>
        <p:sp>
          <p:nvSpPr>
            <p:cNvPr id="132" name="TextBox 131">
              <a:extLst>
                <a:ext uri="{FF2B5EF4-FFF2-40B4-BE49-F238E27FC236}">
                  <a16:creationId xmlns:a16="http://schemas.microsoft.com/office/drawing/2014/main" id="{F56E54F2-0ED7-0544-8C6C-45E3B8A7AF5C}"/>
                </a:ext>
              </a:extLst>
            </p:cNvPr>
            <p:cNvSpPr txBox="1"/>
            <p:nvPr/>
          </p:nvSpPr>
          <p:spPr>
            <a:xfrm>
              <a:off x="9400740"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Nov</a:t>
              </a:r>
            </a:p>
          </p:txBody>
        </p:sp>
        <p:sp>
          <p:nvSpPr>
            <p:cNvPr id="133" name="TextBox 132">
              <a:extLst>
                <a:ext uri="{FF2B5EF4-FFF2-40B4-BE49-F238E27FC236}">
                  <a16:creationId xmlns:a16="http://schemas.microsoft.com/office/drawing/2014/main" id="{39790DC0-7CEF-D94F-8BB8-014375F338EA}"/>
                </a:ext>
              </a:extLst>
            </p:cNvPr>
            <p:cNvSpPr txBox="1"/>
            <p:nvPr/>
          </p:nvSpPr>
          <p:spPr>
            <a:xfrm>
              <a:off x="10286788" y="1573715"/>
              <a:ext cx="883011" cy="277000"/>
            </a:xfrm>
            <a:prstGeom prst="rect">
              <a:avLst/>
            </a:prstGeom>
            <a:noFill/>
          </p:spPr>
          <p:txBody>
            <a:bodyPr wrap="square" lIns="72000" rIns="72000" rtlCol="0">
              <a:spAutoFit/>
            </a:bodyPr>
            <a:lstStyle/>
            <a:p>
              <a:pPr algn="ctr"/>
              <a:r>
                <a:rPr lang="en-US" sz="1200" b="1" dirty="0">
                  <a:solidFill>
                    <a:srgbClr val="FF0A0A"/>
                  </a:solidFill>
                  <a:latin typeface="Arial Bold"/>
                  <a:cs typeface="VM Circular Shout" panose="020B0804020101010102" pitchFamily="34" charset="77"/>
                </a:rPr>
                <a:t>Dec</a:t>
              </a:r>
            </a:p>
          </p:txBody>
        </p:sp>
      </p:grpSp>
      <p:sp>
        <p:nvSpPr>
          <p:cNvPr id="136" name="TextBox 135">
            <a:extLst>
              <a:ext uri="{FF2B5EF4-FFF2-40B4-BE49-F238E27FC236}">
                <a16:creationId xmlns:a16="http://schemas.microsoft.com/office/drawing/2014/main" id="{4A0285E5-EB97-8243-90FC-DB3588C8F3CE}"/>
              </a:ext>
            </a:extLst>
          </p:cNvPr>
          <p:cNvSpPr txBox="1"/>
          <p:nvPr/>
        </p:nvSpPr>
        <p:spPr>
          <a:xfrm>
            <a:off x="888157" y="2381089"/>
            <a:ext cx="2658144" cy="299295"/>
          </a:xfrm>
          <a:prstGeom prst="rect">
            <a:avLst/>
          </a:prstGeom>
          <a:solidFill>
            <a:schemeClr val="accent1"/>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Handy roadmap to call out key activity</a:t>
            </a:r>
          </a:p>
        </p:txBody>
      </p:sp>
      <p:sp>
        <p:nvSpPr>
          <p:cNvPr id="140" name="TextBox 139">
            <a:extLst>
              <a:ext uri="{FF2B5EF4-FFF2-40B4-BE49-F238E27FC236}">
                <a16:creationId xmlns:a16="http://schemas.microsoft.com/office/drawing/2014/main" id="{53B5257C-0DFD-3548-899B-E45FED9E3629}"/>
              </a:ext>
            </a:extLst>
          </p:cNvPr>
          <p:cNvSpPr txBox="1"/>
          <p:nvPr/>
        </p:nvSpPr>
        <p:spPr>
          <a:xfrm>
            <a:off x="6379535" y="4527281"/>
            <a:ext cx="2083053" cy="299295"/>
          </a:xfrm>
          <a:prstGeom prst="rect">
            <a:avLst/>
          </a:prstGeom>
          <a:solidFill>
            <a:schemeClr val="accent1"/>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Simple description of activity</a:t>
            </a:r>
          </a:p>
        </p:txBody>
      </p:sp>
      <p:sp>
        <p:nvSpPr>
          <p:cNvPr id="145" name="TextBox 144">
            <a:extLst>
              <a:ext uri="{FF2B5EF4-FFF2-40B4-BE49-F238E27FC236}">
                <a16:creationId xmlns:a16="http://schemas.microsoft.com/office/drawing/2014/main" id="{0C2F601C-904D-2249-957F-BDB002BF96E3}"/>
              </a:ext>
            </a:extLst>
          </p:cNvPr>
          <p:cNvSpPr txBox="1"/>
          <p:nvPr/>
        </p:nvSpPr>
        <p:spPr>
          <a:xfrm>
            <a:off x="7188627" y="3530586"/>
            <a:ext cx="3981172" cy="299295"/>
          </a:xfrm>
          <a:prstGeom prst="rect">
            <a:avLst/>
          </a:prstGeom>
          <a:solidFill>
            <a:schemeClr val="accent3"/>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Use this example as a starting point for your own timeline</a:t>
            </a:r>
          </a:p>
        </p:txBody>
      </p:sp>
      <p:sp>
        <p:nvSpPr>
          <p:cNvPr id="146" name="TextBox 145">
            <a:extLst>
              <a:ext uri="{FF2B5EF4-FFF2-40B4-BE49-F238E27FC236}">
                <a16:creationId xmlns:a16="http://schemas.microsoft.com/office/drawing/2014/main" id="{255EF053-F82B-9047-97C1-51966AEE682D}"/>
              </a:ext>
            </a:extLst>
          </p:cNvPr>
          <p:cNvSpPr txBox="1"/>
          <p:nvPr/>
        </p:nvSpPr>
        <p:spPr>
          <a:xfrm>
            <a:off x="6956261" y="2774285"/>
            <a:ext cx="3274836" cy="299295"/>
          </a:xfrm>
          <a:prstGeom prst="rect">
            <a:avLst/>
          </a:prstGeom>
          <a:solidFill>
            <a:schemeClr val="tx2"/>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See ‘PPT toolkit’ to bring in icons to suit</a:t>
            </a:r>
          </a:p>
        </p:txBody>
      </p:sp>
      <p:sp>
        <p:nvSpPr>
          <p:cNvPr id="147" name="TextBox 146">
            <a:extLst>
              <a:ext uri="{FF2B5EF4-FFF2-40B4-BE49-F238E27FC236}">
                <a16:creationId xmlns:a16="http://schemas.microsoft.com/office/drawing/2014/main" id="{C258FB06-E388-094F-A820-415FA1813498}"/>
              </a:ext>
            </a:extLst>
          </p:cNvPr>
          <p:cNvSpPr txBox="1"/>
          <p:nvPr/>
        </p:nvSpPr>
        <p:spPr>
          <a:xfrm>
            <a:off x="5187752" y="4172080"/>
            <a:ext cx="3274836" cy="299295"/>
          </a:xfrm>
          <a:prstGeom prst="rect">
            <a:avLst/>
          </a:prstGeom>
          <a:solidFill>
            <a:schemeClr val="accent2"/>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Keep your wording short and sweet</a:t>
            </a:r>
          </a:p>
        </p:txBody>
      </p:sp>
      <p:sp>
        <p:nvSpPr>
          <p:cNvPr id="152" name="TextBox 151">
            <a:extLst>
              <a:ext uri="{FF2B5EF4-FFF2-40B4-BE49-F238E27FC236}">
                <a16:creationId xmlns:a16="http://schemas.microsoft.com/office/drawing/2014/main" id="{8A5699B2-C64E-CA4F-8CA6-B3A7F4ED28DB}"/>
              </a:ext>
            </a:extLst>
          </p:cNvPr>
          <p:cNvSpPr txBox="1"/>
          <p:nvPr/>
        </p:nvSpPr>
        <p:spPr>
          <a:xfrm>
            <a:off x="9054847" y="2421418"/>
            <a:ext cx="2083053" cy="299295"/>
          </a:xfrm>
          <a:prstGeom prst="rect">
            <a:avLst/>
          </a:prstGeom>
          <a:solidFill>
            <a:schemeClr val="accent1"/>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Simple description of activity</a:t>
            </a:r>
          </a:p>
        </p:txBody>
      </p:sp>
      <p:grpSp>
        <p:nvGrpSpPr>
          <p:cNvPr id="66" name="Group 65">
            <a:extLst>
              <a:ext uri="{FF2B5EF4-FFF2-40B4-BE49-F238E27FC236}">
                <a16:creationId xmlns:a16="http://schemas.microsoft.com/office/drawing/2014/main" id="{46E8D57C-0C9C-1543-9D20-ED3BDD491F46}"/>
              </a:ext>
            </a:extLst>
          </p:cNvPr>
          <p:cNvGrpSpPr/>
          <p:nvPr/>
        </p:nvGrpSpPr>
        <p:grpSpPr>
          <a:xfrm>
            <a:off x="8049752" y="2192914"/>
            <a:ext cx="412836" cy="412836"/>
            <a:chOff x="1378589" y="4052922"/>
            <a:chExt cx="321927" cy="321927"/>
          </a:xfrm>
        </p:grpSpPr>
        <p:sp>
          <p:nvSpPr>
            <p:cNvPr id="67" name="Freeform: Shape 1108">
              <a:extLst>
                <a:ext uri="{FF2B5EF4-FFF2-40B4-BE49-F238E27FC236}">
                  <a16:creationId xmlns:a16="http://schemas.microsoft.com/office/drawing/2014/main" id="{EF60F685-B6E5-1C4F-8E56-7DC9E47EE12D}"/>
                </a:ext>
              </a:extLst>
            </p:cNvPr>
            <p:cNvSpPr/>
            <p:nvPr/>
          </p:nvSpPr>
          <p:spPr>
            <a:xfrm>
              <a:off x="1378589" y="4052922"/>
              <a:ext cx="321927" cy="321927"/>
            </a:xfrm>
            <a:custGeom>
              <a:avLst/>
              <a:gdLst>
                <a:gd name="connsiteX0" fmla="*/ 165793 w 321927"/>
                <a:gd name="connsiteY0" fmla="*/ 322962 h 321927"/>
                <a:gd name="connsiteX1" fmla="*/ 8623 w 321927"/>
                <a:gd name="connsiteY1" fmla="*/ 165793 h 321927"/>
                <a:gd name="connsiteX2" fmla="*/ 165793 w 321927"/>
                <a:gd name="connsiteY2" fmla="*/ 8623 h 321927"/>
                <a:gd name="connsiteX3" fmla="*/ 322962 w 321927"/>
                <a:gd name="connsiteY3" fmla="*/ 165793 h 321927"/>
                <a:gd name="connsiteX4" fmla="*/ 165793 w 321927"/>
                <a:gd name="connsiteY4" fmla="*/ 322962 h 321927"/>
                <a:gd name="connsiteX5" fmla="*/ 165793 w 321927"/>
                <a:gd name="connsiteY5" fmla="*/ 34377 h 321927"/>
                <a:gd name="connsiteX6" fmla="*/ 34377 w 321927"/>
                <a:gd name="connsiteY6" fmla="*/ 165793 h 321927"/>
                <a:gd name="connsiteX7" fmla="*/ 165793 w 321927"/>
                <a:gd name="connsiteY7" fmla="*/ 297208 h 321927"/>
                <a:gd name="connsiteX8" fmla="*/ 297208 w 321927"/>
                <a:gd name="connsiteY8" fmla="*/ 165793 h 321927"/>
                <a:gd name="connsiteX9" fmla="*/ 165793 w 321927"/>
                <a:gd name="connsiteY9" fmla="*/ 34377 h 32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1927" h="321927">
                  <a:moveTo>
                    <a:pt x="165793" y="322962"/>
                  </a:moveTo>
                  <a:cubicBezTo>
                    <a:pt x="79102" y="322962"/>
                    <a:pt x="8623" y="252483"/>
                    <a:pt x="8623" y="165793"/>
                  </a:cubicBezTo>
                  <a:cubicBezTo>
                    <a:pt x="8623" y="79102"/>
                    <a:pt x="79102" y="8623"/>
                    <a:pt x="165793" y="8623"/>
                  </a:cubicBezTo>
                  <a:cubicBezTo>
                    <a:pt x="252483" y="8623"/>
                    <a:pt x="322962" y="79102"/>
                    <a:pt x="322962" y="165793"/>
                  </a:cubicBezTo>
                  <a:cubicBezTo>
                    <a:pt x="322847" y="252483"/>
                    <a:pt x="252368" y="322962"/>
                    <a:pt x="165793" y="322962"/>
                  </a:cubicBezTo>
                  <a:moveTo>
                    <a:pt x="165793" y="34377"/>
                  </a:moveTo>
                  <a:cubicBezTo>
                    <a:pt x="93359" y="34377"/>
                    <a:pt x="34377" y="93359"/>
                    <a:pt x="34377" y="165793"/>
                  </a:cubicBezTo>
                  <a:cubicBezTo>
                    <a:pt x="34377" y="238226"/>
                    <a:pt x="93359" y="297208"/>
                    <a:pt x="165793" y="297208"/>
                  </a:cubicBezTo>
                  <a:cubicBezTo>
                    <a:pt x="238226" y="297208"/>
                    <a:pt x="297208" y="238226"/>
                    <a:pt x="297208" y="165793"/>
                  </a:cubicBezTo>
                  <a:cubicBezTo>
                    <a:pt x="297208" y="93359"/>
                    <a:pt x="238226" y="34377"/>
                    <a:pt x="165793" y="34377"/>
                  </a:cubicBezTo>
                </a:path>
              </a:pathLst>
            </a:custGeom>
            <a:solidFill>
              <a:srgbClr val="FF0A0A"/>
            </a:solidFill>
            <a:ln w="9525" cap="flat">
              <a:noFill/>
              <a:prstDash val="solid"/>
              <a:miter/>
            </a:ln>
          </p:spPr>
          <p:txBody>
            <a:bodyPr rtlCol="0" anchor="ctr"/>
            <a:lstStyle/>
            <a:p>
              <a:endParaRPr lang="en-GB" dirty="0"/>
            </a:p>
          </p:txBody>
        </p:sp>
        <p:sp>
          <p:nvSpPr>
            <p:cNvPr id="68" name="Freeform: Shape 1109">
              <a:extLst>
                <a:ext uri="{FF2B5EF4-FFF2-40B4-BE49-F238E27FC236}">
                  <a16:creationId xmlns:a16="http://schemas.microsoft.com/office/drawing/2014/main" id="{131396C9-45A9-C940-BDD3-F9F6B85A5239}"/>
                </a:ext>
              </a:extLst>
            </p:cNvPr>
            <p:cNvSpPr/>
            <p:nvPr/>
          </p:nvSpPr>
          <p:spPr>
            <a:xfrm>
              <a:off x="1426878" y="4169391"/>
              <a:ext cx="68984" cy="91979"/>
            </a:xfrm>
            <a:custGeom>
              <a:avLst/>
              <a:gdLst>
                <a:gd name="connsiteX0" fmla="*/ 67720 w 68984"/>
                <a:gd name="connsiteY0" fmla="*/ 8623 h 91979"/>
                <a:gd name="connsiteX1" fmla="*/ 57027 w 68984"/>
                <a:gd name="connsiteY1" fmla="*/ 8623 h 91979"/>
                <a:gd name="connsiteX2" fmla="*/ 54958 w 68984"/>
                <a:gd name="connsiteY2" fmla="*/ 11152 h 91979"/>
                <a:gd name="connsiteX3" fmla="*/ 54958 w 68984"/>
                <a:gd name="connsiteY3" fmla="*/ 61971 h 91979"/>
                <a:gd name="connsiteX4" fmla="*/ 40241 w 68984"/>
                <a:gd name="connsiteY4" fmla="*/ 77952 h 91979"/>
                <a:gd name="connsiteX5" fmla="*/ 25409 w 68984"/>
                <a:gd name="connsiteY5" fmla="*/ 61971 h 91979"/>
                <a:gd name="connsiteX6" fmla="*/ 25409 w 68984"/>
                <a:gd name="connsiteY6" fmla="*/ 11152 h 91979"/>
                <a:gd name="connsiteX7" fmla="*/ 22535 w 68984"/>
                <a:gd name="connsiteY7" fmla="*/ 8623 h 91979"/>
                <a:gd name="connsiteX8" fmla="*/ 11842 w 68984"/>
                <a:gd name="connsiteY8" fmla="*/ 8623 h 91979"/>
                <a:gd name="connsiteX9" fmla="*/ 8623 w 68984"/>
                <a:gd name="connsiteY9" fmla="*/ 11152 h 91979"/>
                <a:gd name="connsiteX10" fmla="*/ 8623 w 68984"/>
                <a:gd name="connsiteY10" fmla="*/ 62316 h 91979"/>
                <a:gd name="connsiteX11" fmla="*/ 39436 w 68984"/>
                <a:gd name="connsiteY11" fmla="*/ 93014 h 91979"/>
                <a:gd name="connsiteX12" fmla="*/ 70249 w 68984"/>
                <a:gd name="connsiteY12" fmla="*/ 62316 h 91979"/>
                <a:gd name="connsiteX13" fmla="*/ 70249 w 68984"/>
                <a:gd name="connsiteY13" fmla="*/ 11152 h 91979"/>
                <a:gd name="connsiteX14" fmla="*/ 67720 w 68984"/>
                <a:gd name="connsiteY14" fmla="*/ 8623 h 9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984" h="91979">
                  <a:moveTo>
                    <a:pt x="67720" y="8623"/>
                  </a:moveTo>
                  <a:lnTo>
                    <a:pt x="57027" y="8623"/>
                  </a:lnTo>
                  <a:cubicBezTo>
                    <a:pt x="55647" y="8623"/>
                    <a:pt x="54958" y="9773"/>
                    <a:pt x="54958" y="11152"/>
                  </a:cubicBezTo>
                  <a:lnTo>
                    <a:pt x="54958" y="61971"/>
                  </a:lnTo>
                  <a:cubicBezTo>
                    <a:pt x="54958" y="69214"/>
                    <a:pt x="52313" y="77952"/>
                    <a:pt x="40241" y="77952"/>
                  </a:cubicBezTo>
                  <a:cubicBezTo>
                    <a:pt x="30698" y="77952"/>
                    <a:pt x="25409" y="72319"/>
                    <a:pt x="25409" y="61971"/>
                  </a:cubicBezTo>
                  <a:lnTo>
                    <a:pt x="25409" y="11152"/>
                  </a:lnTo>
                  <a:cubicBezTo>
                    <a:pt x="25409" y="9773"/>
                    <a:pt x="23915" y="8623"/>
                    <a:pt x="22535" y="8623"/>
                  </a:cubicBezTo>
                  <a:lnTo>
                    <a:pt x="11842" y="8623"/>
                  </a:lnTo>
                  <a:cubicBezTo>
                    <a:pt x="10463" y="8623"/>
                    <a:pt x="8623" y="9773"/>
                    <a:pt x="8623" y="11152"/>
                  </a:cubicBezTo>
                  <a:lnTo>
                    <a:pt x="8623" y="62316"/>
                  </a:lnTo>
                  <a:cubicBezTo>
                    <a:pt x="8623" y="80942"/>
                    <a:pt x="20925" y="93014"/>
                    <a:pt x="39436" y="93014"/>
                  </a:cubicBezTo>
                  <a:cubicBezTo>
                    <a:pt x="57947" y="93014"/>
                    <a:pt x="70249" y="80942"/>
                    <a:pt x="70249" y="62316"/>
                  </a:cubicBezTo>
                  <a:lnTo>
                    <a:pt x="70249" y="11152"/>
                  </a:lnTo>
                  <a:cubicBezTo>
                    <a:pt x="70249" y="9773"/>
                    <a:pt x="69099" y="8623"/>
                    <a:pt x="67720" y="8623"/>
                  </a:cubicBezTo>
                </a:path>
              </a:pathLst>
            </a:custGeom>
            <a:solidFill>
              <a:srgbClr val="FF0A0A"/>
            </a:solidFill>
            <a:ln w="9525" cap="flat">
              <a:noFill/>
              <a:prstDash val="solid"/>
              <a:miter/>
            </a:ln>
          </p:spPr>
          <p:txBody>
            <a:bodyPr rtlCol="0" anchor="ctr"/>
            <a:lstStyle/>
            <a:p>
              <a:endParaRPr lang="en-GB"/>
            </a:p>
          </p:txBody>
        </p:sp>
        <p:sp>
          <p:nvSpPr>
            <p:cNvPr id="69" name="Freeform: Shape 1110">
              <a:extLst>
                <a:ext uri="{FF2B5EF4-FFF2-40B4-BE49-F238E27FC236}">
                  <a16:creationId xmlns:a16="http://schemas.microsoft.com/office/drawing/2014/main" id="{ED962E83-A890-4348-98D5-02202C7B6ABF}"/>
                </a:ext>
              </a:extLst>
            </p:cNvPr>
            <p:cNvSpPr/>
            <p:nvPr/>
          </p:nvSpPr>
          <p:spPr>
            <a:xfrm>
              <a:off x="1501381" y="4169391"/>
              <a:ext cx="80482" cy="91979"/>
            </a:xfrm>
            <a:custGeom>
              <a:avLst/>
              <a:gdLst>
                <a:gd name="connsiteX0" fmla="*/ 72894 w 80481"/>
                <a:gd name="connsiteY0" fmla="*/ 8623 h 91979"/>
                <a:gd name="connsiteX1" fmla="*/ 62201 w 80481"/>
                <a:gd name="connsiteY1" fmla="*/ 8623 h 91979"/>
                <a:gd name="connsiteX2" fmla="*/ 60016 w 80481"/>
                <a:gd name="connsiteY2" fmla="*/ 11152 h 91979"/>
                <a:gd name="connsiteX3" fmla="*/ 60016 w 80481"/>
                <a:gd name="connsiteY3" fmla="*/ 42081 h 91979"/>
                <a:gd name="connsiteX4" fmla="*/ 25294 w 80481"/>
                <a:gd name="connsiteY4" fmla="*/ 42081 h 91979"/>
                <a:gd name="connsiteX5" fmla="*/ 25294 w 80481"/>
                <a:gd name="connsiteY5" fmla="*/ 11152 h 91979"/>
                <a:gd name="connsiteX6" fmla="*/ 22535 w 80481"/>
                <a:gd name="connsiteY6" fmla="*/ 8623 h 91979"/>
                <a:gd name="connsiteX7" fmla="*/ 11842 w 80481"/>
                <a:gd name="connsiteY7" fmla="*/ 8623 h 91979"/>
                <a:gd name="connsiteX8" fmla="*/ 8623 w 80481"/>
                <a:gd name="connsiteY8" fmla="*/ 11152 h 91979"/>
                <a:gd name="connsiteX9" fmla="*/ 8623 w 80481"/>
                <a:gd name="connsiteY9" fmla="*/ 88875 h 91979"/>
                <a:gd name="connsiteX10" fmla="*/ 11842 w 80481"/>
                <a:gd name="connsiteY10" fmla="*/ 90829 h 91979"/>
                <a:gd name="connsiteX11" fmla="*/ 22535 w 80481"/>
                <a:gd name="connsiteY11" fmla="*/ 90829 h 91979"/>
                <a:gd name="connsiteX12" fmla="*/ 25294 w 80481"/>
                <a:gd name="connsiteY12" fmla="*/ 88875 h 91979"/>
                <a:gd name="connsiteX13" fmla="*/ 25294 w 80481"/>
                <a:gd name="connsiteY13" fmla="*/ 57487 h 91979"/>
                <a:gd name="connsiteX14" fmla="*/ 60016 w 80481"/>
                <a:gd name="connsiteY14" fmla="*/ 57487 h 91979"/>
                <a:gd name="connsiteX15" fmla="*/ 60016 w 80481"/>
                <a:gd name="connsiteY15" fmla="*/ 88875 h 91979"/>
                <a:gd name="connsiteX16" fmla="*/ 62201 w 80481"/>
                <a:gd name="connsiteY16" fmla="*/ 90829 h 91979"/>
                <a:gd name="connsiteX17" fmla="*/ 72894 w 80481"/>
                <a:gd name="connsiteY17" fmla="*/ 90829 h 91979"/>
                <a:gd name="connsiteX18" fmla="*/ 75423 w 80481"/>
                <a:gd name="connsiteY18" fmla="*/ 88875 h 91979"/>
                <a:gd name="connsiteX19" fmla="*/ 75423 w 80481"/>
                <a:gd name="connsiteY19" fmla="*/ 11152 h 91979"/>
                <a:gd name="connsiteX20" fmla="*/ 72894 w 80481"/>
                <a:gd name="connsiteY20" fmla="*/ 8623 h 9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0481" h="91979">
                  <a:moveTo>
                    <a:pt x="72894" y="8623"/>
                  </a:moveTo>
                  <a:lnTo>
                    <a:pt x="62201" y="8623"/>
                  </a:lnTo>
                  <a:cubicBezTo>
                    <a:pt x="60821" y="8623"/>
                    <a:pt x="60016" y="9773"/>
                    <a:pt x="60016" y="11152"/>
                  </a:cubicBezTo>
                  <a:lnTo>
                    <a:pt x="60016" y="42081"/>
                  </a:lnTo>
                  <a:lnTo>
                    <a:pt x="25294" y="42081"/>
                  </a:lnTo>
                  <a:lnTo>
                    <a:pt x="25294" y="11152"/>
                  </a:lnTo>
                  <a:cubicBezTo>
                    <a:pt x="25294" y="9773"/>
                    <a:pt x="23915" y="8623"/>
                    <a:pt x="22535" y="8623"/>
                  </a:cubicBezTo>
                  <a:lnTo>
                    <a:pt x="11842" y="8623"/>
                  </a:lnTo>
                  <a:cubicBezTo>
                    <a:pt x="10463" y="8623"/>
                    <a:pt x="8623" y="9773"/>
                    <a:pt x="8623" y="11152"/>
                  </a:cubicBezTo>
                  <a:lnTo>
                    <a:pt x="8623" y="88875"/>
                  </a:lnTo>
                  <a:cubicBezTo>
                    <a:pt x="8623" y="90255"/>
                    <a:pt x="10348" y="90829"/>
                    <a:pt x="11842" y="90829"/>
                  </a:cubicBezTo>
                  <a:lnTo>
                    <a:pt x="22535" y="90829"/>
                  </a:lnTo>
                  <a:cubicBezTo>
                    <a:pt x="23915" y="90829"/>
                    <a:pt x="25294" y="90255"/>
                    <a:pt x="25294" y="88875"/>
                  </a:cubicBezTo>
                  <a:lnTo>
                    <a:pt x="25294" y="57487"/>
                  </a:lnTo>
                  <a:lnTo>
                    <a:pt x="60016" y="57487"/>
                  </a:lnTo>
                  <a:lnTo>
                    <a:pt x="60016" y="88875"/>
                  </a:lnTo>
                  <a:cubicBezTo>
                    <a:pt x="60016" y="90255"/>
                    <a:pt x="60706" y="90829"/>
                    <a:pt x="62201" y="90829"/>
                  </a:cubicBezTo>
                  <a:lnTo>
                    <a:pt x="72894" y="90829"/>
                  </a:lnTo>
                  <a:cubicBezTo>
                    <a:pt x="74273" y="90829"/>
                    <a:pt x="75423" y="90255"/>
                    <a:pt x="75423" y="88875"/>
                  </a:cubicBezTo>
                  <a:lnTo>
                    <a:pt x="75423" y="11152"/>
                  </a:lnTo>
                  <a:cubicBezTo>
                    <a:pt x="75423" y="9773"/>
                    <a:pt x="74273" y="8623"/>
                    <a:pt x="72894" y="8623"/>
                  </a:cubicBezTo>
                </a:path>
              </a:pathLst>
            </a:custGeom>
            <a:solidFill>
              <a:srgbClr val="FF0A0A"/>
            </a:solidFill>
            <a:ln w="9525" cap="flat">
              <a:noFill/>
              <a:prstDash val="solid"/>
              <a:miter/>
            </a:ln>
          </p:spPr>
          <p:txBody>
            <a:bodyPr rtlCol="0" anchor="ctr"/>
            <a:lstStyle/>
            <a:p>
              <a:endParaRPr lang="en-GB"/>
            </a:p>
          </p:txBody>
        </p:sp>
        <p:sp>
          <p:nvSpPr>
            <p:cNvPr id="70" name="Freeform: Shape 1111">
              <a:extLst>
                <a:ext uri="{FF2B5EF4-FFF2-40B4-BE49-F238E27FC236}">
                  <a16:creationId xmlns:a16="http://schemas.microsoft.com/office/drawing/2014/main" id="{EF5B7F94-FD27-9147-B120-95D0F739B7D4}"/>
                </a:ext>
              </a:extLst>
            </p:cNvPr>
            <p:cNvSpPr/>
            <p:nvPr/>
          </p:nvSpPr>
          <p:spPr>
            <a:xfrm>
              <a:off x="1582323" y="4169276"/>
              <a:ext cx="80482" cy="91979"/>
            </a:xfrm>
            <a:custGeom>
              <a:avLst/>
              <a:gdLst>
                <a:gd name="connsiteX0" fmla="*/ 66455 w 80481"/>
                <a:gd name="connsiteY0" fmla="*/ 19316 h 91979"/>
                <a:gd name="connsiteX1" fmla="*/ 38861 w 80481"/>
                <a:gd name="connsiteY1" fmla="*/ 8623 h 91979"/>
                <a:gd name="connsiteX2" fmla="*/ 11727 w 80481"/>
                <a:gd name="connsiteY2" fmla="*/ 8623 h 91979"/>
                <a:gd name="connsiteX3" fmla="*/ 8623 w 80481"/>
                <a:gd name="connsiteY3" fmla="*/ 11152 h 91979"/>
                <a:gd name="connsiteX4" fmla="*/ 8623 w 80481"/>
                <a:gd name="connsiteY4" fmla="*/ 88760 h 91979"/>
                <a:gd name="connsiteX5" fmla="*/ 11727 w 80481"/>
                <a:gd name="connsiteY5" fmla="*/ 90830 h 91979"/>
                <a:gd name="connsiteX6" fmla="*/ 38631 w 80481"/>
                <a:gd name="connsiteY6" fmla="*/ 90830 h 91979"/>
                <a:gd name="connsiteX7" fmla="*/ 66340 w 80481"/>
                <a:gd name="connsiteY7" fmla="*/ 80597 h 91979"/>
                <a:gd name="connsiteX8" fmla="*/ 78297 w 80481"/>
                <a:gd name="connsiteY8" fmla="*/ 50014 h 91979"/>
                <a:gd name="connsiteX9" fmla="*/ 66455 w 80481"/>
                <a:gd name="connsiteY9" fmla="*/ 19316 h 91979"/>
                <a:gd name="connsiteX10" fmla="*/ 25294 w 80481"/>
                <a:gd name="connsiteY10" fmla="*/ 22880 h 91979"/>
                <a:gd name="connsiteX11" fmla="*/ 38516 w 80481"/>
                <a:gd name="connsiteY11" fmla="*/ 22880 h 91979"/>
                <a:gd name="connsiteX12" fmla="*/ 62086 w 80481"/>
                <a:gd name="connsiteY12" fmla="*/ 50014 h 91979"/>
                <a:gd name="connsiteX13" fmla="*/ 38286 w 80481"/>
                <a:gd name="connsiteY13" fmla="*/ 76803 h 91979"/>
                <a:gd name="connsiteX14" fmla="*/ 25294 w 80481"/>
                <a:gd name="connsiteY14" fmla="*/ 76803 h 91979"/>
                <a:gd name="connsiteX15" fmla="*/ 25294 w 80481"/>
                <a:gd name="connsiteY15" fmla="*/ 22880 h 9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0481" h="91979">
                  <a:moveTo>
                    <a:pt x="66455" y="19316"/>
                  </a:moveTo>
                  <a:cubicBezTo>
                    <a:pt x="59327" y="12417"/>
                    <a:pt x="49554" y="8623"/>
                    <a:pt x="38861" y="8623"/>
                  </a:cubicBezTo>
                  <a:lnTo>
                    <a:pt x="11727" y="8623"/>
                  </a:lnTo>
                  <a:cubicBezTo>
                    <a:pt x="10348" y="8623"/>
                    <a:pt x="8623" y="9773"/>
                    <a:pt x="8623" y="11152"/>
                  </a:cubicBezTo>
                  <a:lnTo>
                    <a:pt x="8623" y="88760"/>
                  </a:lnTo>
                  <a:cubicBezTo>
                    <a:pt x="8623" y="90140"/>
                    <a:pt x="10233" y="90830"/>
                    <a:pt x="11727" y="90830"/>
                  </a:cubicBezTo>
                  <a:lnTo>
                    <a:pt x="38631" y="90830"/>
                  </a:lnTo>
                  <a:cubicBezTo>
                    <a:pt x="49439" y="90830"/>
                    <a:pt x="59212" y="87380"/>
                    <a:pt x="66340" y="80597"/>
                  </a:cubicBezTo>
                  <a:cubicBezTo>
                    <a:pt x="74158" y="73124"/>
                    <a:pt x="78297" y="62661"/>
                    <a:pt x="78297" y="50014"/>
                  </a:cubicBezTo>
                  <a:cubicBezTo>
                    <a:pt x="78297" y="37367"/>
                    <a:pt x="74273" y="26904"/>
                    <a:pt x="66455" y="19316"/>
                  </a:cubicBezTo>
                  <a:moveTo>
                    <a:pt x="25294" y="22880"/>
                  </a:moveTo>
                  <a:lnTo>
                    <a:pt x="38516" y="22880"/>
                  </a:lnTo>
                  <a:cubicBezTo>
                    <a:pt x="49899" y="22880"/>
                    <a:pt x="62086" y="30238"/>
                    <a:pt x="62086" y="50014"/>
                  </a:cubicBezTo>
                  <a:cubicBezTo>
                    <a:pt x="62086" y="69560"/>
                    <a:pt x="49784" y="76803"/>
                    <a:pt x="38286" y="76803"/>
                  </a:cubicBezTo>
                  <a:lnTo>
                    <a:pt x="25294" y="76803"/>
                  </a:lnTo>
                  <a:lnTo>
                    <a:pt x="25294" y="22880"/>
                  </a:lnTo>
                  <a:close/>
                </a:path>
              </a:pathLst>
            </a:custGeom>
            <a:solidFill>
              <a:srgbClr val="FF0A0A"/>
            </a:solidFill>
            <a:ln w="9525" cap="flat">
              <a:noFill/>
              <a:prstDash val="solid"/>
              <a:miter/>
            </a:ln>
          </p:spPr>
          <p:txBody>
            <a:bodyPr rtlCol="0" anchor="ctr"/>
            <a:lstStyle/>
            <a:p>
              <a:endParaRPr lang="en-GB"/>
            </a:p>
          </p:txBody>
        </p:sp>
      </p:grpSp>
      <p:grpSp>
        <p:nvGrpSpPr>
          <p:cNvPr id="82" name="Group 81">
            <a:extLst>
              <a:ext uri="{FF2B5EF4-FFF2-40B4-BE49-F238E27FC236}">
                <a16:creationId xmlns:a16="http://schemas.microsoft.com/office/drawing/2014/main" id="{710EF012-BFF6-574F-A359-05AD6DBD8460}"/>
              </a:ext>
            </a:extLst>
          </p:cNvPr>
          <p:cNvGrpSpPr/>
          <p:nvPr/>
        </p:nvGrpSpPr>
        <p:grpSpPr>
          <a:xfrm>
            <a:off x="9989527" y="4504697"/>
            <a:ext cx="392003" cy="392003"/>
            <a:chOff x="4755377" y="1135916"/>
            <a:chExt cx="344922" cy="344922"/>
          </a:xfrm>
        </p:grpSpPr>
        <p:sp>
          <p:nvSpPr>
            <p:cNvPr id="83" name="Freeform: Shape 6">
              <a:extLst>
                <a:ext uri="{FF2B5EF4-FFF2-40B4-BE49-F238E27FC236}">
                  <a16:creationId xmlns:a16="http://schemas.microsoft.com/office/drawing/2014/main" id="{87530206-0ED4-8040-AC75-D4AE63BD2C03}"/>
                </a:ext>
              </a:extLst>
            </p:cNvPr>
            <p:cNvSpPr/>
            <p:nvPr/>
          </p:nvSpPr>
          <p:spPr>
            <a:xfrm>
              <a:off x="4988199" y="1367819"/>
              <a:ext cx="80482" cy="80482"/>
            </a:xfrm>
            <a:custGeom>
              <a:avLst/>
              <a:gdLst>
                <a:gd name="connsiteX0" fmla="*/ 65995 w 80481"/>
                <a:gd name="connsiteY0" fmla="*/ 31388 h 80481"/>
                <a:gd name="connsiteX1" fmla="*/ 55073 w 80481"/>
                <a:gd name="connsiteY1" fmla="*/ 31388 h 80481"/>
                <a:gd name="connsiteX2" fmla="*/ 55073 w 80481"/>
                <a:gd name="connsiteY2" fmla="*/ 20465 h 80481"/>
                <a:gd name="connsiteX3" fmla="*/ 43230 w 80481"/>
                <a:gd name="connsiteY3" fmla="*/ 8623 h 80481"/>
                <a:gd name="connsiteX4" fmla="*/ 31388 w 80481"/>
                <a:gd name="connsiteY4" fmla="*/ 20465 h 80481"/>
                <a:gd name="connsiteX5" fmla="*/ 31388 w 80481"/>
                <a:gd name="connsiteY5" fmla="*/ 31388 h 80481"/>
                <a:gd name="connsiteX6" fmla="*/ 20465 w 80481"/>
                <a:gd name="connsiteY6" fmla="*/ 31388 h 80481"/>
                <a:gd name="connsiteX7" fmla="*/ 8623 w 80481"/>
                <a:gd name="connsiteY7" fmla="*/ 43230 h 80481"/>
                <a:gd name="connsiteX8" fmla="*/ 20465 w 80481"/>
                <a:gd name="connsiteY8" fmla="*/ 55073 h 80481"/>
                <a:gd name="connsiteX9" fmla="*/ 31388 w 80481"/>
                <a:gd name="connsiteY9" fmla="*/ 55073 h 80481"/>
                <a:gd name="connsiteX10" fmla="*/ 31388 w 80481"/>
                <a:gd name="connsiteY10" fmla="*/ 65995 h 80481"/>
                <a:gd name="connsiteX11" fmla="*/ 43230 w 80481"/>
                <a:gd name="connsiteY11" fmla="*/ 77837 h 80481"/>
                <a:gd name="connsiteX12" fmla="*/ 55073 w 80481"/>
                <a:gd name="connsiteY12" fmla="*/ 65995 h 80481"/>
                <a:gd name="connsiteX13" fmla="*/ 55073 w 80481"/>
                <a:gd name="connsiteY13" fmla="*/ 55073 h 80481"/>
                <a:gd name="connsiteX14" fmla="*/ 65995 w 80481"/>
                <a:gd name="connsiteY14" fmla="*/ 55073 h 80481"/>
                <a:gd name="connsiteX15" fmla="*/ 77838 w 80481"/>
                <a:gd name="connsiteY15" fmla="*/ 43230 h 80481"/>
                <a:gd name="connsiteX16" fmla="*/ 65995 w 80481"/>
                <a:gd name="connsiteY16" fmla="*/ 31388 h 8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481" h="80481">
                  <a:moveTo>
                    <a:pt x="65995" y="31388"/>
                  </a:moveTo>
                  <a:lnTo>
                    <a:pt x="55073" y="31388"/>
                  </a:lnTo>
                  <a:lnTo>
                    <a:pt x="55073" y="20465"/>
                  </a:lnTo>
                  <a:cubicBezTo>
                    <a:pt x="55073" y="13912"/>
                    <a:pt x="49784" y="8623"/>
                    <a:pt x="43230" y="8623"/>
                  </a:cubicBezTo>
                  <a:cubicBezTo>
                    <a:pt x="36677" y="8623"/>
                    <a:pt x="31388" y="13912"/>
                    <a:pt x="31388" y="20465"/>
                  </a:cubicBezTo>
                  <a:lnTo>
                    <a:pt x="31388" y="31388"/>
                  </a:lnTo>
                  <a:lnTo>
                    <a:pt x="20465" y="31388"/>
                  </a:lnTo>
                  <a:cubicBezTo>
                    <a:pt x="13912" y="31388"/>
                    <a:pt x="8623" y="36677"/>
                    <a:pt x="8623" y="43230"/>
                  </a:cubicBezTo>
                  <a:cubicBezTo>
                    <a:pt x="8623" y="49784"/>
                    <a:pt x="13912" y="55073"/>
                    <a:pt x="20465" y="55073"/>
                  </a:cubicBezTo>
                  <a:lnTo>
                    <a:pt x="31388" y="55073"/>
                  </a:lnTo>
                  <a:lnTo>
                    <a:pt x="31388" y="65995"/>
                  </a:lnTo>
                  <a:cubicBezTo>
                    <a:pt x="31388" y="72549"/>
                    <a:pt x="36677" y="77837"/>
                    <a:pt x="43230" y="77837"/>
                  </a:cubicBezTo>
                  <a:cubicBezTo>
                    <a:pt x="49784" y="77837"/>
                    <a:pt x="55073" y="72549"/>
                    <a:pt x="55073" y="65995"/>
                  </a:cubicBezTo>
                  <a:lnTo>
                    <a:pt x="55073" y="55073"/>
                  </a:lnTo>
                  <a:lnTo>
                    <a:pt x="65995" y="55073"/>
                  </a:lnTo>
                  <a:cubicBezTo>
                    <a:pt x="72549" y="55073"/>
                    <a:pt x="77838" y="49784"/>
                    <a:pt x="77838" y="43230"/>
                  </a:cubicBezTo>
                  <a:cubicBezTo>
                    <a:pt x="77838" y="36677"/>
                    <a:pt x="72549" y="31388"/>
                    <a:pt x="65995" y="31388"/>
                  </a:cubicBezTo>
                </a:path>
              </a:pathLst>
            </a:custGeom>
            <a:solidFill>
              <a:srgbClr val="FF0A0A"/>
            </a:solidFill>
            <a:ln w="9525" cap="flat">
              <a:noFill/>
              <a:prstDash val="solid"/>
              <a:miter/>
            </a:ln>
          </p:spPr>
          <p:txBody>
            <a:bodyPr rtlCol="0" anchor="ctr"/>
            <a:lstStyle/>
            <a:p>
              <a:endParaRPr lang="en-GB"/>
            </a:p>
          </p:txBody>
        </p:sp>
        <p:sp>
          <p:nvSpPr>
            <p:cNvPr id="134" name="Freeform: Shape 7">
              <a:extLst>
                <a:ext uri="{FF2B5EF4-FFF2-40B4-BE49-F238E27FC236}">
                  <a16:creationId xmlns:a16="http://schemas.microsoft.com/office/drawing/2014/main" id="{B8B181F3-C267-6D48-9D6F-7D6499DE7920}"/>
                </a:ext>
              </a:extLst>
            </p:cNvPr>
            <p:cNvSpPr/>
            <p:nvPr/>
          </p:nvSpPr>
          <p:spPr>
            <a:xfrm>
              <a:off x="4755377" y="1135916"/>
              <a:ext cx="344922" cy="344922"/>
            </a:xfrm>
            <a:custGeom>
              <a:avLst/>
              <a:gdLst>
                <a:gd name="connsiteX0" fmla="*/ 326872 w 344922"/>
                <a:gd name="connsiteY0" fmla="*/ 224084 h 344922"/>
                <a:gd name="connsiteX1" fmla="*/ 335379 w 344922"/>
                <a:gd name="connsiteY1" fmla="*/ 172001 h 344922"/>
                <a:gd name="connsiteX2" fmla="*/ 172001 w 344922"/>
                <a:gd name="connsiteY2" fmla="*/ 8623 h 344922"/>
                <a:gd name="connsiteX3" fmla="*/ 8623 w 344922"/>
                <a:gd name="connsiteY3" fmla="*/ 172001 h 344922"/>
                <a:gd name="connsiteX4" fmla="*/ 172001 w 344922"/>
                <a:gd name="connsiteY4" fmla="*/ 335379 h 344922"/>
                <a:gd name="connsiteX5" fmla="*/ 226154 w 344922"/>
                <a:gd name="connsiteY5" fmla="*/ 326181 h 344922"/>
                <a:gd name="connsiteX6" fmla="*/ 275938 w 344922"/>
                <a:gd name="connsiteY6" fmla="*/ 346417 h 344922"/>
                <a:gd name="connsiteX7" fmla="*/ 347682 w 344922"/>
                <a:gd name="connsiteY7" fmla="*/ 274673 h 344922"/>
                <a:gd name="connsiteX8" fmla="*/ 326872 w 344922"/>
                <a:gd name="connsiteY8" fmla="*/ 224084 h 344922"/>
                <a:gd name="connsiteX9" fmla="*/ 53233 w 344922"/>
                <a:gd name="connsiteY9" fmla="*/ 237076 h 344922"/>
                <a:gd name="connsiteX10" fmla="*/ 36562 w 344922"/>
                <a:gd name="connsiteY10" fmla="*/ 172001 h 344922"/>
                <a:gd name="connsiteX11" fmla="*/ 172001 w 344922"/>
                <a:gd name="connsiteY11" fmla="*/ 36562 h 344922"/>
                <a:gd name="connsiteX12" fmla="*/ 307441 w 344922"/>
                <a:gd name="connsiteY12" fmla="*/ 172001 h 344922"/>
                <a:gd name="connsiteX13" fmla="*/ 302612 w 344922"/>
                <a:gd name="connsiteY13" fmla="*/ 207988 h 344922"/>
                <a:gd name="connsiteX14" fmla="*/ 275938 w 344922"/>
                <a:gd name="connsiteY14" fmla="*/ 202814 h 344922"/>
                <a:gd name="connsiteX15" fmla="*/ 239376 w 344922"/>
                <a:gd name="connsiteY15" fmla="*/ 212932 h 344922"/>
                <a:gd name="connsiteX16" fmla="*/ 226844 w 344922"/>
                <a:gd name="connsiteY16" fmla="*/ 209598 h 344922"/>
                <a:gd name="connsiteX17" fmla="*/ 253173 w 344922"/>
                <a:gd name="connsiteY17" fmla="*/ 149581 h 344922"/>
                <a:gd name="connsiteX18" fmla="*/ 171541 w 344922"/>
                <a:gd name="connsiteY18" fmla="*/ 67950 h 344922"/>
                <a:gd name="connsiteX19" fmla="*/ 89910 w 344922"/>
                <a:gd name="connsiteY19" fmla="*/ 149581 h 344922"/>
                <a:gd name="connsiteX20" fmla="*/ 116354 w 344922"/>
                <a:gd name="connsiteY20" fmla="*/ 209713 h 344922"/>
                <a:gd name="connsiteX21" fmla="*/ 53233 w 344922"/>
                <a:gd name="connsiteY21" fmla="*/ 237076 h 344922"/>
                <a:gd name="connsiteX22" fmla="*/ 225234 w 344922"/>
                <a:gd name="connsiteY22" fmla="*/ 149696 h 344922"/>
                <a:gd name="connsiteX23" fmla="*/ 171426 w 344922"/>
                <a:gd name="connsiteY23" fmla="*/ 203504 h 344922"/>
                <a:gd name="connsiteX24" fmla="*/ 117619 w 344922"/>
                <a:gd name="connsiteY24" fmla="*/ 149696 h 344922"/>
                <a:gd name="connsiteX25" fmla="*/ 171426 w 344922"/>
                <a:gd name="connsiteY25" fmla="*/ 95888 h 344922"/>
                <a:gd name="connsiteX26" fmla="*/ 225234 w 344922"/>
                <a:gd name="connsiteY26" fmla="*/ 149696 h 344922"/>
                <a:gd name="connsiteX27" fmla="*/ 172001 w 344922"/>
                <a:gd name="connsiteY27" fmla="*/ 307556 h 344922"/>
                <a:gd name="connsiteX28" fmla="*/ 69100 w 344922"/>
                <a:gd name="connsiteY28" fmla="*/ 260071 h 344922"/>
                <a:gd name="connsiteX29" fmla="*/ 171886 w 344922"/>
                <a:gd name="connsiteY29" fmla="*/ 231443 h 344922"/>
                <a:gd name="connsiteX30" fmla="*/ 215691 w 344922"/>
                <a:gd name="connsiteY30" fmla="*/ 235697 h 344922"/>
                <a:gd name="connsiteX31" fmla="*/ 204194 w 344922"/>
                <a:gd name="connsiteY31" fmla="*/ 274558 h 344922"/>
                <a:gd name="connsiteX32" fmla="*/ 209713 w 344922"/>
                <a:gd name="connsiteY32" fmla="*/ 302152 h 344922"/>
                <a:gd name="connsiteX33" fmla="*/ 209713 w 344922"/>
                <a:gd name="connsiteY33" fmla="*/ 302152 h 344922"/>
                <a:gd name="connsiteX34" fmla="*/ 172001 w 344922"/>
                <a:gd name="connsiteY34" fmla="*/ 307556 h 344922"/>
                <a:gd name="connsiteX35" fmla="*/ 275938 w 344922"/>
                <a:gd name="connsiteY35" fmla="*/ 318478 h 344922"/>
                <a:gd name="connsiteX36" fmla="*/ 232018 w 344922"/>
                <a:gd name="connsiteY36" fmla="*/ 274673 h 344922"/>
                <a:gd name="connsiteX37" fmla="*/ 275938 w 344922"/>
                <a:gd name="connsiteY37" fmla="*/ 230753 h 344922"/>
                <a:gd name="connsiteX38" fmla="*/ 319743 w 344922"/>
                <a:gd name="connsiteY38" fmla="*/ 274673 h 344922"/>
                <a:gd name="connsiteX39" fmla="*/ 275938 w 344922"/>
                <a:gd name="connsiteY39" fmla="*/ 318478 h 34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44922" h="344922">
                  <a:moveTo>
                    <a:pt x="326872" y="224084"/>
                  </a:moveTo>
                  <a:cubicBezTo>
                    <a:pt x="332390" y="207758"/>
                    <a:pt x="335379" y="190282"/>
                    <a:pt x="335379" y="172001"/>
                  </a:cubicBezTo>
                  <a:cubicBezTo>
                    <a:pt x="335379" y="81976"/>
                    <a:pt x="262141" y="8623"/>
                    <a:pt x="172001" y="8623"/>
                  </a:cubicBezTo>
                  <a:cubicBezTo>
                    <a:pt x="81977" y="8623"/>
                    <a:pt x="8623" y="81862"/>
                    <a:pt x="8623" y="172001"/>
                  </a:cubicBezTo>
                  <a:cubicBezTo>
                    <a:pt x="8623" y="262026"/>
                    <a:pt x="81862" y="335379"/>
                    <a:pt x="172001" y="335379"/>
                  </a:cubicBezTo>
                  <a:cubicBezTo>
                    <a:pt x="190972" y="335379"/>
                    <a:pt x="209138" y="332160"/>
                    <a:pt x="226154" y="326181"/>
                  </a:cubicBezTo>
                  <a:cubicBezTo>
                    <a:pt x="239031" y="338599"/>
                    <a:pt x="256622" y="346417"/>
                    <a:pt x="275938" y="346417"/>
                  </a:cubicBezTo>
                  <a:cubicBezTo>
                    <a:pt x="315489" y="346417"/>
                    <a:pt x="347682" y="314224"/>
                    <a:pt x="347682" y="274673"/>
                  </a:cubicBezTo>
                  <a:cubicBezTo>
                    <a:pt x="347682" y="254897"/>
                    <a:pt x="339749" y="237076"/>
                    <a:pt x="326872" y="224084"/>
                  </a:cubicBezTo>
                  <a:moveTo>
                    <a:pt x="53233" y="237076"/>
                  </a:moveTo>
                  <a:cubicBezTo>
                    <a:pt x="42656" y="217761"/>
                    <a:pt x="36562" y="195571"/>
                    <a:pt x="36562" y="172001"/>
                  </a:cubicBezTo>
                  <a:cubicBezTo>
                    <a:pt x="36562" y="97268"/>
                    <a:pt x="97383" y="36562"/>
                    <a:pt x="172001" y="36562"/>
                  </a:cubicBezTo>
                  <a:cubicBezTo>
                    <a:pt x="246735" y="36562"/>
                    <a:pt x="307441" y="97383"/>
                    <a:pt x="307441" y="172001"/>
                  </a:cubicBezTo>
                  <a:cubicBezTo>
                    <a:pt x="307441" y="184418"/>
                    <a:pt x="305716" y="196491"/>
                    <a:pt x="302612" y="207988"/>
                  </a:cubicBezTo>
                  <a:cubicBezTo>
                    <a:pt x="294334" y="204654"/>
                    <a:pt x="285366" y="202814"/>
                    <a:pt x="275938" y="202814"/>
                  </a:cubicBezTo>
                  <a:cubicBezTo>
                    <a:pt x="262601" y="202814"/>
                    <a:pt x="250069" y="206493"/>
                    <a:pt x="239376" y="212932"/>
                  </a:cubicBezTo>
                  <a:cubicBezTo>
                    <a:pt x="235237" y="211667"/>
                    <a:pt x="231098" y="210632"/>
                    <a:pt x="226844" y="209598"/>
                  </a:cubicBezTo>
                  <a:cubicBezTo>
                    <a:pt x="242940" y="194651"/>
                    <a:pt x="253173" y="173266"/>
                    <a:pt x="253173" y="149581"/>
                  </a:cubicBezTo>
                  <a:cubicBezTo>
                    <a:pt x="253173" y="104511"/>
                    <a:pt x="216496" y="67950"/>
                    <a:pt x="171541" y="67950"/>
                  </a:cubicBezTo>
                  <a:cubicBezTo>
                    <a:pt x="126471" y="67950"/>
                    <a:pt x="89910" y="104626"/>
                    <a:pt x="89910" y="149581"/>
                  </a:cubicBezTo>
                  <a:cubicBezTo>
                    <a:pt x="89910" y="173381"/>
                    <a:pt x="100143" y="194766"/>
                    <a:pt x="116354" y="209713"/>
                  </a:cubicBezTo>
                  <a:cubicBezTo>
                    <a:pt x="92209" y="215346"/>
                    <a:pt x="70709" y="224659"/>
                    <a:pt x="53233" y="237076"/>
                  </a:cubicBezTo>
                  <a:moveTo>
                    <a:pt x="225234" y="149696"/>
                  </a:moveTo>
                  <a:cubicBezTo>
                    <a:pt x="225234" y="179360"/>
                    <a:pt x="201090" y="203504"/>
                    <a:pt x="171426" y="203504"/>
                  </a:cubicBezTo>
                  <a:cubicBezTo>
                    <a:pt x="141763" y="203504"/>
                    <a:pt x="117619" y="179360"/>
                    <a:pt x="117619" y="149696"/>
                  </a:cubicBezTo>
                  <a:cubicBezTo>
                    <a:pt x="117619" y="120033"/>
                    <a:pt x="141763" y="95888"/>
                    <a:pt x="171426" y="95888"/>
                  </a:cubicBezTo>
                  <a:cubicBezTo>
                    <a:pt x="201090" y="95888"/>
                    <a:pt x="225234" y="120033"/>
                    <a:pt x="225234" y="149696"/>
                  </a:cubicBezTo>
                  <a:moveTo>
                    <a:pt x="172001" y="307556"/>
                  </a:moveTo>
                  <a:cubicBezTo>
                    <a:pt x="130841" y="307556"/>
                    <a:pt x="93934" y="289045"/>
                    <a:pt x="69100" y="260071"/>
                  </a:cubicBezTo>
                  <a:cubicBezTo>
                    <a:pt x="94509" y="241790"/>
                    <a:pt x="131301" y="231443"/>
                    <a:pt x="171886" y="231443"/>
                  </a:cubicBezTo>
                  <a:cubicBezTo>
                    <a:pt x="187178" y="231443"/>
                    <a:pt x="201894" y="232937"/>
                    <a:pt x="215691" y="235697"/>
                  </a:cubicBezTo>
                  <a:cubicBezTo>
                    <a:pt x="208448" y="246964"/>
                    <a:pt x="204194" y="260301"/>
                    <a:pt x="204194" y="274558"/>
                  </a:cubicBezTo>
                  <a:cubicBezTo>
                    <a:pt x="204194" y="284331"/>
                    <a:pt x="206149" y="293644"/>
                    <a:pt x="209713" y="302152"/>
                  </a:cubicBezTo>
                  <a:lnTo>
                    <a:pt x="209713" y="302152"/>
                  </a:lnTo>
                  <a:cubicBezTo>
                    <a:pt x="197756" y="305601"/>
                    <a:pt x="185108" y="307556"/>
                    <a:pt x="172001" y="307556"/>
                  </a:cubicBezTo>
                  <a:moveTo>
                    <a:pt x="275938" y="318478"/>
                  </a:moveTo>
                  <a:cubicBezTo>
                    <a:pt x="251793" y="318478"/>
                    <a:pt x="232018" y="298818"/>
                    <a:pt x="232018" y="274673"/>
                  </a:cubicBezTo>
                  <a:cubicBezTo>
                    <a:pt x="232018" y="250528"/>
                    <a:pt x="251678" y="230753"/>
                    <a:pt x="275938" y="230753"/>
                  </a:cubicBezTo>
                  <a:cubicBezTo>
                    <a:pt x="300082" y="230753"/>
                    <a:pt x="319743" y="250413"/>
                    <a:pt x="319743" y="274673"/>
                  </a:cubicBezTo>
                  <a:cubicBezTo>
                    <a:pt x="319858" y="298818"/>
                    <a:pt x="300197" y="318478"/>
                    <a:pt x="275938" y="318478"/>
                  </a:cubicBezTo>
                </a:path>
              </a:pathLst>
            </a:custGeom>
            <a:solidFill>
              <a:srgbClr val="FF0A0A"/>
            </a:solidFill>
            <a:ln w="9525" cap="flat">
              <a:noFill/>
              <a:prstDash val="solid"/>
              <a:miter/>
            </a:ln>
          </p:spPr>
          <p:txBody>
            <a:bodyPr rtlCol="0" anchor="ctr"/>
            <a:lstStyle/>
            <a:p>
              <a:endParaRPr lang="en-GB"/>
            </a:p>
          </p:txBody>
        </p:sp>
      </p:grpSp>
      <p:grpSp>
        <p:nvGrpSpPr>
          <p:cNvPr id="137" name="Group 136">
            <a:extLst>
              <a:ext uri="{FF2B5EF4-FFF2-40B4-BE49-F238E27FC236}">
                <a16:creationId xmlns:a16="http://schemas.microsoft.com/office/drawing/2014/main" id="{84936168-F217-724F-BE79-DCA0405E4D7B}"/>
              </a:ext>
            </a:extLst>
          </p:cNvPr>
          <p:cNvGrpSpPr/>
          <p:nvPr/>
        </p:nvGrpSpPr>
        <p:grpSpPr>
          <a:xfrm>
            <a:off x="1521055" y="4896700"/>
            <a:ext cx="367917" cy="367917"/>
            <a:chOff x="7511190" y="5770864"/>
            <a:chExt cx="367917" cy="367917"/>
          </a:xfrm>
        </p:grpSpPr>
        <p:sp>
          <p:nvSpPr>
            <p:cNvPr id="138" name="Freeform: Shape 1073">
              <a:extLst>
                <a:ext uri="{FF2B5EF4-FFF2-40B4-BE49-F238E27FC236}">
                  <a16:creationId xmlns:a16="http://schemas.microsoft.com/office/drawing/2014/main" id="{3CD8BCBD-0C14-254B-9908-213B0335123F}"/>
                </a:ext>
              </a:extLst>
            </p:cNvPr>
            <p:cNvSpPr/>
            <p:nvPr/>
          </p:nvSpPr>
          <p:spPr>
            <a:xfrm>
              <a:off x="7511190" y="5770864"/>
              <a:ext cx="367917" cy="367917"/>
            </a:xfrm>
            <a:custGeom>
              <a:avLst/>
              <a:gdLst>
                <a:gd name="connsiteX0" fmla="*/ 355040 w 367916"/>
                <a:gd name="connsiteY0" fmla="*/ 368492 h 367916"/>
                <a:gd name="connsiteX1" fmla="*/ 350441 w 367916"/>
                <a:gd name="connsiteY1" fmla="*/ 367687 h 367916"/>
                <a:gd name="connsiteX2" fmla="*/ 275133 w 367916"/>
                <a:gd name="connsiteY2" fmla="*/ 342278 h 367916"/>
                <a:gd name="connsiteX3" fmla="*/ 187062 w 367916"/>
                <a:gd name="connsiteY3" fmla="*/ 365502 h 367916"/>
                <a:gd name="connsiteX4" fmla="*/ 8623 w 367916"/>
                <a:gd name="connsiteY4" fmla="*/ 187063 h 367916"/>
                <a:gd name="connsiteX5" fmla="*/ 187062 w 367916"/>
                <a:gd name="connsiteY5" fmla="*/ 8623 h 367916"/>
                <a:gd name="connsiteX6" fmla="*/ 365502 w 367916"/>
                <a:gd name="connsiteY6" fmla="*/ 187063 h 367916"/>
                <a:gd name="connsiteX7" fmla="*/ 343657 w 367916"/>
                <a:gd name="connsiteY7" fmla="*/ 272718 h 367916"/>
                <a:gd name="connsiteX8" fmla="*/ 368836 w 367916"/>
                <a:gd name="connsiteY8" fmla="*/ 349406 h 367916"/>
                <a:gd name="connsiteX9" fmla="*/ 365272 w 367916"/>
                <a:gd name="connsiteY9" fmla="*/ 364238 h 367916"/>
                <a:gd name="connsiteX10" fmla="*/ 355040 w 367916"/>
                <a:gd name="connsiteY10" fmla="*/ 368492 h 367916"/>
                <a:gd name="connsiteX11" fmla="*/ 187062 w 367916"/>
                <a:gd name="connsiteY11" fmla="*/ 37711 h 367916"/>
                <a:gd name="connsiteX12" fmla="*/ 37596 w 367916"/>
                <a:gd name="connsiteY12" fmla="*/ 187178 h 367916"/>
                <a:gd name="connsiteX13" fmla="*/ 187062 w 367916"/>
                <a:gd name="connsiteY13" fmla="*/ 336644 h 367916"/>
                <a:gd name="connsiteX14" fmla="*/ 265820 w 367916"/>
                <a:gd name="connsiteY14" fmla="*/ 314224 h 367916"/>
                <a:gd name="connsiteX15" fmla="*/ 278122 w 367916"/>
                <a:gd name="connsiteY15" fmla="*/ 312844 h 367916"/>
                <a:gd name="connsiteX16" fmla="*/ 332275 w 367916"/>
                <a:gd name="connsiteY16" fmla="*/ 331125 h 367916"/>
                <a:gd name="connsiteX17" fmla="*/ 314109 w 367916"/>
                <a:gd name="connsiteY17" fmla="*/ 275823 h 367916"/>
                <a:gd name="connsiteX18" fmla="*/ 315489 w 367916"/>
                <a:gd name="connsiteY18" fmla="*/ 263865 h 367916"/>
                <a:gd name="connsiteX19" fmla="*/ 336644 w 367916"/>
                <a:gd name="connsiteY19" fmla="*/ 187292 h 367916"/>
                <a:gd name="connsiteX20" fmla="*/ 187062 w 367916"/>
                <a:gd name="connsiteY20" fmla="*/ 37711 h 36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7916" h="367916">
                  <a:moveTo>
                    <a:pt x="355040" y="368492"/>
                  </a:moveTo>
                  <a:cubicBezTo>
                    <a:pt x="353545" y="368492"/>
                    <a:pt x="351935" y="368262"/>
                    <a:pt x="350441" y="367687"/>
                  </a:cubicBezTo>
                  <a:lnTo>
                    <a:pt x="275133" y="342278"/>
                  </a:lnTo>
                  <a:cubicBezTo>
                    <a:pt x="248344" y="357454"/>
                    <a:pt x="218105" y="365502"/>
                    <a:pt x="187062" y="365502"/>
                  </a:cubicBezTo>
                  <a:cubicBezTo>
                    <a:pt x="88645" y="365502"/>
                    <a:pt x="8623" y="285480"/>
                    <a:pt x="8623" y="187063"/>
                  </a:cubicBezTo>
                  <a:cubicBezTo>
                    <a:pt x="8623" y="88645"/>
                    <a:pt x="88645" y="8623"/>
                    <a:pt x="187062" y="8623"/>
                  </a:cubicBezTo>
                  <a:cubicBezTo>
                    <a:pt x="285480" y="8623"/>
                    <a:pt x="365502" y="88645"/>
                    <a:pt x="365502" y="187063"/>
                  </a:cubicBezTo>
                  <a:cubicBezTo>
                    <a:pt x="365502" y="217071"/>
                    <a:pt x="357914" y="246504"/>
                    <a:pt x="343657" y="272718"/>
                  </a:cubicBezTo>
                  <a:lnTo>
                    <a:pt x="368836" y="349406"/>
                  </a:lnTo>
                  <a:cubicBezTo>
                    <a:pt x="370561" y="354580"/>
                    <a:pt x="369182" y="360329"/>
                    <a:pt x="365272" y="364238"/>
                  </a:cubicBezTo>
                  <a:cubicBezTo>
                    <a:pt x="362513" y="366997"/>
                    <a:pt x="358834" y="368492"/>
                    <a:pt x="355040" y="368492"/>
                  </a:cubicBezTo>
                  <a:moveTo>
                    <a:pt x="187062" y="37711"/>
                  </a:moveTo>
                  <a:cubicBezTo>
                    <a:pt x="104626" y="37711"/>
                    <a:pt x="37596" y="104741"/>
                    <a:pt x="37596" y="187178"/>
                  </a:cubicBezTo>
                  <a:cubicBezTo>
                    <a:pt x="37596" y="269614"/>
                    <a:pt x="104626" y="336644"/>
                    <a:pt x="187062" y="336644"/>
                  </a:cubicBezTo>
                  <a:cubicBezTo>
                    <a:pt x="215001" y="336644"/>
                    <a:pt x="242250" y="328941"/>
                    <a:pt x="265820" y="314224"/>
                  </a:cubicBezTo>
                  <a:cubicBezTo>
                    <a:pt x="269499" y="311925"/>
                    <a:pt x="273983" y="311465"/>
                    <a:pt x="278122" y="312844"/>
                  </a:cubicBezTo>
                  <a:lnTo>
                    <a:pt x="332275" y="331125"/>
                  </a:lnTo>
                  <a:lnTo>
                    <a:pt x="314109" y="275823"/>
                  </a:lnTo>
                  <a:cubicBezTo>
                    <a:pt x="312844" y="271798"/>
                    <a:pt x="313304" y="267429"/>
                    <a:pt x="315489" y="263865"/>
                  </a:cubicBezTo>
                  <a:cubicBezTo>
                    <a:pt x="329285" y="240756"/>
                    <a:pt x="336644" y="214311"/>
                    <a:pt x="336644" y="187292"/>
                  </a:cubicBezTo>
                  <a:cubicBezTo>
                    <a:pt x="336529" y="104741"/>
                    <a:pt x="269499" y="37711"/>
                    <a:pt x="187062" y="37711"/>
                  </a:cubicBezTo>
                </a:path>
              </a:pathLst>
            </a:custGeom>
            <a:solidFill>
              <a:srgbClr val="FF0A0A"/>
            </a:solidFill>
            <a:ln w="9525" cap="flat">
              <a:noFill/>
              <a:prstDash val="solid"/>
              <a:miter/>
            </a:ln>
          </p:spPr>
          <p:txBody>
            <a:bodyPr rtlCol="0" anchor="ctr"/>
            <a:lstStyle/>
            <a:p>
              <a:endParaRPr lang="en-GB"/>
            </a:p>
          </p:txBody>
        </p:sp>
        <p:sp>
          <p:nvSpPr>
            <p:cNvPr id="139" name="Freeform: Shape 1074">
              <a:extLst>
                <a:ext uri="{FF2B5EF4-FFF2-40B4-BE49-F238E27FC236}">
                  <a16:creationId xmlns:a16="http://schemas.microsoft.com/office/drawing/2014/main" id="{8B1C2067-EF9A-5E42-B471-16A0CBD4D449}"/>
                </a:ext>
              </a:extLst>
            </p:cNvPr>
            <p:cNvSpPr/>
            <p:nvPr/>
          </p:nvSpPr>
          <p:spPr>
            <a:xfrm>
              <a:off x="7557985" y="5890782"/>
              <a:ext cx="275938" cy="126471"/>
            </a:xfrm>
            <a:custGeom>
              <a:avLst/>
              <a:gdLst>
                <a:gd name="connsiteX0" fmla="*/ 272028 w 275937"/>
                <a:gd name="connsiteY0" fmla="*/ 65995 h 126471"/>
                <a:gd name="connsiteX1" fmla="*/ 214656 w 275937"/>
                <a:gd name="connsiteY1" fmla="*/ 8623 h 126471"/>
                <a:gd name="connsiteX2" fmla="*/ 157284 w 275937"/>
                <a:gd name="connsiteY2" fmla="*/ 65995 h 126471"/>
                <a:gd name="connsiteX3" fmla="*/ 167632 w 275937"/>
                <a:gd name="connsiteY3" fmla="*/ 98763 h 126471"/>
                <a:gd name="connsiteX4" fmla="*/ 113019 w 275937"/>
                <a:gd name="connsiteY4" fmla="*/ 98763 h 126471"/>
                <a:gd name="connsiteX5" fmla="*/ 123367 w 275937"/>
                <a:gd name="connsiteY5" fmla="*/ 65995 h 126471"/>
                <a:gd name="connsiteX6" fmla="*/ 65995 w 275937"/>
                <a:gd name="connsiteY6" fmla="*/ 8623 h 126471"/>
                <a:gd name="connsiteX7" fmla="*/ 8623 w 275937"/>
                <a:gd name="connsiteY7" fmla="*/ 65995 h 126471"/>
                <a:gd name="connsiteX8" fmla="*/ 65995 w 275937"/>
                <a:gd name="connsiteY8" fmla="*/ 123367 h 126471"/>
                <a:gd name="connsiteX9" fmla="*/ 214196 w 275937"/>
                <a:gd name="connsiteY9" fmla="*/ 123367 h 126471"/>
                <a:gd name="connsiteX10" fmla="*/ 216381 w 275937"/>
                <a:gd name="connsiteY10" fmla="*/ 123367 h 126471"/>
                <a:gd name="connsiteX11" fmla="*/ 272028 w 275937"/>
                <a:gd name="connsiteY11" fmla="*/ 65995 h 126471"/>
                <a:gd name="connsiteX12" fmla="*/ 33342 w 275937"/>
                <a:gd name="connsiteY12" fmla="*/ 65995 h 126471"/>
                <a:gd name="connsiteX13" fmla="*/ 66110 w 275937"/>
                <a:gd name="connsiteY13" fmla="*/ 33227 h 126471"/>
                <a:gd name="connsiteX14" fmla="*/ 98877 w 275937"/>
                <a:gd name="connsiteY14" fmla="*/ 65995 h 126471"/>
                <a:gd name="connsiteX15" fmla="*/ 66110 w 275937"/>
                <a:gd name="connsiteY15" fmla="*/ 98763 h 126471"/>
                <a:gd name="connsiteX16" fmla="*/ 33342 w 275937"/>
                <a:gd name="connsiteY16" fmla="*/ 65995 h 126471"/>
                <a:gd name="connsiteX17" fmla="*/ 214771 w 275937"/>
                <a:gd name="connsiteY17" fmla="*/ 98763 h 126471"/>
                <a:gd name="connsiteX18" fmla="*/ 182003 w 275937"/>
                <a:gd name="connsiteY18" fmla="*/ 65995 h 126471"/>
                <a:gd name="connsiteX19" fmla="*/ 214771 w 275937"/>
                <a:gd name="connsiteY19" fmla="*/ 33227 h 126471"/>
                <a:gd name="connsiteX20" fmla="*/ 247539 w 275937"/>
                <a:gd name="connsiteY20" fmla="*/ 65995 h 126471"/>
                <a:gd name="connsiteX21" fmla="*/ 214771 w 275937"/>
                <a:gd name="connsiteY21" fmla="*/ 98763 h 12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5937" h="126471">
                  <a:moveTo>
                    <a:pt x="272028" y="65995"/>
                  </a:moveTo>
                  <a:cubicBezTo>
                    <a:pt x="272028" y="34377"/>
                    <a:pt x="246274" y="8623"/>
                    <a:pt x="214656" y="8623"/>
                  </a:cubicBezTo>
                  <a:cubicBezTo>
                    <a:pt x="183039" y="8623"/>
                    <a:pt x="157284" y="34377"/>
                    <a:pt x="157284" y="65995"/>
                  </a:cubicBezTo>
                  <a:cubicBezTo>
                    <a:pt x="157284" y="78182"/>
                    <a:pt x="161078" y="89450"/>
                    <a:pt x="167632" y="98763"/>
                  </a:cubicBezTo>
                  <a:lnTo>
                    <a:pt x="113019" y="98763"/>
                  </a:lnTo>
                  <a:cubicBezTo>
                    <a:pt x="119458" y="89450"/>
                    <a:pt x="123367" y="78182"/>
                    <a:pt x="123367" y="65995"/>
                  </a:cubicBezTo>
                  <a:cubicBezTo>
                    <a:pt x="123367" y="34377"/>
                    <a:pt x="97613" y="8623"/>
                    <a:pt x="65995" y="8623"/>
                  </a:cubicBezTo>
                  <a:cubicBezTo>
                    <a:pt x="34377" y="8623"/>
                    <a:pt x="8623" y="34377"/>
                    <a:pt x="8623" y="65995"/>
                  </a:cubicBezTo>
                  <a:cubicBezTo>
                    <a:pt x="8623" y="97613"/>
                    <a:pt x="34377" y="123367"/>
                    <a:pt x="65995" y="123367"/>
                  </a:cubicBezTo>
                  <a:lnTo>
                    <a:pt x="214196" y="123367"/>
                  </a:lnTo>
                  <a:lnTo>
                    <a:pt x="216381" y="123367"/>
                  </a:lnTo>
                  <a:cubicBezTo>
                    <a:pt x="247194" y="122447"/>
                    <a:pt x="272028" y="97153"/>
                    <a:pt x="272028" y="65995"/>
                  </a:cubicBezTo>
                  <a:moveTo>
                    <a:pt x="33342" y="65995"/>
                  </a:moveTo>
                  <a:cubicBezTo>
                    <a:pt x="33342" y="47944"/>
                    <a:pt x="48059" y="33227"/>
                    <a:pt x="66110" y="33227"/>
                  </a:cubicBezTo>
                  <a:cubicBezTo>
                    <a:pt x="84160" y="33227"/>
                    <a:pt x="98877" y="47944"/>
                    <a:pt x="98877" y="65995"/>
                  </a:cubicBezTo>
                  <a:cubicBezTo>
                    <a:pt x="98877" y="84046"/>
                    <a:pt x="84160" y="98763"/>
                    <a:pt x="66110" y="98763"/>
                  </a:cubicBezTo>
                  <a:cubicBezTo>
                    <a:pt x="47944" y="98763"/>
                    <a:pt x="33342" y="84046"/>
                    <a:pt x="33342" y="65995"/>
                  </a:cubicBezTo>
                  <a:moveTo>
                    <a:pt x="214771" y="98763"/>
                  </a:moveTo>
                  <a:cubicBezTo>
                    <a:pt x="196720" y="98763"/>
                    <a:pt x="182003" y="84046"/>
                    <a:pt x="182003" y="65995"/>
                  </a:cubicBezTo>
                  <a:cubicBezTo>
                    <a:pt x="182003" y="47944"/>
                    <a:pt x="196720" y="33227"/>
                    <a:pt x="214771" y="33227"/>
                  </a:cubicBezTo>
                  <a:cubicBezTo>
                    <a:pt x="232822" y="33227"/>
                    <a:pt x="247539" y="47944"/>
                    <a:pt x="247539" y="65995"/>
                  </a:cubicBezTo>
                  <a:cubicBezTo>
                    <a:pt x="247424" y="84046"/>
                    <a:pt x="232822" y="98763"/>
                    <a:pt x="214771" y="98763"/>
                  </a:cubicBezTo>
                </a:path>
              </a:pathLst>
            </a:custGeom>
            <a:solidFill>
              <a:srgbClr val="FF0A0A"/>
            </a:solidFill>
            <a:ln w="9525" cap="flat">
              <a:noFill/>
              <a:prstDash val="solid"/>
              <a:miter/>
            </a:ln>
          </p:spPr>
          <p:txBody>
            <a:bodyPr rtlCol="0" anchor="ctr"/>
            <a:lstStyle/>
            <a:p>
              <a:endParaRPr lang="en-GB"/>
            </a:p>
          </p:txBody>
        </p:sp>
      </p:grpSp>
      <p:sp>
        <p:nvSpPr>
          <p:cNvPr id="142" name="TextBox 141">
            <a:extLst>
              <a:ext uri="{FF2B5EF4-FFF2-40B4-BE49-F238E27FC236}">
                <a16:creationId xmlns:a16="http://schemas.microsoft.com/office/drawing/2014/main" id="{781475DB-2039-C14A-8296-64A7449F5453}"/>
              </a:ext>
            </a:extLst>
          </p:cNvPr>
          <p:cNvSpPr txBox="1"/>
          <p:nvPr/>
        </p:nvSpPr>
        <p:spPr>
          <a:xfrm>
            <a:off x="1427820" y="5370340"/>
            <a:ext cx="2685505" cy="299295"/>
          </a:xfrm>
          <a:prstGeom prst="rect">
            <a:avLst/>
          </a:prstGeom>
          <a:solidFill>
            <a:schemeClr val="tx2"/>
          </a:solid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See ‘PPT toolkit’ to bring in icons to suit</a:t>
            </a:r>
          </a:p>
        </p:txBody>
      </p:sp>
      <p:grpSp>
        <p:nvGrpSpPr>
          <p:cNvPr id="143" name="Group 142">
            <a:extLst>
              <a:ext uri="{FF2B5EF4-FFF2-40B4-BE49-F238E27FC236}">
                <a16:creationId xmlns:a16="http://schemas.microsoft.com/office/drawing/2014/main" id="{CA74B7E3-7D18-F745-97BD-9DB2B3F64176}"/>
              </a:ext>
            </a:extLst>
          </p:cNvPr>
          <p:cNvGrpSpPr/>
          <p:nvPr/>
        </p:nvGrpSpPr>
        <p:grpSpPr>
          <a:xfrm>
            <a:off x="9262082" y="5129075"/>
            <a:ext cx="335062" cy="390912"/>
            <a:chOff x="8808902" y="1693425"/>
            <a:chExt cx="335062" cy="390912"/>
          </a:xfrm>
        </p:grpSpPr>
        <p:sp>
          <p:nvSpPr>
            <p:cNvPr id="144" name="Freeform: Shape 274">
              <a:extLst>
                <a:ext uri="{FF2B5EF4-FFF2-40B4-BE49-F238E27FC236}">
                  <a16:creationId xmlns:a16="http://schemas.microsoft.com/office/drawing/2014/main" id="{93C7DC0B-B8E2-8245-B857-8C6C32FCC2C1}"/>
                </a:ext>
              </a:extLst>
            </p:cNvPr>
            <p:cNvSpPr/>
            <p:nvPr/>
          </p:nvSpPr>
          <p:spPr>
            <a:xfrm>
              <a:off x="8808902" y="1693425"/>
              <a:ext cx="287435" cy="390912"/>
            </a:xfrm>
            <a:custGeom>
              <a:avLst/>
              <a:gdLst>
                <a:gd name="connsiteX0" fmla="*/ 266854 w 287435"/>
                <a:gd name="connsiteY0" fmla="*/ 90140 h 390911"/>
                <a:gd name="connsiteX1" fmla="*/ 252253 w 287435"/>
                <a:gd name="connsiteY1" fmla="*/ 84276 h 390911"/>
                <a:gd name="connsiteX2" fmla="*/ 246734 w 287435"/>
                <a:gd name="connsiteY2" fmla="*/ 69444 h 390911"/>
                <a:gd name="connsiteX3" fmla="*/ 232592 w 287435"/>
                <a:gd name="connsiteY3" fmla="*/ 59672 h 390911"/>
                <a:gd name="connsiteX4" fmla="*/ 222934 w 287435"/>
                <a:gd name="connsiteY4" fmla="*/ 45070 h 390911"/>
                <a:gd name="connsiteX5" fmla="*/ 208333 w 287435"/>
                <a:gd name="connsiteY5" fmla="*/ 39206 h 390911"/>
                <a:gd name="connsiteX6" fmla="*/ 202814 w 287435"/>
                <a:gd name="connsiteY6" fmla="*/ 24374 h 390911"/>
                <a:gd name="connsiteX7" fmla="*/ 173841 w 287435"/>
                <a:gd name="connsiteY7" fmla="*/ 11842 h 390911"/>
                <a:gd name="connsiteX8" fmla="*/ 164413 w 287435"/>
                <a:gd name="connsiteY8" fmla="*/ 12647 h 390911"/>
                <a:gd name="connsiteX9" fmla="*/ 145787 w 287435"/>
                <a:gd name="connsiteY9" fmla="*/ 8623 h 390911"/>
                <a:gd name="connsiteX10" fmla="*/ 125436 w 287435"/>
                <a:gd name="connsiteY10" fmla="*/ 10463 h 390911"/>
                <a:gd name="connsiteX11" fmla="*/ 113594 w 287435"/>
                <a:gd name="connsiteY11" fmla="*/ 11727 h 390911"/>
                <a:gd name="connsiteX12" fmla="*/ 84621 w 287435"/>
                <a:gd name="connsiteY12" fmla="*/ 24259 h 390911"/>
                <a:gd name="connsiteX13" fmla="*/ 79102 w 287435"/>
                <a:gd name="connsiteY13" fmla="*/ 39091 h 390911"/>
                <a:gd name="connsiteX14" fmla="*/ 64500 w 287435"/>
                <a:gd name="connsiteY14" fmla="*/ 44955 h 390911"/>
                <a:gd name="connsiteX15" fmla="*/ 54842 w 287435"/>
                <a:gd name="connsiteY15" fmla="*/ 59557 h 390911"/>
                <a:gd name="connsiteX16" fmla="*/ 40701 w 287435"/>
                <a:gd name="connsiteY16" fmla="*/ 69329 h 390911"/>
                <a:gd name="connsiteX17" fmla="*/ 35182 w 287435"/>
                <a:gd name="connsiteY17" fmla="*/ 84161 h 390911"/>
                <a:gd name="connsiteX18" fmla="*/ 20580 w 287435"/>
                <a:gd name="connsiteY18" fmla="*/ 90025 h 390911"/>
                <a:gd name="connsiteX19" fmla="*/ 8623 w 287435"/>
                <a:gd name="connsiteY19" fmla="*/ 119228 h 390911"/>
                <a:gd name="connsiteX20" fmla="*/ 20580 w 287435"/>
                <a:gd name="connsiteY20" fmla="*/ 148431 h 390911"/>
                <a:gd name="connsiteX21" fmla="*/ 22995 w 287435"/>
                <a:gd name="connsiteY21" fmla="*/ 150271 h 390911"/>
                <a:gd name="connsiteX22" fmla="*/ 64155 w 287435"/>
                <a:gd name="connsiteY22" fmla="*/ 376770 h 390911"/>
                <a:gd name="connsiteX23" fmla="*/ 77033 w 287435"/>
                <a:gd name="connsiteY23" fmla="*/ 387577 h 390911"/>
                <a:gd name="connsiteX24" fmla="*/ 209367 w 287435"/>
                <a:gd name="connsiteY24" fmla="*/ 387577 h 390911"/>
                <a:gd name="connsiteX25" fmla="*/ 222244 w 287435"/>
                <a:gd name="connsiteY25" fmla="*/ 376770 h 390911"/>
                <a:gd name="connsiteX26" fmla="*/ 263290 w 287435"/>
                <a:gd name="connsiteY26" fmla="*/ 151076 h 390911"/>
                <a:gd name="connsiteX27" fmla="*/ 266854 w 287435"/>
                <a:gd name="connsiteY27" fmla="*/ 148546 h 390911"/>
                <a:gd name="connsiteX28" fmla="*/ 278812 w 287435"/>
                <a:gd name="connsiteY28" fmla="*/ 119343 h 390911"/>
                <a:gd name="connsiteX29" fmla="*/ 266854 w 287435"/>
                <a:gd name="connsiteY29" fmla="*/ 90140 h 390911"/>
                <a:gd name="connsiteX30" fmla="*/ 87955 w 287435"/>
                <a:gd name="connsiteY30" fmla="*/ 361248 h 390911"/>
                <a:gd name="connsiteX31" fmla="*/ 50359 w 287435"/>
                <a:gd name="connsiteY31" fmla="*/ 154410 h 390911"/>
                <a:gd name="connsiteX32" fmla="*/ 76572 w 287435"/>
                <a:gd name="connsiteY32" fmla="*/ 154410 h 390911"/>
                <a:gd name="connsiteX33" fmla="*/ 99912 w 287435"/>
                <a:gd name="connsiteY33" fmla="*/ 361248 h 390911"/>
                <a:gd name="connsiteX34" fmla="*/ 87955 w 287435"/>
                <a:gd name="connsiteY34" fmla="*/ 361248 h 390911"/>
                <a:gd name="connsiteX35" fmla="*/ 132680 w 287435"/>
                <a:gd name="connsiteY35" fmla="*/ 361248 h 390911"/>
                <a:gd name="connsiteX36" fmla="*/ 121528 w 287435"/>
                <a:gd name="connsiteY36" fmla="*/ 361248 h 390911"/>
                <a:gd name="connsiteX37" fmla="*/ 98188 w 287435"/>
                <a:gd name="connsiteY37" fmla="*/ 154410 h 390911"/>
                <a:gd name="connsiteX38" fmla="*/ 132680 w 287435"/>
                <a:gd name="connsiteY38" fmla="*/ 154410 h 390911"/>
                <a:gd name="connsiteX39" fmla="*/ 132680 w 287435"/>
                <a:gd name="connsiteY39" fmla="*/ 361248 h 390911"/>
                <a:gd name="connsiteX40" fmla="*/ 165447 w 287435"/>
                <a:gd name="connsiteY40" fmla="*/ 361248 h 390911"/>
                <a:gd name="connsiteX41" fmla="*/ 154295 w 287435"/>
                <a:gd name="connsiteY41" fmla="*/ 361248 h 390911"/>
                <a:gd name="connsiteX42" fmla="*/ 154295 w 287435"/>
                <a:gd name="connsiteY42" fmla="*/ 158664 h 390911"/>
                <a:gd name="connsiteX43" fmla="*/ 155675 w 287435"/>
                <a:gd name="connsiteY43" fmla="*/ 160389 h 390911"/>
                <a:gd name="connsiteX44" fmla="*/ 186603 w 287435"/>
                <a:gd name="connsiteY44" fmla="*/ 173956 h 390911"/>
                <a:gd name="connsiteX45" fmla="*/ 165447 w 287435"/>
                <a:gd name="connsiteY45" fmla="*/ 361248 h 390911"/>
                <a:gd name="connsiteX46" fmla="*/ 198445 w 287435"/>
                <a:gd name="connsiteY46" fmla="*/ 361248 h 390911"/>
                <a:gd name="connsiteX47" fmla="*/ 187177 w 287435"/>
                <a:gd name="connsiteY47" fmla="*/ 361248 h 390911"/>
                <a:gd name="connsiteX48" fmla="*/ 208677 w 287435"/>
                <a:gd name="connsiteY48" fmla="*/ 170392 h 390911"/>
                <a:gd name="connsiteX49" fmla="*/ 222359 w 287435"/>
                <a:gd name="connsiteY49" fmla="*/ 160504 h 390911"/>
                <a:gd name="connsiteX50" fmla="*/ 226269 w 287435"/>
                <a:gd name="connsiteY50" fmla="*/ 154410 h 390911"/>
                <a:gd name="connsiteX51" fmla="*/ 236156 w 287435"/>
                <a:gd name="connsiteY51" fmla="*/ 154410 h 390911"/>
                <a:gd name="connsiteX52" fmla="*/ 198445 w 287435"/>
                <a:gd name="connsiteY52" fmla="*/ 361248 h 390911"/>
                <a:gd name="connsiteX53" fmla="*/ 253058 w 287435"/>
                <a:gd name="connsiteY53" fmla="*/ 131990 h 390911"/>
                <a:gd name="connsiteX54" fmla="*/ 250298 w 287435"/>
                <a:gd name="connsiteY54" fmla="*/ 132910 h 390911"/>
                <a:gd name="connsiteX55" fmla="*/ 217990 w 287435"/>
                <a:gd name="connsiteY55" fmla="*/ 132910 h 390911"/>
                <a:gd name="connsiteX56" fmla="*/ 207183 w 287435"/>
                <a:gd name="connsiteY56" fmla="*/ 142913 h 390911"/>
                <a:gd name="connsiteX57" fmla="*/ 205688 w 287435"/>
                <a:gd name="connsiteY57" fmla="*/ 146822 h 390911"/>
                <a:gd name="connsiteX58" fmla="*/ 188902 w 287435"/>
                <a:gd name="connsiteY58" fmla="*/ 152686 h 390911"/>
                <a:gd name="connsiteX59" fmla="*/ 188902 w 287435"/>
                <a:gd name="connsiteY59" fmla="*/ 152686 h 390911"/>
                <a:gd name="connsiteX60" fmla="*/ 172231 w 287435"/>
                <a:gd name="connsiteY60" fmla="*/ 146822 h 390911"/>
                <a:gd name="connsiteX61" fmla="*/ 170621 w 287435"/>
                <a:gd name="connsiteY61" fmla="*/ 142913 h 390911"/>
                <a:gd name="connsiteX62" fmla="*/ 159814 w 287435"/>
                <a:gd name="connsiteY62" fmla="*/ 132910 h 390911"/>
                <a:gd name="connsiteX63" fmla="*/ 36792 w 287435"/>
                <a:gd name="connsiteY63" fmla="*/ 132795 h 390911"/>
                <a:gd name="connsiteX64" fmla="*/ 34032 w 287435"/>
                <a:gd name="connsiteY64" fmla="*/ 131875 h 390911"/>
                <a:gd name="connsiteX65" fmla="*/ 29778 w 287435"/>
                <a:gd name="connsiteY65" fmla="*/ 119228 h 390911"/>
                <a:gd name="connsiteX66" fmla="*/ 34032 w 287435"/>
                <a:gd name="connsiteY66" fmla="*/ 106581 h 390911"/>
                <a:gd name="connsiteX67" fmla="*/ 36792 w 287435"/>
                <a:gd name="connsiteY67" fmla="*/ 105661 h 390911"/>
                <a:gd name="connsiteX68" fmla="*/ 44610 w 287435"/>
                <a:gd name="connsiteY68" fmla="*/ 108191 h 390911"/>
                <a:gd name="connsiteX69" fmla="*/ 57487 w 287435"/>
                <a:gd name="connsiteY69" fmla="*/ 106236 h 390911"/>
                <a:gd name="connsiteX70" fmla="*/ 59211 w 287435"/>
                <a:gd name="connsiteY70" fmla="*/ 93359 h 390911"/>
                <a:gd name="connsiteX71" fmla="*/ 56567 w 287435"/>
                <a:gd name="connsiteY71" fmla="*/ 85541 h 390911"/>
                <a:gd name="connsiteX72" fmla="*/ 57372 w 287435"/>
                <a:gd name="connsiteY72" fmla="*/ 82781 h 390911"/>
                <a:gd name="connsiteX73" fmla="*/ 65650 w 287435"/>
                <a:gd name="connsiteY73" fmla="*/ 78872 h 390911"/>
                <a:gd name="connsiteX74" fmla="*/ 74273 w 287435"/>
                <a:gd name="connsiteY74" fmla="*/ 70019 h 390911"/>
                <a:gd name="connsiteX75" fmla="*/ 78182 w 287435"/>
                <a:gd name="connsiteY75" fmla="*/ 61511 h 390911"/>
                <a:gd name="connsiteX76" fmla="*/ 80826 w 287435"/>
                <a:gd name="connsiteY76" fmla="*/ 60591 h 390911"/>
                <a:gd name="connsiteX77" fmla="*/ 88645 w 287435"/>
                <a:gd name="connsiteY77" fmla="*/ 63121 h 390911"/>
                <a:gd name="connsiteX78" fmla="*/ 101407 w 287435"/>
                <a:gd name="connsiteY78" fmla="*/ 61166 h 390911"/>
                <a:gd name="connsiteX79" fmla="*/ 103131 w 287435"/>
                <a:gd name="connsiteY79" fmla="*/ 48289 h 390911"/>
                <a:gd name="connsiteX80" fmla="*/ 100487 w 287435"/>
                <a:gd name="connsiteY80" fmla="*/ 40471 h 390911"/>
                <a:gd name="connsiteX81" fmla="*/ 101292 w 287435"/>
                <a:gd name="connsiteY81" fmla="*/ 37711 h 390911"/>
                <a:gd name="connsiteX82" fmla="*/ 113824 w 287435"/>
                <a:gd name="connsiteY82" fmla="*/ 33227 h 390911"/>
                <a:gd name="connsiteX83" fmla="*/ 127736 w 287435"/>
                <a:gd name="connsiteY83" fmla="*/ 31848 h 390911"/>
                <a:gd name="connsiteX84" fmla="*/ 145557 w 287435"/>
                <a:gd name="connsiteY84" fmla="*/ 30123 h 390911"/>
                <a:gd name="connsiteX85" fmla="*/ 156480 w 287435"/>
                <a:gd name="connsiteY85" fmla="*/ 32998 h 390911"/>
                <a:gd name="connsiteX86" fmla="*/ 165792 w 287435"/>
                <a:gd name="connsiteY86" fmla="*/ 34377 h 390911"/>
                <a:gd name="connsiteX87" fmla="*/ 173266 w 287435"/>
                <a:gd name="connsiteY87" fmla="*/ 33342 h 390911"/>
                <a:gd name="connsiteX88" fmla="*/ 185798 w 287435"/>
                <a:gd name="connsiteY88" fmla="*/ 37826 h 390911"/>
                <a:gd name="connsiteX89" fmla="*/ 186603 w 287435"/>
                <a:gd name="connsiteY89" fmla="*/ 40586 h 390911"/>
                <a:gd name="connsiteX90" fmla="*/ 183958 w 287435"/>
                <a:gd name="connsiteY90" fmla="*/ 48404 h 390911"/>
                <a:gd name="connsiteX91" fmla="*/ 185683 w 287435"/>
                <a:gd name="connsiteY91" fmla="*/ 61281 h 390911"/>
                <a:gd name="connsiteX92" fmla="*/ 198445 w 287435"/>
                <a:gd name="connsiteY92" fmla="*/ 63236 h 390911"/>
                <a:gd name="connsiteX93" fmla="*/ 206263 w 287435"/>
                <a:gd name="connsiteY93" fmla="*/ 60706 h 390911"/>
                <a:gd name="connsiteX94" fmla="*/ 208908 w 287435"/>
                <a:gd name="connsiteY94" fmla="*/ 61626 h 390911"/>
                <a:gd name="connsiteX95" fmla="*/ 212817 w 287435"/>
                <a:gd name="connsiteY95" fmla="*/ 70134 h 390911"/>
                <a:gd name="connsiteX96" fmla="*/ 221440 w 287435"/>
                <a:gd name="connsiteY96" fmla="*/ 78987 h 390911"/>
                <a:gd name="connsiteX97" fmla="*/ 229718 w 287435"/>
                <a:gd name="connsiteY97" fmla="*/ 83011 h 390911"/>
                <a:gd name="connsiteX98" fmla="*/ 230523 w 287435"/>
                <a:gd name="connsiteY98" fmla="*/ 85771 h 390911"/>
                <a:gd name="connsiteX99" fmla="*/ 227879 w 287435"/>
                <a:gd name="connsiteY99" fmla="*/ 93589 h 390911"/>
                <a:gd name="connsiteX100" fmla="*/ 229603 w 287435"/>
                <a:gd name="connsiteY100" fmla="*/ 106466 h 390911"/>
                <a:gd name="connsiteX101" fmla="*/ 242365 w 287435"/>
                <a:gd name="connsiteY101" fmla="*/ 108421 h 390911"/>
                <a:gd name="connsiteX102" fmla="*/ 250184 w 287435"/>
                <a:gd name="connsiteY102" fmla="*/ 105891 h 390911"/>
                <a:gd name="connsiteX103" fmla="*/ 252943 w 287435"/>
                <a:gd name="connsiteY103" fmla="*/ 106811 h 390911"/>
                <a:gd name="connsiteX104" fmla="*/ 252943 w 287435"/>
                <a:gd name="connsiteY104" fmla="*/ 106811 h 390911"/>
                <a:gd name="connsiteX105" fmla="*/ 257197 w 287435"/>
                <a:gd name="connsiteY105" fmla="*/ 119458 h 390911"/>
                <a:gd name="connsiteX106" fmla="*/ 253058 w 287435"/>
                <a:gd name="connsiteY106" fmla="*/ 131990 h 390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287435" h="390911">
                  <a:moveTo>
                    <a:pt x="266854" y="90140"/>
                  </a:moveTo>
                  <a:cubicBezTo>
                    <a:pt x="262715" y="86690"/>
                    <a:pt x="257657" y="84736"/>
                    <a:pt x="252253" y="84276"/>
                  </a:cubicBezTo>
                  <a:cubicBezTo>
                    <a:pt x="252023" y="78757"/>
                    <a:pt x="250069" y="73698"/>
                    <a:pt x="246734" y="69444"/>
                  </a:cubicBezTo>
                  <a:cubicBezTo>
                    <a:pt x="243285" y="65075"/>
                    <a:pt x="238456" y="61741"/>
                    <a:pt x="232592" y="59672"/>
                  </a:cubicBezTo>
                  <a:cubicBezTo>
                    <a:pt x="230523" y="53693"/>
                    <a:pt x="227303" y="48634"/>
                    <a:pt x="222934" y="45070"/>
                  </a:cubicBezTo>
                  <a:cubicBezTo>
                    <a:pt x="218795" y="41621"/>
                    <a:pt x="213736" y="39666"/>
                    <a:pt x="208333" y="39206"/>
                  </a:cubicBezTo>
                  <a:cubicBezTo>
                    <a:pt x="208103" y="33687"/>
                    <a:pt x="206148" y="28629"/>
                    <a:pt x="202814" y="24374"/>
                  </a:cubicBezTo>
                  <a:cubicBezTo>
                    <a:pt x="193961" y="13337"/>
                    <a:pt x="179589" y="11957"/>
                    <a:pt x="173841" y="11842"/>
                  </a:cubicBezTo>
                  <a:cubicBezTo>
                    <a:pt x="170736" y="11842"/>
                    <a:pt x="167517" y="12072"/>
                    <a:pt x="164413" y="12647"/>
                  </a:cubicBezTo>
                  <a:cubicBezTo>
                    <a:pt x="157169" y="9198"/>
                    <a:pt x="149926" y="8623"/>
                    <a:pt x="145787" y="8623"/>
                  </a:cubicBezTo>
                  <a:cubicBezTo>
                    <a:pt x="141993" y="8623"/>
                    <a:pt x="135324" y="9313"/>
                    <a:pt x="125436" y="10463"/>
                  </a:cubicBezTo>
                  <a:cubicBezTo>
                    <a:pt x="121067" y="10922"/>
                    <a:pt x="114974" y="11727"/>
                    <a:pt x="113594" y="11727"/>
                  </a:cubicBezTo>
                  <a:cubicBezTo>
                    <a:pt x="107846" y="11842"/>
                    <a:pt x="93474" y="13222"/>
                    <a:pt x="84621" y="24259"/>
                  </a:cubicBezTo>
                  <a:cubicBezTo>
                    <a:pt x="81172" y="28514"/>
                    <a:pt x="79332" y="33572"/>
                    <a:pt x="79102" y="39091"/>
                  </a:cubicBezTo>
                  <a:cubicBezTo>
                    <a:pt x="73698" y="39436"/>
                    <a:pt x="68639" y="41506"/>
                    <a:pt x="64500" y="44955"/>
                  </a:cubicBezTo>
                  <a:cubicBezTo>
                    <a:pt x="60131" y="48634"/>
                    <a:pt x="56912" y="53578"/>
                    <a:pt x="54842" y="59557"/>
                  </a:cubicBezTo>
                  <a:cubicBezTo>
                    <a:pt x="48979" y="61741"/>
                    <a:pt x="44150" y="65075"/>
                    <a:pt x="40701" y="69329"/>
                  </a:cubicBezTo>
                  <a:cubicBezTo>
                    <a:pt x="37251" y="73583"/>
                    <a:pt x="35412" y="78642"/>
                    <a:pt x="35182" y="84161"/>
                  </a:cubicBezTo>
                  <a:cubicBezTo>
                    <a:pt x="29778" y="84506"/>
                    <a:pt x="24719" y="86575"/>
                    <a:pt x="20580" y="90025"/>
                  </a:cubicBezTo>
                  <a:cubicBezTo>
                    <a:pt x="9773" y="98993"/>
                    <a:pt x="8623" y="113479"/>
                    <a:pt x="8623" y="119228"/>
                  </a:cubicBezTo>
                  <a:cubicBezTo>
                    <a:pt x="8623" y="124977"/>
                    <a:pt x="9773" y="139463"/>
                    <a:pt x="20580" y="148431"/>
                  </a:cubicBezTo>
                  <a:cubicBezTo>
                    <a:pt x="21385" y="149121"/>
                    <a:pt x="22190" y="149696"/>
                    <a:pt x="22995" y="150271"/>
                  </a:cubicBezTo>
                  <a:lnTo>
                    <a:pt x="64155" y="376770"/>
                  </a:lnTo>
                  <a:cubicBezTo>
                    <a:pt x="65305" y="382979"/>
                    <a:pt x="70709" y="387577"/>
                    <a:pt x="77033" y="387577"/>
                  </a:cubicBezTo>
                  <a:lnTo>
                    <a:pt x="209367" y="387577"/>
                  </a:lnTo>
                  <a:cubicBezTo>
                    <a:pt x="215691" y="387577"/>
                    <a:pt x="221095" y="383094"/>
                    <a:pt x="222244" y="376770"/>
                  </a:cubicBezTo>
                  <a:lnTo>
                    <a:pt x="263290" y="151076"/>
                  </a:lnTo>
                  <a:cubicBezTo>
                    <a:pt x="264555" y="150386"/>
                    <a:pt x="265705" y="149581"/>
                    <a:pt x="266854" y="148546"/>
                  </a:cubicBezTo>
                  <a:cubicBezTo>
                    <a:pt x="277662" y="139578"/>
                    <a:pt x="278812" y="125092"/>
                    <a:pt x="278812" y="119343"/>
                  </a:cubicBezTo>
                  <a:cubicBezTo>
                    <a:pt x="278812" y="113594"/>
                    <a:pt x="277662" y="99108"/>
                    <a:pt x="266854" y="90140"/>
                  </a:cubicBezTo>
                  <a:moveTo>
                    <a:pt x="87955" y="361248"/>
                  </a:moveTo>
                  <a:lnTo>
                    <a:pt x="50359" y="154410"/>
                  </a:lnTo>
                  <a:lnTo>
                    <a:pt x="76572" y="154410"/>
                  </a:lnTo>
                  <a:lnTo>
                    <a:pt x="99912" y="361248"/>
                  </a:lnTo>
                  <a:lnTo>
                    <a:pt x="87955" y="361248"/>
                  </a:lnTo>
                  <a:close/>
                  <a:moveTo>
                    <a:pt x="132680" y="361248"/>
                  </a:moveTo>
                  <a:lnTo>
                    <a:pt x="121528" y="361248"/>
                  </a:lnTo>
                  <a:lnTo>
                    <a:pt x="98188" y="154410"/>
                  </a:lnTo>
                  <a:lnTo>
                    <a:pt x="132680" y="154410"/>
                  </a:lnTo>
                  <a:lnTo>
                    <a:pt x="132680" y="361248"/>
                  </a:lnTo>
                  <a:close/>
                  <a:moveTo>
                    <a:pt x="165447" y="361248"/>
                  </a:moveTo>
                  <a:lnTo>
                    <a:pt x="154295" y="361248"/>
                  </a:lnTo>
                  <a:lnTo>
                    <a:pt x="154295" y="158664"/>
                  </a:lnTo>
                  <a:cubicBezTo>
                    <a:pt x="154755" y="159239"/>
                    <a:pt x="155215" y="159929"/>
                    <a:pt x="155675" y="160389"/>
                  </a:cubicBezTo>
                  <a:cubicBezTo>
                    <a:pt x="164757" y="171426"/>
                    <a:pt x="179015" y="173611"/>
                    <a:pt x="186603" y="173956"/>
                  </a:cubicBezTo>
                  <a:lnTo>
                    <a:pt x="165447" y="361248"/>
                  </a:lnTo>
                  <a:close/>
                  <a:moveTo>
                    <a:pt x="198445" y="361248"/>
                  </a:moveTo>
                  <a:lnTo>
                    <a:pt x="187177" y="361248"/>
                  </a:lnTo>
                  <a:lnTo>
                    <a:pt x="208677" y="170392"/>
                  </a:lnTo>
                  <a:cubicBezTo>
                    <a:pt x="213507" y="168322"/>
                    <a:pt x="218336" y="165333"/>
                    <a:pt x="222359" y="160504"/>
                  </a:cubicBezTo>
                  <a:cubicBezTo>
                    <a:pt x="223969" y="158664"/>
                    <a:pt x="225234" y="156595"/>
                    <a:pt x="226269" y="154410"/>
                  </a:cubicBezTo>
                  <a:lnTo>
                    <a:pt x="236156" y="154410"/>
                  </a:lnTo>
                  <a:lnTo>
                    <a:pt x="198445" y="361248"/>
                  </a:lnTo>
                  <a:close/>
                  <a:moveTo>
                    <a:pt x="253058" y="131990"/>
                  </a:moveTo>
                  <a:cubicBezTo>
                    <a:pt x="252253" y="132680"/>
                    <a:pt x="251448" y="132910"/>
                    <a:pt x="250298" y="132910"/>
                  </a:cubicBezTo>
                  <a:lnTo>
                    <a:pt x="217990" y="132910"/>
                  </a:lnTo>
                  <a:cubicBezTo>
                    <a:pt x="212357" y="132910"/>
                    <a:pt x="207643" y="137279"/>
                    <a:pt x="207183" y="142913"/>
                  </a:cubicBezTo>
                  <a:cubicBezTo>
                    <a:pt x="207068" y="144407"/>
                    <a:pt x="206608" y="145672"/>
                    <a:pt x="205688" y="146822"/>
                  </a:cubicBezTo>
                  <a:cubicBezTo>
                    <a:pt x="202699" y="150386"/>
                    <a:pt x="196146" y="152686"/>
                    <a:pt x="188902" y="152686"/>
                  </a:cubicBezTo>
                  <a:cubicBezTo>
                    <a:pt x="188902" y="152686"/>
                    <a:pt x="188902" y="152686"/>
                    <a:pt x="188902" y="152686"/>
                  </a:cubicBezTo>
                  <a:cubicBezTo>
                    <a:pt x="181659" y="152686"/>
                    <a:pt x="175105" y="150386"/>
                    <a:pt x="172231" y="146822"/>
                  </a:cubicBezTo>
                  <a:cubicBezTo>
                    <a:pt x="171311" y="145672"/>
                    <a:pt x="170736" y="144407"/>
                    <a:pt x="170621" y="142913"/>
                  </a:cubicBezTo>
                  <a:cubicBezTo>
                    <a:pt x="170161" y="137279"/>
                    <a:pt x="165447" y="132910"/>
                    <a:pt x="159814" y="132910"/>
                  </a:cubicBezTo>
                  <a:lnTo>
                    <a:pt x="36792" y="132795"/>
                  </a:lnTo>
                  <a:cubicBezTo>
                    <a:pt x="35642" y="132795"/>
                    <a:pt x="34837" y="132565"/>
                    <a:pt x="34032" y="131875"/>
                  </a:cubicBezTo>
                  <a:cubicBezTo>
                    <a:pt x="31503" y="129806"/>
                    <a:pt x="29778" y="124747"/>
                    <a:pt x="29778" y="119228"/>
                  </a:cubicBezTo>
                  <a:cubicBezTo>
                    <a:pt x="29778" y="113824"/>
                    <a:pt x="31503" y="108765"/>
                    <a:pt x="34032" y="106581"/>
                  </a:cubicBezTo>
                  <a:cubicBezTo>
                    <a:pt x="34837" y="105891"/>
                    <a:pt x="35642" y="105661"/>
                    <a:pt x="36792" y="105661"/>
                  </a:cubicBezTo>
                  <a:cubicBezTo>
                    <a:pt x="38861" y="105661"/>
                    <a:pt x="41621" y="106581"/>
                    <a:pt x="44610" y="108191"/>
                  </a:cubicBezTo>
                  <a:cubicBezTo>
                    <a:pt x="48864" y="110490"/>
                    <a:pt x="54038" y="109685"/>
                    <a:pt x="57487" y="106236"/>
                  </a:cubicBezTo>
                  <a:cubicBezTo>
                    <a:pt x="60821" y="102787"/>
                    <a:pt x="61511" y="97613"/>
                    <a:pt x="59211" y="93359"/>
                  </a:cubicBezTo>
                  <a:cubicBezTo>
                    <a:pt x="57487" y="90370"/>
                    <a:pt x="56567" y="87610"/>
                    <a:pt x="56567" y="85541"/>
                  </a:cubicBezTo>
                  <a:cubicBezTo>
                    <a:pt x="56567" y="84391"/>
                    <a:pt x="56797" y="83586"/>
                    <a:pt x="57372" y="82781"/>
                  </a:cubicBezTo>
                  <a:cubicBezTo>
                    <a:pt x="58867" y="80942"/>
                    <a:pt x="61856" y="79562"/>
                    <a:pt x="65650" y="78872"/>
                  </a:cubicBezTo>
                  <a:cubicBezTo>
                    <a:pt x="70134" y="78067"/>
                    <a:pt x="73583" y="74503"/>
                    <a:pt x="74273" y="70019"/>
                  </a:cubicBezTo>
                  <a:cubicBezTo>
                    <a:pt x="74848" y="66110"/>
                    <a:pt x="76342" y="63121"/>
                    <a:pt x="78182" y="61511"/>
                  </a:cubicBezTo>
                  <a:cubicBezTo>
                    <a:pt x="78987" y="60821"/>
                    <a:pt x="79792" y="60591"/>
                    <a:pt x="80826" y="60591"/>
                  </a:cubicBezTo>
                  <a:cubicBezTo>
                    <a:pt x="82896" y="60591"/>
                    <a:pt x="85656" y="61511"/>
                    <a:pt x="88645" y="63121"/>
                  </a:cubicBezTo>
                  <a:cubicBezTo>
                    <a:pt x="92899" y="65420"/>
                    <a:pt x="98073" y="64615"/>
                    <a:pt x="101407" y="61166"/>
                  </a:cubicBezTo>
                  <a:cubicBezTo>
                    <a:pt x="104741" y="57717"/>
                    <a:pt x="105431" y="52543"/>
                    <a:pt x="103131" y="48289"/>
                  </a:cubicBezTo>
                  <a:cubicBezTo>
                    <a:pt x="101407" y="45300"/>
                    <a:pt x="100487" y="42540"/>
                    <a:pt x="100487" y="40471"/>
                  </a:cubicBezTo>
                  <a:cubicBezTo>
                    <a:pt x="100487" y="39321"/>
                    <a:pt x="100717" y="38516"/>
                    <a:pt x="101292" y="37711"/>
                  </a:cubicBezTo>
                  <a:cubicBezTo>
                    <a:pt x="103362" y="35182"/>
                    <a:pt x="108420" y="33342"/>
                    <a:pt x="113824" y="33227"/>
                  </a:cubicBezTo>
                  <a:cubicBezTo>
                    <a:pt x="116124" y="33227"/>
                    <a:pt x="120377" y="32653"/>
                    <a:pt x="127736" y="31848"/>
                  </a:cubicBezTo>
                  <a:cubicBezTo>
                    <a:pt x="134059" y="31158"/>
                    <a:pt x="142798" y="30123"/>
                    <a:pt x="145557" y="30123"/>
                  </a:cubicBezTo>
                  <a:cubicBezTo>
                    <a:pt x="149811" y="30123"/>
                    <a:pt x="153835" y="31158"/>
                    <a:pt x="156480" y="32998"/>
                  </a:cubicBezTo>
                  <a:cubicBezTo>
                    <a:pt x="159239" y="34837"/>
                    <a:pt x="162573" y="35412"/>
                    <a:pt x="165792" y="34377"/>
                  </a:cubicBezTo>
                  <a:cubicBezTo>
                    <a:pt x="168092" y="33687"/>
                    <a:pt x="170736" y="33342"/>
                    <a:pt x="173266" y="33342"/>
                  </a:cubicBezTo>
                  <a:cubicBezTo>
                    <a:pt x="178669" y="33457"/>
                    <a:pt x="183728" y="35182"/>
                    <a:pt x="185798" y="37826"/>
                  </a:cubicBezTo>
                  <a:cubicBezTo>
                    <a:pt x="186372" y="38631"/>
                    <a:pt x="186718" y="39436"/>
                    <a:pt x="186603" y="40586"/>
                  </a:cubicBezTo>
                  <a:cubicBezTo>
                    <a:pt x="186603" y="42655"/>
                    <a:pt x="185568" y="45415"/>
                    <a:pt x="183958" y="48404"/>
                  </a:cubicBezTo>
                  <a:cubicBezTo>
                    <a:pt x="181544" y="52543"/>
                    <a:pt x="182349" y="57832"/>
                    <a:pt x="185683" y="61281"/>
                  </a:cubicBezTo>
                  <a:cubicBezTo>
                    <a:pt x="189017" y="64730"/>
                    <a:pt x="194306" y="65535"/>
                    <a:pt x="198445" y="63236"/>
                  </a:cubicBezTo>
                  <a:cubicBezTo>
                    <a:pt x="201434" y="61626"/>
                    <a:pt x="204194" y="60706"/>
                    <a:pt x="206263" y="60706"/>
                  </a:cubicBezTo>
                  <a:cubicBezTo>
                    <a:pt x="207413" y="60706"/>
                    <a:pt x="208218" y="60936"/>
                    <a:pt x="208908" y="61626"/>
                  </a:cubicBezTo>
                  <a:cubicBezTo>
                    <a:pt x="210747" y="63121"/>
                    <a:pt x="212127" y="66225"/>
                    <a:pt x="212817" y="70134"/>
                  </a:cubicBezTo>
                  <a:cubicBezTo>
                    <a:pt x="213507" y="74618"/>
                    <a:pt x="217071" y="78182"/>
                    <a:pt x="221440" y="78987"/>
                  </a:cubicBezTo>
                  <a:cubicBezTo>
                    <a:pt x="225234" y="79677"/>
                    <a:pt x="228223" y="81172"/>
                    <a:pt x="229718" y="83011"/>
                  </a:cubicBezTo>
                  <a:cubicBezTo>
                    <a:pt x="230293" y="83816"/>
                    <a:pt x="230638" y="84621"/>
                    <a:pt x="230523" y="85771"/>
                  </a:cubicBezTo>
                  <a:cubicBezTo>
                    <a:pt x="230523" y="87840"/>
                    <a:pt x="229488" y="90600"/>
                    <a:pt x="227879" y="93589"/>
                  </a:cubicBezTo>
                  <a:cubicBezTo>
                    <a:pt x="225464" y="97728"/>
                    <a:pt x="226154" y="103017"/>
                    <a:pt x="229603" y="106466"/>
                  </a:cubicBezTo>
                  <a:cubicBezTo>
                    <a:pt x="232938" y="109915"/>
                    <a:pt x="238226" y="110720"/>
                    <a:pt x="242365" y="108421"/>
                  </a:cubicBezTo>
                  <a:cubicBezTo>
                    <a:pt x="245354" y="106811"/>
                    <a:pt x="248114" y="105891"/>
                    <a:pt x="250184" y="105891"/>
                  </a:cubicBezTo>
                  <a:cubicBezTo>
                    <a:pt x="251333" y="105891"/>
                    <a:pt x="252138" y="106121"/>
                    <a:pt x="252943" y="106811"/>
                  </a:cubicBezTo>
                  <a:lnTo>
                    <a:pt x="252943" y="106811"/>
                  </a:lnTo>
                  <a:cubicBezTo>
                    <a:pt x="255472" y="108880"/>
                    <a:pt x="257197" y="113939"/>
                    <a:pt x="257197" y="119458"/>
                  </a:cubicBezTo>
                  <a:cubicBezTo>
                    <a:pt x="257312" y="124747"/>
                    <a:pt x="255587" y="129806"/>
                    <a:pt x="253058" y="131990"/>
                  </a:cubicBezTo>
                </a:path>
              </a:pathLst>
            </a:custGeom>
            <a:solidFill>
              <a:srgbClr val="FF0A0A"/>
            </a:solidFill>
            <a:ln w="9525" cap="flat">
              <a:noFill/>
              <a:prstDash val="solid"/>
              <a:miter/>
            </a:ln>
          </p:spPr>
          <p:txBody>
            <a:bodyPr rtlCol="0" anchor="ctr"/>
            <a:lstStyle/>
            <a:p>
              <a:endParaRPr lang="en-GB"/>
            </a:p>
          </p:txBody>
        </p:sp>
        <p:sp>
          <p:nvSpPr>
            <p:cNvPr id="148" name="Freeform: Shape 275">
              <a:extLst>
                <a:ext uri="{FF2B5EF4-FFF2-40B4-BE49-F238E27FC236}">
                  <a16:creationId xmlns:a16="http://schemas.microsoft.com/office/drawing/2014/main" id="{2ADB8DE9-2EA3-7E40-9DA9-94967FEAC388}"/>
                </a:ext>
              </a:extLst>
            </p:cNvPr>
            <p:cNvSpPr/>
            <p:nvPr/>
          </p:nvSpPr>
          <p:spPr>
            <a:xfrm>
              <a:off x="9040487" y="1983024"/>
              <a:ext cx="103477" cy="91979"/>
            </a:xfrm>
            <a:custGeom>
              <a:avLst/>
              <a:gdLst>
                <a:gd name="connsiteX0" fmla="*/ 78731 w 103476"/>
                <a:gd name="connsiteY0" fmla="*/ 92230 h 91979"/>
                <a:gd name="connsiteX1" fmla="*/ 72867 w 103476"/>
                <a:gd name="connsiteY1" fmla="*/ 91425 h 91979"/>
                <a:gd name="connsiteX2" fmla="*/ 57231 w 103476"/>
                <a:gd name="connsiteY2" fmla="*/ 81652 h 91979"/>
                <a:gd name="connsiteX3" fmla="*/ 57000 w 103476"/>
                <a:gd name="connsiteY3" fmla="*/ 81422 h 91979"/>
                <a:gd name="connsiteX4" fmla="*/ 52172 w 103476"/>
                <a:gd name="connsiteY4" fmla="*/ 75328 h 91979"/>
                <a:gd name="connsiteX5" fmla="*/ 44928 w 103476"/>
                <a:gd name="connsiteY5" fmla="*/ 78318 h 91979"/>
                <a:gd name="connsiteX6" fmla="*/ 44698 w 103476"/>
                <a:gd name="connsiteY6" fmla="*/ 78433 h 91979"/>
                <a:gd name="connsiteX7" fmla="*/ 26418 w 103476"/>
                <a:gd name="connsiteY7" fmla="*/ 79352 h 91979"/>
                <a:gd name="connsiteX8" fmla="*/ 13655 w 103476"/>
                <a:gd name="connsiteY8" fmla="*/ 70729 h 91979"/>
                <a:gd name="connsiteX9" fmla="*/ 9861 w 103476"/>
                <a:gd name="connsiteY9" fmla="*/ 44055 h 91979"/>
                <a:gd name="connsiteX10" fmla="*/ 26072 w 103476"/>
                <a:gd name="connsiteY10" fmla="*/ 22555 h 91979"/>
                <a:gd name="connsiteX11" fmla="*/ 36305 w 103476"/>
                <a:gd name="connsiteY11" fmla="*/ 20371 h 91979"/>
                <a:gd name="connsiteX12" fmla="*/ 42398 w 103476"/>
                <a:gd name="connsiteY12" fmla="*/ 13702 h 91979"/>
                <a:gd name="connsiteX13" fmla="*/ 69073 w 103476"/>
                <a:gd name="connsiteY13" fmla="*/ 9908 h 91979"/>
                <a:gd name="connsiteX14" fmla="*/ 90573 w 103476"/>
                <a:gd name="connsiteY14" fmla="*/ 26119 h 91979"/>
                <a:gd name="connsiteX15" fmla="*/ 92643 w 103476"/>
                <a:gd name="connsiteY15" fmla="*/ 34858 h 91979"/>
                <a:gd name="connsiteX16" fmla="*/ 100461 w 103476"/>
                <a:gd name="connsiteY16" fmla="*/ 41641 h 91979"/>
                <a:gd name="connsiteX17" fmla="*/ 100461 w 103476"/>
                <a:gd name="connsiteY17" fmla="*/ 41641 h 91979"/>
                <a:gd name="connsiteX18" fmla="*/ 104255 w 103476"/>
                <a:gd name="connsiteY18" fmla="*/ 68315 h 91979"/>
                <a:gd name="connsiteX19" fmla="*/ 88044 w 103476"/>
                <a:gd name="connsiteY19" fmla="*/ 89815 h 91979"/>
                <a:gd name="connsiteX20" fmla="*/ 78731 w 103476"/>
                <a:gd name="connsiteY20" fmla="*/ 92230 h 91979"/>
                <a:gd name="connsiteX21" fmla="*/ 72867 w 103476"/>
                <a:gd name="connsiteY21" fmla="*/ 66705 h 91979"/>
                <a:gd name="connsiteX22" fmla="*/ 78271 w 103476"/>
                <a:gd name="connsiteY22" fmla="*/ 70499 h 91979"/>
                <a:gd name="connsiteX23" fmla="*/ 78961 w 103476"/>
                <a:gd name="connsiteY23" fmla="*/ 70499 h 91979"/>
                <a:gd name="connsiteX24" fmla="*/ 83444 w 103476"/>
                <a:gd name="connsiteY24" fmla="*/ 63141 h 91979"/>
                <a:gd name="connsiteX25" fmla="*/ 83100 w 103476"/>
                <a:gd name="connsiteY25" fmla="*/ 54518 h 91979"/>
                <a:gd name="connsiteX26" fmla="*/ 82525 w 103476"/>
                <a:gd name="connsiteY26" fmla="*/ 54173 h 91979"/>
                <a:gd name="connsiteX27" fmla="*/ 80340 w 103476"/>
                <a:gd name="connsiteY27" fmla="*/ 54058 h 91979"/>
                <a:gd name="connsiteX28" fmla="*/ 70567 w 103476"/>
                <a:gd name="connsiteY28" fmla="*/ 48884 h 91979"/>
                <a:gd name="connsiteX29" fmla="*/ 70452 w 103476"/>
                <a:gd name="connsiteY29" fmla="*/ 37847 h 91979"/>
                <a:gd name="connsiteX30" fmla="*/ 71142 w 103476"/>
                <a:gd name="connsiteY30" fmla="*/ 36237 h 91979"/>
                <a:gd name="connsiteX31" fmla="*/ 71142 w 103476"/>
                <a:gd name="connsiteY31" fmla="*/ 35547 h 91979"/>
                <a:gd name="connsiteX32" fmla="*/ 63784 w 103476"/>
                <a:gd name="connsiteY32" fmla="*/ 31063 h 91979"/>
                <a:gd name="connsiteX33" fmla="*/ 55161 w 103476"/>
                <a:gd name="connsiteY33" fmla="*/ 31408 h 91979"/>
                <a:gd name="connsiteX34" fmla="*/ 54816 w 103476"/>
                <a:gd name="connsiteY34" fmla="*/ 31983 h 91979"/>
                <a:gd name="connsiteX35" fmla="*/ 54701 w 103476"/>
                <a:gd name="connsiteY35" fmla="*/ 33708 h 91979"/>
                <a:gd name="connsiteX36" fmla="*/ 49182 w 103476"/>
                <a:gd name="connsiteY36" fmla="*/ 43251 h 91979"/>
                <a:gd name="connsiteX37" fmla="*/ 38144 w 103476"/>
                <a:gd name="connsiteY37" fmla="*/ 43021 h 91979"/>
                <a:gd name="connsiteX38" fmla="*/ 36190 w 103476"/>
                <a:gd name="connsiteY38" fmla="*/ 42101 h 91979"/>
                <a:gd name="connsiteX39" fmla="*/ 35500 w 103476"/>
                <a:gd name="connsiteY39" fmla="*/ 42101 h 91979"/>
                <a:gd name="connsiteX40" fmla="*/ 31016 w 103476"/>
                <a:gd name="connsiteY40" fmla="*/ 49459 h 91979"/>
                <a:gd name="connsiteX41" fmla="*/ 31361 w 103476"/>
                <a:gd name="connsiteY41" fmla="*/ 58082 h 91979"/>
                <a:gd name="connsiteX42" fmla="*/ 31936 w 103476"/>
                <a:gd name="connsiteY42" fmla="*/ 58427 h 91979"/>
                <a:gd name="connsiteX43" fmla="*/ 38490 w 103476"/>
                <a:gd name="connsiteY43" fmla="*/ 57737 h 91979"/>
                <a:gd name="connsiteX44" fmla="*/ 49757 w 103476"/>
                <a:gd name="connsiteY44" fmla="*/ 51414 h 91979"/>
                <a:gd name="connsiteX45" fmla="*/ 62174 w 103476"/>
                <a:gd name="connsiteY45" fmla="*/ 50954 h 91979"/>
                <a:gd name="connsiteX46" fmla="*/ 66198 w 103476"/>
                <a:gd name="connsiteY46" fmla="*/ 55553 h 91979"/>
                <a:gd name="connsiteX47" fmla="*/ 72867 w 103476"/>
                <a:gd name="connsiteY47" fmla="*/ 66705 h 9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3476" h="91979">
                  <a:moveTo>
                    <a:pt x="78731" y="92230"/>
                  </a:moveTo>
                  <a:cubicBezTo>
                    <a:pt x="76776" y="92230"/>
                    <a:pt x="74821" y="92000"/>
                    <a:pt x="72867" y="91425"/>
                  </a:cubicBezTo>
                  <a:cubicBezTo>
                    <a:pt x="66083" y="89700"/>
                    <a:pt x="60680" y="85216"/>
                    <a:pt x="57231" y="81652"/>
                  </a:cubicBezTo>
                  <a:cubicBezTo>
                    <a:pt x="57115" y="81537"/>
                    <a:pt x="57115" y="81537"/>
                    <a:pt x="57000" y="81422"/>
                  </a:cubicBezTo>
                  <a:cubicBezTo>
                    <a:pt x="55276" y="79582"/>
                    <a:pt x="53666" y="77513"/>
                    <a:pt x="52172" y="75328"/>
                  </a:cubicBezTo>
                  <a:cubicBezTo>
                    <a:pt x="49757" y="76593"/>
                    <a:pt x="47343" y="77513"/>
                    <a:pt x="44928" y="78318"/>
                  </a:cubicBezTo>
                  <a:cubicBezTo>
                    <a:pt x="44813" y="78318"/>
                    <a:pt x="44813" y="78433"/>
                    <a:pt x="44698" y="78433"/>
                  </a:cubicBezTo>
                  <a:cubicBezTo>
                    <a:pt x="40100" y="79812"/>
                    <a:pt x="33086" y="81192"/>
                    <a:pt x="26418" y="79352"/>
                  </a:cubicBezTo>
                  <a:cubicBezTo>
                    <a:pt x="21129" y="77973"/>
                    <a:pt x="16759" y="74983"/>
                    <a:pt x="13655" y="70729"/>
                  </a:cubicBezTo>
                  <a:cubicBezTo>
                    <a:pt x="6527" y="60957"/>
                    <a:pt x="8711" y="48884"/>
                    <a:pt x="9861" y="44055"/>
                  </a:cubicBezTo>
                  <a:cubicBezTo>
                    <a:pt x="11126" y="39342"/>
                    <a:pt x="15150" y="27729"/>
                    <a:pt x="26072" y="22555"/>
                  </a:cubicBezTo>
                  <a:cubicBezTo>
                    <a:pt x="29292" y="21061"/>
                    <a:pt x="32741" y="20371"/>
                    <a:pt x="36305" y="20371"/>
                  </a:cubicBezTo>
                  <a:cubicBezTo>
                    <a:pt x="37915" y="17841"/>
                    <a:pt x="39869" y="15542"/>
                    <a:pt x="42398" y="13702"/>
                  </a:cubicBezTo>
                  <a:cubicBezTo>
                    <a:pt x="52287" y="6574"/>
                    <a:pt x="64359" y="8643"/>
                    <a:pt x="69073" y="9908"/>
                  </a:cubicBezTo>
                  <a:cubicBezTo>
                    <a:pt x="73787" y="11173"/>
                    <a:pt x="85399" y="15197"/>
                    <a:pt x="90573" y="26119"/>
                  </a:cubicBezTo>
                  <a:cubicBezTo>
                    <a:pt x="91838" y="28879"/>
                    <a:pt x="92643" y="31868"/>
                    <a:pt x="92643" y="34858"/>
                  </a:cubicBezTo>
                  <a:cubicBezTo>
                    <a:pt x="95747" y="36467"/>
                    <a:pt x="98391" y="38767"/>
                    <a:pt x="100461" y="41641"/>
                  </a:cubicBezTo>
                  <a:cubicBezTo>
                    <a:pt x="100461" y="41641"/>
                    <a:pt x="100461" y="41641"/>
                    <a:pt x="100461" y="41641"/>
                  </a:cubicBezTo>
                  <a:cubicBezTo>
                    <a:pt x="107589" y="51414"/>
                    <a:pt x="105405" y="63486"/>
                    <a:pt x="104255" y="68315"/>
                  </a:cubicBezTo>
                  <a:cubicBezTo>
                    <a:pt x="102990" y="73029"/>
                    <a:pt x="98966" y="84641"/>
                    <a:pt x="88044" y="89815"/>
                  </a:cubicBezTo>
                  <a:cubicBezTo>
                    <a:pt x="85169" y="91425"/>
                    <a:pt x="81950" y="92230"/>
                    <a:pt x="78731" y="92230"/>
                  </a:cubicBezTo>
                  <a:moveTo>
                    <a:pt x="72867" y="66705"/>
                  </a:moveTo>
                  <a:cubicBezTo>
                    <a:pt x="75166" y="69005"/>
                    <a:pt x="77121" y="70155"/>
                    <a:pt x="78271" y="70499"/>
                  </a:cubicBezTo>
                  <a:cubicBezTo>
                    <a:pt x="78731" y="70614"/>
                    <a:pt x="78846" y="70614"/>
                    <a:pt x="78961" y="70499"/>
                  </a:cubicBezTo>
                  <a:cubicBezTo>
                    <a:pt x="80685" y="69695"/>
                    <a:pt x="82525" y="66590"/>
                    <a:pt x="83444" y="63141"/>
                  </a:cubicBezTo>
                  <a:cubicBezTo>
                    <a:pt x="84364" y="59692"/>
                    <a:pt x="84134" y="56128"/>
                    <a:pt x="83100" y="54518"/>
                  </a:cubicBezTo>
                  <a:cubicBezTo>
                    <a:pt x="82985" y="54403"/>
                    <a:pt x="82870" y="54288"/>
                    <a:pt x="82525" y="54173"/>
                  </a:cubicBezTo>
                  <a:cubicBezTo>
                    <a:pt x="82180" y="54058"/>
                    <a:pt x="81490" y="53943"/>
                    <a:pt x="80340" y="54058"/>
                  </a:cubicBezTo>
                  <a:cubicBezTo>
                    <a:pt x="76431" y="54288"/>
                    <a:pt x="72637" y="52334"/>
                    <a:pt x="70567" y="48884"/>
                  </a:cubicBezTo>
                  <a:cubicBezTo>
                    <a:pt x="68498" y="45435"/>
                    <a:pt x="68498" y="41296"/>
                    <a:pt x="70452" y="37847"/>
                  </a:cubicBezTo>
                  <a:cubicBezTo>
                    <a:pt x="70913" y="37042"/>
                    <a:pt x="71028" y="36582"/>
                    <a:pt x="71142" y="36237"/>
                  </a:cubicBezTo>
                  <a:cubicBezTo>
                    <a:pt x="71257" y="35777"/>
                    <a:pt x="71142" y="35662"/>
                    <a:pt x="71142" y="35547"/>
                  </a:cubicBezTo>
                  <a:cubicBezTo>
                    <a:pt x="70338" y="33823"/>
                    <a:pt x="67233" y="31868"/>
                    <a:pt x="63784" y="31063"/>
                  </a:cubicBezTo>
                  <a:cubicBezTo>
                    <a:pt x="60334" y="30259"/>
                    <a:pt x="56770" y="30374"/>
                    <a:pt x="55161" y="31408"/>
                  </a:cubicBezTo>
                  <a:cubicBezTo>
                    <a:pt x="55046" y="31523"/>
                    <a:pt x="54931" y="31638"/>
                    <a:pt x="54816" y="31983"/>
                  </a:cubicBezTo>
                  <a:cubicBezTo>
                    <a:pt x="54701" y="32328"/>
                    <a:pt x="54586" y="32788"/>
                    <a:pt x="54701" y="33708"/>
                  </a:cubicBezTo>
                  <a:cubicBezTo>
                    <a:pt x="54816" y="37617"/>
                    <a:pt x="52631" y="41296"/>
                    <a:pt x="49182" y="43251"/>
                  </a:cubicBezTo>
                  <a:cubicBezTo>
                    <a:pt x="45733" y="45205"/>
                    <a:pt x="41479" y="45090"/>
                    <a:pt x="38144" y="43021"/>
                  </a:cubicBezTo>
                  <a:cubicBezTo>
                    <a:pt x="37225" y="42446"/>
                    <a:pt x="36535" y="42216"/>
                    <a:pt x="36190" y="42101"/>
                  </a:cubicBezTo>
                  <a:cubicBezTo>
                    <a:pt x="35730" y="41986"/>
                    <a:pt x="35615" y="41986"/>
                    <a:pt x="35500" y="42101"/>
                  </a:cubicBezTo>
                  <a:cubicBezTo>
                    <a:pt x="33775" y="42906"/>
                    <a:pt x="31821" y="46010"/>
                    <a:pt x="31016" y="49459"/>
                  </a:cubicBezTo>
                  <a:cubicBezTo>
                    <a:pt x="30097" y="52908"/>
                    <a:pt x="30326" y="56473"/>
                    <a:pt x="31361" y="58082"/>
                  </a:cubicBezTo>
                  <a:cubicBezTo>
                    <a:pt x="31476" y="58197"/>
                    <a:pt x="31591" y="58312"/>
                    <a:pt x="31936" y="58427"/>
                  </a:cubicBezTo>
                  <a:cubicBezTo>
                    <a:pt x="33086" y="58657"/>
                    <a:pt x="35385" y="58657"/>
                    <a:pt x="38490" y="57737"/>
                  </a:cubicBezTo>
                  <a:cubicBezTo>
                    <a:pt x="41939" y="56588"/>
                    <a:pt x="45503" y="54518"/>
                    <a:pt x="49757" y="51414"/>
                  </a:cubicBezTo>
                  <a:cubicBezTo>
                    <a:pt x="53551" y="48539"/>
                    <a:pt x="58495" y="48539"/>
                    <a:pt x="62174" y="50954"/>
                  </a:cubicBezTo>
                  <a:cubicBezTo>
                    <a:pt x="63899" y="52104"/>
                    <a:pt x="65279" y="53713"/>
                    <a:pt x="66198" y="55553"/>
                  </a:cubicBezTo>
                  <a:cubicBezTo>
                    <a:pt x="68268" y="60612"/>
                    <a:pt x="70452" y="64061"/>
                    <a:pt x="72867" y="66705"/>
                  </a:cubicBezTo>
                </a:path>
              </a:pathLst>
            </a:custGeom>
            <a:solidFill>
              <a:srgbClr val="FF0A0A"/>
            </a:solidFill>
            <a:ln w="9525" cap="flat">
              <a:noFill/>
              <a:prstDash val="solid"/>
              <a:miter/>
            </a:ln>
          </p:spPr>
          <p:txBody>
            <a:bodyPr rtlCol="0" anchor="ctr"/>
            <a:lstStyle/>
            <a:p>
              <a:endParaRPr lang="en-GB"/>
            </a:p>
          </p:txBody>
        </p:sp>
      </p:grpSp>
      <p:sp>
        <p:nvSpPr>
          <p:cNvPr id="135" name="Graphic 17">
            <a:extLst>
              <a:ext uri="{FF2B5EF4-FFF2-40B4-BE49-F238E27FC236}">
                <a16:creationId xmlns:a16="http://schemas.microsoft.com/office/drawing/2014/main" id="{B253036E-723D-458C-A457-B54D5A891394}"/>
              </a:ext>
            </a:extLst>
          </p:cNvPr>
          <p:cNvSpPr/>
          <p:nvPr/>
        </p:nvSpPr>
        <p:spPr>
          <a:xfrm>
            <a:off x="3606830" y="2955167"/>
            <a:ext cx="1056780" cy="995739"/>
          </a:xfrm>
          <a:custGeom>
            <a:avLst/>
            <a:gdLst>
              <a:gd name="connsiteX0" fmla="*/ 1675162 w 2638425"/>
              <a:gd name="connsiteY0" fmla="*/ 2229898 h 2486025"/>
              <a:gd name="connsiteX1" fmla="*/ 909352 w 2638425"/>
              <a:gd name="connsiteY1" fmla="*/ 2483358 h 2486025"/>
              <a:gd name="connsiteX2" fmla="*/ 420243 w 2638425"/>
              <a:gd name="connsiteY2" fmla="*/ 2310098 h 2486025"/>
              <a:gd name="connsiteX3" fmla="*/ 7144 w 2638425"/>
              <a:gd name="connsiteY3" fmla="*/ 1245203 h 2486025"/>
              <a:gd name="connsiteX4" fmla="*/ 420243 w 2638425"/>
              <a:gd name="connsiteY4" fmla="*/ 180308 h 2486025"/>
              <a:gd name="connsiteX5" fmla="*/ 909352 w 2638425"/>
              <a:gd name="connsiteY5" fmla="*/ 7144 h 2486025"/>
              <a:gd name="connsiteX6" fmla="*/ 1675162 w 2638425"/>
              <a:gd name="connsiteY6" fmla="*/ 260509 h 2486025"/>
              <a:gd name="connsiteX7" fmla="*/ 2639568 w 2638425"/>
              <a:gd name="connsiteY7" fmla="*/ 1245299 h 2486025"/>
              <a:gd name="connsiteX8" fmla="*/ 1675162 w 2638425"/>
              <a:gd name="connsiteY8" fmla="*/ 2229898 h 24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425" h="2486025">
                <a:moveTo>
                  <a:pt x="1675162" y="2229898"/>
                </a:moveTo>
                <a:cubicBezTo>
                  <a:pt x="1485805" y="2345246"/>
                  <a:pt x="1198340" y="2483358"/>
                  <a:pt x="909352" y="2483358"/>
                </a:cubicBezTo>
                <a:cubicBezTo>
                  <a:pt x="722662" y="2483358"/>
                  <a:pt x="558260" y="2424875"/>
                  <a:pt x="420243" y="2310098"/>
                </a:cubicBezTo>
                <a:cubicBezTo>
                  <a:pt x="116586" y="2057686"/>
                  <a:pt x="7144" y="1612202"/>
                  <a:pt x="7144" y="1245203"/>
                </a:cubicBezTo>
                <a:cubicBezTo>
                  <a:pt x="7144" y="878205"/>
                  <a:pt x="116586" y="432816"/>
                  <a:pt x="420243" y="180308"/>
                </a:cubicBezTo>
                <a:cubicBezTo>
                  <a:pt x="558260" y="65627"/>
                  <a:pt x="722757" y="7144"/>
                  <a:pt x="909352" y="7144"/>
                </a:cubicBezTo>
                <a:cubicBezTo>
                  <a:pt x="1198340" y="7144"/>
                  <a:pt x="1485805" y="145256"/>
                  <a:pt x="1675162" y="260509"/>
                </a:cubicBezTo>
                <a:cubicBezTo>
                  <a:pt x="1999012" y="468249"/>
                  <a:pt x="2297811" y="767620"/>
                  <a:pt x="2639568" y="1245299"/>
                </a:cubicBezTo>
                <a:cubicBezTo>
                  <a:pt x="2297811" y="1722882"/>
                  <a:pt x="1999012" y="2022253"/>
                  <a:pt x="1675162" y="2229898"/>
                </a:cubicBezTo>
              </a:path>
            </a:pathLst>
          </a:custGeom>
          <a:solidFill>
            <a:schemeClr val="accent1"/>
          </a:solidFill>
          <a:ln w="9525" cap="flat">
            <a:noFill/>
            <a:prstDash val="solid"/>
            <a:miter/>
          </a:ln>
        </p:spPr>
        <p:txBody>
          <a:bodyPr rtlCol="0" anchor="ctr"/>
          <a:lstStyle/>
          <a:p>
            <a:endParaRPr lang="en-GB"/>
          </a:p>
        </p:txBody>
      </p:sp>
      <p:sp>
        <p:nvSpPr>
          <p:cNvPr id="151" name="TextBox 150">
            <a:extLst>
              <a:ext uri="{FF2B5EF4-FFF2-40B4-BE49-F238E27FC236}">
                <a16:creationId xmlns:a16="http://schemas.microsoft.com/office/drawing/2014/main" id="{7DC18D04-8C1F-CD42-BB9D-A933D76B3487}"/>
              </a:ext>
            </a:extLst>
          </p:cNvPr>
          <p:cNvSpPr txBox="1"/>
          <p:nvPr/>
        </p:nvSpPr>
        <p:spPr>
          <a:xfrm>
            <a:off x="3700065" y="3146888"/>
            <a:ext cx="772346" cy="607071"/>
          </a:xfrm>
          <a:prstGeom prst="rect">
            <a:avLst/>
          </a:prstGeom>
          <a:noFill/>
          <a:ln>
            <a:noFill/>
          </a:ln>
        </p:spPr>
        <p:txBody>
          <a:bodyPr wrap="square" lIns="0" tIns="72000" rIns="0" bIns="72000" rtlCol="0" anchor="ctr" anchorCtr="0">
            <a:spAutoFit/>
          </a:bodyPr>
          <a:lstStyle/>
          <a:p>
            <a:pPr algn="ctr"/>
            <a:r>
              <a:rPr lang="en-US" sz="1000" dirty="0">
                <a:solidFill>
                  <a:schemeClr val="bg1"/>
                </a:solidFill>
                <a:latin typeface="Arial Regular"/>
                <a:ea typeface="VM Circular Whisper TT Light" charset="0"/>
                <a:cs typeface="VM Circular Chat Book" panose="020B0604020101020102" pitchFamily="34" charset="77"/>
              </a:rPr>
              <a:t>Use roundels to highlight key dates</a:t>
            </a:r>
          </a:p>
        </p:txBody>
      </p:sp>
      <p:grpSp>
        <p:nvGrpSpPr>
          <p:cNvPr id="71" name="Group 70">
            <a:extLst>
              <a:ext uri="{FF2B5EF4-FFF2-40B4-BE49-F238E27FC236}">
                <a16:creationId xmlns:a16="http://schemas.microsoft.com/office/drawing/2014/main" id="{4610417F-230B-DF4D-8621-C5104AF498FD}"/>
              </a:ext>
            </a:extLst>
          </p:cNvPr>
          <p:cNvGrpSpPr/>
          <p:nvPr/>
        </p:nvGrpSpPr>
        <p:grpSpPr>
          <a:xfrm>
            <a:off x="4739464" y="3221807"/>
            <a:ext cx="318124" cy="424165"/>
            <a:chOff x="4465169" y="5822592"/>
            <a:chExt cx="255355" cy="340473"/>
          </a:xfrm>
        </p:grpSpPr>
        <p:sp>
          <p:nvSpPr>
            <p:cNvPr id="72" name="Freeform: Shape 962">
              <a:extLst>
                <a:ext uri="{FF2B5EF4-FFF2-40B4-BE49-F238E27FC236}">
                  <a16:creationId xmlns:a16="http://schemas.microsoft.com/office/drawing/2014/main" id="{25510BB4-0377-794A-9BC5-9EE9E8E84A03}"/>
                </a:ext>
              </a:extLst>
            </p:cNvPr>
            <p:cNvSpPr/>
            <p:nvPr/>
          </p:nvSpPr>
          <p:spPr>
            <a:xfrm>
              <a:off x="4465169" y="5822592"/>
              <a:ext cx="255355" cy="340473"/>
            </a:xfrm>
            <a:custGeom>
              <a:avLst/>
              <a:gdLst>
                <a:gd name="connsiteX0" fmla="*/ 214012 w 255354"/>
                <a:gd name="connsiteY0" fmla="*/ 9120 h 340472"/>
                <a:gd name="connsiteX1" fmla="*/ 102750 w 255354"/>
                <a:gd name="connsiteY1" fmla="*/ 9120 h 340472"/>
                <a:gd name="connsiteX2" fmla="*/ 66271 w 255354"/>
                <a:gd name="connsiteY2" fmla="*/ 24198 h 340472"/>
                <a:gd name="connsiteX3" fmla="*/ 24198 w 255354"/>
                <a:gd name="connsiteY3" fmla="*/ 66270 h 340472"/>
                <a:gd name="connsiteX4" fmla="*/ 9120 w 255354"/>
                <a:gd name="connsiteY4" fmla="*/ 102750 h 340472"/>
                <a:gd name="connsiteX5" fmla="*/ 9120 w 255354"/>
                <a:gd name="connsiteY5" fmla="*/ 298400 h 340472"/>
                <a:gd name="connsiteX6" fmla="*/ 46329 w 255354"/>
                <a:gd name="connsiteY6" fmla="*/ 335609 h 340472"/>
                <a:gd name="connsiteX7" fmla="*/ 214012 w 255354"/>
                <a:gd name="connsiteY7" fmla="*/ 335609 h 340472"/>
                <a:gd name="connsiteX8" fmla="*/ 251220 w 255354"/>
                <a:gd name="connsiteY8" fmla="*/ 298400 h 340472"/>
                <a:gd name="connsiteX9" fmla="*/ 251220 w 255354"/>
                <a:gd name="connsiteY9" fmla="*/ 46329 h 340472"/>
                <a:gd name="connsiteX10" fmla="*/ 214012 w 255354"/>
                <a:gd name="connsiteY10" fmla="*/ 9120 h 340472"/>
                <a:gd name="connsiteX11" fmla="*/ 224104 w 255354"/>
                <a:gd name="connsiteY11" fmla="*/ 298400 h 340472"/>
                <a:gd name="connsiteX12" fmla="*/ 214012 w 255354"/>
                <a:gd name="connsiteY12" fmla="*/ 308493 h 340472"/>
                <a:gd name="connsiteX13" fmla="*/ 46329 w 255354"/>
                <a:gd name="connsiteY13" fmla="*/ 308493 h 340472"/>
                <a:gd name="connsiteX14" fmla="*/ 36236 w 255354"/>
                <a:gd name="connsiteY14" fmla="*/ 298400 h 340472"/>
                <a:gd name="connsiteX15" fmla="*/ 36236 w 255354"/>
                <a:gd name="connsiteY15" fmla="*/ 102750 h 340472"/>
                <a:gd name="connsiteX16" fmla="*/ 43410 w 255354"/>
                <a:gd name="connsiteY16" fmla="*/ 85483 h 340472"/>
                <a:gd name="connsiteX17" fmla="*/ 85483 w 255354"/>
                <a:gd name="connsiteY17" fmla="*/ 43410 h 340472"/>
                <a:gd name="connsiteX18" fmla="*/ 102750 w 255354"/>
                <a:gd name="connsiteY18" fmla="*/ 36236 h 340472"/>
                <a:gd name="connsiteX19" fmla="*/ 214012 w 255354"/>
                <a:gd name="connsiteY19" fmla="*/ 36236 h 340472"/>
                <a:gd name="connsiteX20" fmla="*/ 224104 w 255354"/>
                <a:gd name="connsiteY20" fmla="*/ 46329 h 340472"/>
                <a:gd name="connsiteX21" fmla="*/ 224104 w 255354"/>
                <a:gd name="connsiteY21" fmla="*/ 298400 h 34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5354" h="340472">
                  <a:moveTo>
                    <a:pt x="214012" y="9120"/>
                  </a:moveTo>
                  <a:lnTo>
                    <a:pt x="102750" y="9120"/>
                  </a:lnTo>
                  <a:cubicBezTo>
                    <a:pt x="89982" y="9120"/>
                    <a:pt x="75391" y="15200"/>
                    <a:pt x="66271" y="24198"/>
                  </a:cubicBezTo>
                  <a:lnTo>
                    <a:pt x="24198" y="66270"/>
                  </a:lnTo>
                  <a:cubicBezTo>
                    <a:pt x="15200" y="75269"/>
                    <a:pt x="9120" y="89982"/>
                    <a:pt x="9120" y="102750"/>
                  </a:cubicBezTo>
                  <a:lnTo>
                    <a:pt x="9120" y="298400"/>
                  </a:lnTo>
                  <a:cubicBezTo>
                    <a:pt x="9120" y="318950"/>
                    <a:pt x="25779" y="335609"/>
                    <a:pt x="46329" y="335609"/>
                  </a:cubicBezTo>
                  <a:lnTo>
                    <a:pt x="214012" y="335609"/>
                  </a:lnTo>
                  <a:cubicBezTo>
                    <a:pt x="234562" y="335609"/>
                    <a:pt x="251220" y="318950"/>
                    <a:pt x="251220" y="298400"/>
                  </a:cubicBezTo>
                  <a:lnTo>
                    <a:pt x="251220" y="46329"/>
                  </a:lnTo>
                  <a:cubicBezTo>
                    <a:pt x="251220" y="25779"/>
                    <a:pt x="234562" y="9120"/>
                    <a:pt x="214012" y="9120"/>
                  </a:cubicBezTo>
                  <a:moveTo>
                    <a:pt x="224104" y="298400"/>
                  </a:moveTo>
                  <a:cubicBezTo>
                    <a:pt x="224104" y="303994"/>
                    <a:pt x="219484" y="308493"/>
                    <a:pt x="214012" y="308493"/>
                  </a:cubicBezTo>
                  <a:lnTo>
                    <a:pt x="46329" y="308493"/>
                  </a:lnTo>
                  <a:cubicBezTo>
                    <a:pt x="40735" y="308493"/>
                    <a:pt x="36236" y="303872"/>
                    <a:pt x="36236" y="298400"/>
                  </a:cubicBezTo>
                  <a:lnTo>
                    <a:pt x="36236" y="102750"/>
                  </a:lnTo>
                  <a:cubicBezTo>
                    <a:pt x="36236" y="97156"/>
                    <a:pt x="39398" y="89374"/>
                    <a:pt x="43410" y="85483"/>
                  </a:cubicBezTo>
                  <a:lnTo>
                    <a:pt x="85483" y="43410"/>
                  </a:lnTo>
                  <a:cubicBezTo>
                    <a:pt x="89374" y="39519"/>
                    <a:pt x="97157" y="36236"/>
                    <a:pt x="102750" y="36236"/>
                  </a:cubicBezTo>
                  <a:lnTo>
                    <a:pt x="214012" y="36236"/>
                  </a:lnTo>
                  <a:cubicBezTo>
                    <a:pt x="219605" y="36236"/>
                    <a:pt x="224104" y="40857"/>
                    <a:pt x="224104" y="46329"/>
                  </a:cubicBezTo>
                  <a:lnTo>
                    <a:pt x="224104" y="298400"/>
                  </a:lnTo>
                  <a:close/>
                </a:path>
              </a:pathLst>
            </a:custGeom>
            <a:solidFill>
              <a:srgbClr val="FF0A0A"/>
            </a:solidFill>
            <a:ln w="9525" cap="flat">
              <a:noFill/>
              <a:prstDash val="solid"/>
              <a:miter/>
            </a:ln>
          </p:spPr>
          <p:txBody>
            <a:bodyPr rtlCol="0" anchor="ctr"/>
            <a:lstStyle/>
            <a:p>
              <a:endParaRPr lang="en-GB"/>
            </a:p>
          </p:txBody>
        </p:sp>
        <p:sp>
          <p:nvSpPr>
            <p:cNvPr id="73" name="Freeform: Shape 963">
              <a:extLst>
                <a:ext uri="{FF2B5EF4-FFF2-40B4-BE49-F238E27FC236}">
                  <a16:creationId xmlns:a16="http://schemas.microsoft.com/office/drawing/2014/main" id="{5F1E8A8C-41F9-5048-9D37-F50C71DE7638}"/>
                </a:ext>
              </a:extLst>
            </p:cNvPr>
            <p:cNvSpPr/>
            <p:nvPr/>
          </p:nvSpPr>
          <p:spPr>
            <a:xfrm>
              <a:off x="4518916" y="5960848"/>
              <a:ext cx="145917" cy="145917"/>
            </a:xfrm>
            <a:custGeom>
              <a:avLst/>
              <a:gdLst>
                <a:gd name="connsiteX0" fmla="*/ 113572 w 145916"/>
                <a:gd name="connsiteY0" fmla="*/ 9120 h 145916"/>
                <a:gd name="connsiteX1" fmla="*/ 39154 w 145916"/>
                <a:gd name="connsiteY1" fmla="*/ 9120 h 145916"/>
                <a:gd name="connsiteX2" fmla="*/ 9120 w 145916"/>
                <a:gd name="connsiteY2" fmla="*/ 39276 h 145916"/>
                <a:gd name="connsiteX3" fmla="*/ 9120 w 145916"/>
                <a:gd name="connsiteY3" fmla="*/ 113694 h 145916"/>
                <a:gd name="connsiteX4" fmla="*/ 39154 w 145916"/>
                <a:gd name="connsiteY4" fmla="*/ 143850 h 145916"/>
                <a:gd name="connsiteX5" fmla="*/ 113572 w 145916"/>
                <a:gd name="connsiteY5" fmla="*/ 143850 h 145916"/>
                <a:gd name="connsiteX6" fmla="*/ 143728 w 145916"/>
                <a:gd name="connsiteY6" fmla="*/ 113694 h 145916"/>
                <a:gd name="connsiteX7" fmla="*/ 143728 w 145916"/>
                <a:gd name="connsiteY7" fmla="*/ 39276 h 145916"/>
                <a:gd name="connsiteX8" fmla="*/ 113572 w 145916"/>
                <a:gd name="connsiteY8" fmla="*/ 9120 h 145916"/>
                <a:gd name="connsiteX9" fmla="*/ 120625 w 145916"/>
                <a:gd name="connsiteY9" fmla="*/ 39276 h 145916"/>
                <a:gd name="connsiteX10" fmla="*/ 120625 w 145916"/>
                <a:gd name="connsiteY10" fmla="*/ 64933 h 145916"/>
                <a:gd name="connsiteX11" fmla="*/ 87915 w 145916"/>
                <a:gd name="connsiteY11" fmla="*/ 64933 h 145916"/>
                <a:gd name="connsiteX12" fmla="*/ 87915 w 145916"/>
                <a:gd name="connsiteY12" fmla="*/ 32102 h 145916"/>
                <a:gd name="connsiteX13" fmla="*/ 113572 w 145916"/>
                <a:gd name="connsiteY13" fmla="*/ 32102 h 145916"/>
                <a:gd name="connsiteX14" fmla="*/ 120625 w 145916"/>
                <a:gd name="connsiteY14" fmla="*/ 39276 h 145916"/>
                <a:gd name="connsiteX15" fmla="*/ 39154 w 145916"/>
                <a:gd name="connsiteY15" fmla="*/ 32102 h 145916"/>
                <a:gd name="connsiteX16" fmla="*/ 64811 w 145916"/>
                <a:gd name="connsiteY16" fmla="*/ 32102 h 145916"/>
                <a:gd name="connsiteX17" fmla="*/ 64811 w 145916"/>
                <a:gd name="connsiteY17" fmla="*/ 64933 h 145916"/>
                <a:gd name="connsiteX18" fmla="*/ 32102 w 145916"/>
                <a:gd name="connsiteY18" fmla="*/ 64933 h 145916"/>
                <a:gd name="connsiteX19" fmla="*/ 32102 w 145916"/>
                <a:gd name="connsiteY19" fmla="*/ 39276 h 145916"/>
                <a:gd name="connsiteX20" fmla="*/ 39154 w 145916"/>
                <a:gd name="connsiteY20" fmla="*/ 32102 h 145916"/>
                <a:gd name="connsiteX21" fmla="*/ 113572 w 145916"/>
                <a:gd name="connsiteY21" fmla="*/ 120746 h 145916"/>
                <a:gd name="connsiteX22" fmla="*/ 39154 w 145916"/>
                <a:gd name="connsiteY22" fmla="*/ 120746 h 145916"/>
                <a:gd name="connsiteX23" fmla="*/ 32102 w 145916"/>
                <a:gd name="connsiteY23" fmla="*/ 113694 h 145916"/>
                <a:gd name="connsiteX24" fmla="*/ 32102 w 145916"/>
                <a:gd name="connsiteY24" fmla="*/ 88036 h 145916"/>
                <a:gd name="connsiteX25" fmla="*/ 120625 w 145916"/>
                <a:gd name="connsiteY25" fmla="*/ 88036 h 145916"/>
                <a:gd name="connsiteX26" fmla="*/ 120625 w 145916"/>
                <a:gd name="connsiteY26" fmla="*/ 113694 h 145916"/>
                <a:gd name="connsiteX27" fmla="*/ 113572 w 145916"/>
                <a:gd name="connsiteY27" fmla="*/ 120746 h 14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5916" h="145916">
                  <a:moveTo>
                    <a:pt x="113572" y="9120"/>
                  </a:moveTo>
                  <a:lnTo>
                    <a:pt x="39154" y="9120"/>
                  </a:lnTo>
                  <a:cubicBezTo>
                    <a:pt x="22617" y="9120"/>
                    <a:pt x="9120" y="22617"/>
                    <a:pt x="9120" y="39276"/>
                  </a:cubicBezTo>
                  <a:lnTo>
                    <a:pt x="9120" y="113694"/>
                  </a:lnTo>
                  <a:cubicBezTo>
                    <a:pt x="9120" y="130231"/>
                    <a:pt x="22617" y="143850"/>
                    <a:pt x="39154" y="143850"/>
                  </a:cubicBezTo>
                  <a:lnTo>
                    <a:pt x="113572" y="143850"/>
                  </a:lnTo>
                  <a:cubicBezTo>
                    <a:pt x="130109" y="143850"/>
                    <a:pt x="143728" y="130352"/>
                    <a:pt x="143728" y="113694"/>
                  </a:cubicBezTo>
                  <a:lnTo>
                    <a:pt x="143728" y="39276"/>
                  </a:lnTo>
                  <a:cubicBezTo>
                    <a:pt x="143728" y="22617"/>
                    <a:pt x="130231" y="9120"/>
                    <a:pt x="113572" y="9120"/>
                  </a:cubicBezTo>
                  <a:moveTo>
                    <a:pt x="120625" y="39276"/>
                  </a:moveTo>
                  <a:lnTo>
                    <a:pt x="120625" y="64933"/>
                  </a:lnTo>
                  <a:lnTo>
                    <a:pt x="87915" y="64933"/>
                  </a:lnTo>
                  <a:lnTo>
                    <a:pt x="87915" y="32102"/>
                  </a:lnTo>
                  <a:lnTo>
                    <a:pt x="113572" y="32102"/>
                  </a:lnTo>
                  <a:cubicBezTo>
                    <a:pt x="117463" y="32102"/>
                    <a:pt x="120625" y="35263"/>
                    <a:pt x="120625" y="39276"/>
                  </a:cubicBezTo>
                  <a:moveTo>
                    <a:pt x="39154" y="32102"/>
                  </a:moveTo>
                  <a:lnTo>
                    <a:pt x="64811" y="32102"/>
                  </a:lnTo>
                  <a:lnTo>
                    <a:pt x="64811" y="64933"/>
                  </a:lnTo>
                  <a:lnTo>
                    <a:pt x="32102" y="64933"/>
                  </a:lnTo>
                  <a:lnTo>
                    <a:pt x="32102" y="39276"/>
                  </a:lnTo>
                  <a:cubicBezTo>
                    <a:pt x="32102" y="35263"/>
                    <a:pt x="35263" y="32102"/>
                    <a:pt x="39154" y="32102"/>
                  </a:cubicBezTo>
                  <a:moveTo>
                    <a:pt x="113572" y="120746"/>
                  </a:moveTo>
                  <a:lnTo>
                    <a:pt x="39154" y="120746"/>
                  </a:lnTo>
                  <a:cubicBezTo>
                    <a:pt x="35263" y="120746"/>
                    <a:pt x="32102" y="117585"/>
                    <a:pt x="32102" y="113694"/>
                  </a:cubicBezTo>
                  <a:lnTo>
                    <a:pt x="32102" y="88036"/>
                  </a:lnTo>
                  <a:lnTo>
                    <a:pt x="120625" y="88036"/>
                  </a:lnTo>
                  <a:lnTo>
                    <a:pt x="120625" y="113694"/>
                  </a:lnTo>
                  <a:cubicBezTo>
                    <a:pt x="120625" y="117585"/>
                    <a:pt x="117463" y="120746"/>
                    <a:pt x="113572" y="120746"/>
                  </a:cubicBezTo>
                </a:path>
              </a:pathLst>
            </a:custGeom>
            <a:solidFill>
              <a:srgbClr val="FF0A0A"/>
            </a:solid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151400370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8888" y="3462381"/>
            <a:ext cx="9185275" cy="664797"/>
          </a:xfrm>
        </p:spPr>
        <p:txBody>
          <a:bodyPr/>
          <a:lstStyle/>
          <a:p>
            <a:r>
              <a:rPr lang="en-US" dirty="0"/>
              <a:t>Finally, thank your audience</a:t>
            </a:r>
          </a:p>
        </p:txBody>
      </p:sp>
      <p:sp>
        <p:nvSpPr>
          <p:cNvPr id="3" name="Subtitle 2"/>
          <p:cNvSpPr>
            <a:spLocks noGrp="1"/>
          </p:cNvSpPr>
          <p:nvPr>
            <p:ph type="subTitle" idx="1"/>
          </p:nvPr>
        </p:nvSpPr>
        <p:spPr>
          <a:xfrm>
            <a:off x="1258888" y="4138511"/>
            <a:ext cx="9185275" cy="430887"/>
          </a:xfrm>
        </p:spPr>
        <p:txBody>
          <a:bodyPr/>
          <a:lstStyle/>
          <a:p>
            <a:r>
              <a:rPr lang="en-US" dirty="0"/>
              <a:t>That’s it – check out the PowerPoint toolkit for more!</a:t>
            </a:r>
          </a:p>
        </p:txBody>
      </p:sp>
      <p:sp>
        <p:nvSpPr>
          <p:cNvPr id="7" name="Text Placeholder 6">
            <a:extLst>
              <a:ext uri="{FF2B5EF4-FFF2-40B4-BE49-F238E27FC236}">
                <a16:creationId xmlns:a16="http://schemas.microsoft.com/office/drawing/2014/main" id="{646B421D-AF8A-714B-9B4B-1CFBF2247B74}"/>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0039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VM Colours RGB">
      <a:dk1>
        <a:srgbClr val="000000"/>
      </a:dk1>
      <a:lt1>
        <a:srgbClr val="FFFFFF"/>
      </a:lt1>
      <a:dk2>
        <a:srgbClr val="322332"/>
      </a:dk2>
      <a:lt2>
        <a:srgbClr val="FFD2E5"/>
      </a:lt2>
      <a:accent1>
        <a:srgbClr val="FF0909"/>
      </a:accent1>
      <a:accent2>
        <a:srgbClr val="5F2878"/>
      </a:accent2>
      <a:accent3>
        <a:srgbClr val="9B1478"/>
      </a:accent3>
      <a:accent4>
        <a:srgbClr val="C89B64"/>
      </a:accent4>
      <a:accent5>
        <a:srgbClr val="FAE519"/>
      </a:accent5>
      <a:accent6>
        <a:srgbClr val="64A541"/>
      </a:accent6>
      <a:hlink>
        <a:srgbClr val="3E55A0"/>
      </a:hlink>
      <a:folHlink>
        <a:srgbClr val="4196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tx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0">
          <a:schemeClr val="accent1"/>
        </a:fillRef>
        <a:effectRef idx="0">
          <a:schemeClr val="accent1"/>
        </a:effectRef>
        <a:fontRef idx="minor">
          <a:schemeClr val="tx1"/>
        </a:fontRef>
      </a:style>
    </a:spDef>
    <a:txDef>
      <a:spPr>
        <a:noFill/>
      </a:spPr>
      <a:bodyPr wrap="square" lIns="0" tIns="0" rIns="0" bIns="0" rtlCol="0" anchor="ctr" anchorCtr="0">
        <a:spAutoFit/>
      </a:bodyPr>
      <a:lstStyle>
        <a:defPPr>
          <a:defRPr sz="1000" b="0" i="0" smtClean="0">
            <a:solidFill>
              <a:schemeClr val="tx1"/>
            </a:solidFill>
            <a:latin typeface="VM Circular Whisper TT Light" charset="0"/>
            <a:ea typeface="VM Circular Whisper TT Light" charset="0"/>
            <a:cs typeface="VM Circular Whisper TT Light"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EE2264D060834BA31EA8FE4239F3FD" ma:contentTypeVersion="18" ma:contentTypeDescription="Create a new document." ma:contentTypeScope="" ma:versionID="e37107eec62f767418636a3af89162bc">
  <xsd:schema xmlns:xsd="http://www.w3.org/2001/XMLSchema" xmlns:xs="http://www.w3.org/2001/XMLSchema" xmlns:p="http://schemas.microsoft.com/office/2006/metadata/properties" xmlns:ns2="5db4917e-4c25-4c03-84a2-629f3b204920" xmlns:ns3="af722f6e-e318-4d2f-99f2-cd33a3f85e14" targetNamespace="http://schemas.microsoft.com/office/2006/metadata/properties" ma:root="true" ma:fieldsID="806788632fc8dff0b0f21a8fbce7dc8b" ns2:_="" ns3:_="">
    <xsd:import namespace="5db4917e-4c25-4c03-84a2-629f3b204920"/>
    <xsd:import namespace="af722f6e-e318-4d2f-99f2-cd33a3f85e1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LengthInSeconds"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OCR"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b4917e-4c25-4c03-84a2-629f3b2049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LengthInSeconds" ma:index="13" nillable="true" ma:displayName="Length (seconds)" ma:internalName="MediaLengthInSeconds" ma:readOnly="true">
      <xsd:simpleType>
        <xsd:restriction base="dms:Unknow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3bfe82b-fe1a-4a19-b68a-5666606ecdd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722f6e-e318-4d2f-99f2-cd33a3f85e1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8096911-5fba-4aca-9b77-6499daea9753}" ma:internalName="TaxCatchAll" ma:showField="CatchAllData" ma:web="af722f6e-e318-4d2f-99f2-cd33a3f85e1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db4917e-4c25-4c03-84a2-629f3b204920">
      <Terms xmlns="http://schemas.microsoft.com/office/infopath/2007/PartnerControls"/>
    </lcf76f155ced4ddcb4097134ff3c332f>
    <TaxCatchAll xmlns="af722f6e-e318-4d2f-99f2-cd33a3f85e14" xsi:nil="true"/>
  </documentManagement>
</p:properties>
</file>

<file path=customXml/itemProps1.xml><?xml version="1.0" encoding="utf-8"?>
<ds:datastoreItem xmlns:ds="http://schemas.openxmlformats.org/officeDocument/2006/customXml" ds:itemID="{1B2BA20E-BEF9-4758-9ABB-922A8F354D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b4917e-4c25-4c03-84a2-629f3b204920"/>
    <ds:schemaRef ds:uri="af722f6e-e318-4d2f-99f2-cd33a3f85e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2AFB8E-55EA-430D-B7DD-0491E283A833}">
  <ds:schemaRefs>
    <ds:schemaRef ds:uri="http://schemas.microsoft.com/sharepoint/v3/contenttype/forms"/>
  </ds:schemaRefs>
</ds:datastoreItem>
</file>

<file path=customXml/itemProps3.xml><?xml version="1.0" encoding="utf-8"?>
<ds:datastoreItem xmlns:ds="http://schemas.openxmlformats.org/officeDocument/2006/customXml" ds:itemID="{685BBD2B-D1CA-42DC-9426-100C8DDC57BC}">
  <ds:schemaRefs>
    <ds:schemaRef ds:uri="http://schemas.microsoft.com/office/2006/metadata/properties"/>
    <ds:schemaRef ds:uri="http://schemas.microsoft.com/office/infopath/2007/PartnerControls"/>
    <ds:schemaRef ds:uri="5db4917e-4c25-4c03-84a2-629f3b204920"/>
    <ds:schemaRef ds:uri="af722f6e-e318-4d2f-99f2-cd33a3f85e14"/>
  </ds:schemaRefs>
</ds:datastoreItem>
</file>

<file path=docProps/app.xml><?xml version="1.0" encoding="utf-8"?>
<Properties xmlns="http://schemas.openxmlformats.org/officeDocument/2006/extended-properties" xmlns:vt="http://schemas.openxmlformats.org/officeDocument/2006/docPropsVTypes">
  <Template>Office Theme</Template>
  <TotalTime>11666</TotalTime>
  <Words>1128</Words>
  <Application>Microsoft Office PowerPoint</Application>
  <PresentationFormat>Custom</PresentationFormat>
  <Paragraphs>173</Paragraphs>
  <Slides>21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Bold</vt:lpstr>
      <vt:lpstr>Arial Regular</vt:lpstr>
      <vt:lpstr>Calibri</vt:lpstr>
      <vt:lpstr>Office Theme</vt:lpstr>
      <vt:lpstr>Your 2019 PowerPoint template</vt:lpstr>
      <vt:lpstr>Same in plum – title goes here</vt:lpstr>
      <vt:lpstr>Divider slide – pop section title here</vt:lpstr>
      <vt:lpstr>Or plum – section title goes here</vt:lpstr>
      <vt:lpstr>Basic slide</vt:lpstr>
      <vt:lpstr>Contents slide – get your audience excited</vt:lpstr>
      <vt:lpstr>Now, let’s get down to business</vt:lpstr>
      <vt:lpstr>Keep titles short and snappy</vt:lpstr>
      <vt:lpstr>Keep titles short and snappy</vt:lpstr>
      <vt:lpstr>Get creative with layouts</vt:lpstr>
      <vt:lpstr>A little planning takes a good PowerPoint  to a great presentation</vt:lpstr>
      <vt:lpstr>Have fun with layouts and icons</vt:lpstr>
      <vt:lpstr>Using images</vt:lpstr>
      <vt:lpstr>A picture says a thousand words…</vt:lpstr>
      <vt:lpstr>Pop images into content frames</vt:lpstr>
      <vt:lpstr>Charts and graphs</vt:lpstr>
      <vt:lpstr>Use graphs to share your data</vt:lpstr>
      <vt:lpstr>Charts and graphs examples</vt:lpstr>
      <vt:lpstr>Example timeline slide</vt:lpstr>
      <vt:lpstr>Example roadmap slide</vt:lpstr>
      <vt:lpstr>Finally, thank your audience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Geoff Coulter</dc:creator>
  <cp:lastModifiedBy>Junaid Shaik</cp:lastModifiedBy>
  <cp:revision>831</cp:revision>
  <dcterms:created xsi:type="dcterms:W3CDTF">2017-02-07T10:01:04Z</dcterms:created>
  <dcterms:modified xsi:type="dcterms:W3CDTF">2026-02-06T05:17:16Z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0x010100B1EE2264D060834BA31EA8FE4239F3FD</vt:lpwstr>
  </property>
</Properties>
</file>